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4" r:id="rId2"/>
    <p:sldMasterId id="2147483670" r:id="rId3"/>
    <p:sldMasterId id="2147483672" r:id="rId4"/>
  </p:sldMasterIdLst>
  <p:notesMasterIdLst>
    <p:notesMasterId r:id="rId20"/>
  </p:notesMasterIdLst>
  <p:sldIdLst>
    <p:sldId id="256"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18288000" cy="10287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7A2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725B31-4962-41AA-844B-8672FCF03F15}" v="4" dt="2026-06-22T11:08:41.44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5033" autoAdjust="0"/>
  </p:normalViewPr>
  <p:slideViewPr>
    <p:cSldViewPr snapToGrid="0">
      <p:cViewPr varScale="1">
        <p:scale>
          <a:sx n="31" d="100"/>
          <a:sy n="31" d="100"/>
        </p:scale>
        <p:origin x="1042"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slideMaster" Target="slideMasters/slideMaster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na Knes" userId="7e9737a164333dbd" providerId="LiveId" clId="{72053980-4108-4AED-A5B7-3290F7F82C69}"/>
    <pc:docChg chg="undo custSel addSld delSld modSld delMainMaster modMainMaster">
      <pc:chgData name="Christina Knes" userId="7e9737a164333dbd" providerId="LiveId" clId="{72053980-4108-4AED-A5B7-3290F7F82C69}" dt="2026-06-22T11:09:38.550" v="92" actId="20577"/>
      <pc:docMkLst>
        <pc:docMk/>
      </pc:docMkLst>
      <pc:sldChg chg="modTransition">
        <pc:chgData name="Christina Knes" userId="7e9737a164333dbd" providerId="LiveId" clId="{72053980-4108-4AED-A5B7-3290F7F82C69}" dt="2026-06-22T10:20:26.343" v="6"/>
        <pc:sldMkLst>
          <pc:docMk/>
          <pc:sldMk cId="0" sldId="256"/>
        </pc:sldMkLst>
      </pc:sldChg>
      <pc:sldChg chg="del modTransition">
        <pc:chgData name="Christina Knes" userId="7e9737a164333dbd" providerId="LiveId" clId="{72053980-4108-4AED-A5B7-3290F7F82C69}" dt="2026-06-22T10:20:31.580" v="7" actId="2696"/>
        <pc:sldMkLst>
          <pc:docMk/>
          <pc:sldMk cId="0" sldId="257"/>
        </pc:sldMkLst>
      </pc:sldChg>
      <pc:sldChg chg="modTransition">
        <pc:chgData name="Christina Knes" userId="7e9737a164333dbd" providerId="LiveId" clId="{72053980-4108-4AED-A5B7-3290F7F82C69}" dt="2026-06-22T10:20:26.343" v="6"/>
        <pc:sldMkLst>
          <pc:docMk/>
          <pc:sldMk cId="0" sldId="258"/>
        </pc:sldMkLst>
      </pc:sldChg>
      <pc:sldChg chg="modTransition">
        <pc:chgData name="Christina Knes" userId="7e9737a164333dbd" providerId="LiveId" clId="{72053980-4108-4AED-A5B7-3290F7F82C69}" dt="2026-06-22T10:20:26.343" v="6"/>
        <pc:sldMkLst>
          <pc:docMk/>
          <pc:sldMk cId="0" sldId="259"/>
        </pc:sldMkLst>
      </pc:sldChg>
      <pc:sldChg chg="modTransition">
        <pc:chgData name="Christina Knes" userId="7e9737a164333dbd" providerId="LiveId" clId="{72053980-4108-4AED-A5B7-3290F7F82C69}" dt="2026-06-22T10:20:26.343" v="6"/>
        <pc:sldMkLst>
          <pc:docMk/>
          <pc:sldMk cId="0" sldId="260"/>
        </pc:sldMkLst>
      </pc:sldChg>
      <pc:sldChg chg="modTransition">
        <pc:chgData name="Christina Knes" userId="7e9737a164333dbd" providerId="LiveId" clId="{72053980-4108-4AED-A5B7-3290F7F82C69}" dt="2026-06-22T10:20:26.343" v="6"/>
        <pc:sldMkLst>
          <pc:docMk/>
          <pc:sldMk cId="0" sldId="261"/>
        </pc:sldMkLst>
      </pc:sldChg>
      <pc:sldChg chg="modSp mod modTransition">
        <pc:chgData name="Christina Knes" userId="7e9737a164333dbd" providerId="LiveId" clId="{72053980-4108-4AED-A5B7-3290F7F82C69}" dt="2026-06-22T10:20:26.343" v="6"/>
        <pc:sldMkLst>
          <pc:docMk/>
          <pc:sldMk cId="0" sldId="262"/>
        </pc:sldMkLst>
        <pc:picChg chg="mod">
          <ac:chgData name="Christina Knes" userId="7e9737a164333dbd" providerId="LiveId" clId="{72053980-4108-4AED-A5B7-3290F7F82C69}" dt="2026-06-22T10:19:36.903" v="1" actId="1076"/>
          <ac:picMkLst>
            <pc:docMk/>
            <pc:sldMk cId="0" sldId="262"/>
            <ac:picMk id="122" creationId="{00000000-0000-0000-0000-000000000000}"/>
          </ac:picMkLst>
        </pc:picChg>
      </pc:sldChg>
      <pc:sldChg chg="modSp mod modTransition">
        <pc:chgData name="Christina Knes" userId="7e9737a164333dbd" providerId="LiveId" clId="{72053980-4108-4AED-A5B7-3290F7F82C69}" dt="2026-06-22T10:27:05.031" v="54" actId="1076"/>
        <pc:sldMkLst>
          <pc:docMk/>
          <pc:sldMk cId="0" sldId="263"/>
        </pc:sldMkLst>
        <pc:spChg chg="mod">
          <ac:chgData name="Christina Knes" userId="7e9737a164333dbd" providerId="LiveId" clId="{72053980-4108-4AED-A5B7-3290F7F82C69}" dt="2026-06-22T10:26:25.010" v="51" actId="1076"/>
          <ac:spMkLst>
            <pc:docMk/>
            <pc:sldMk cId="0" sldId="263"/>
            <ac:spMk id="126" creationId="{00000000-0000-0000-0000-000000000000}"/>
          </ac:spMkLst>
        </pc:spChg>
        <pc:spChg chg="mod">
          <ac:chgData name="Christina Knes" userId="7e9737a164333dbd" providerId="LiveId" clId="{72053980-4108-4AED-A5B7-3290F7F82C69}" dt="2026-06-22T10:27:01.012" v="53" actId="1076"/>
          <ac:spMkLst>
            <pc:docMk/>
            <pc:sldMk cId="0" sldId="263"/>
            <ac:spMk id="127" creationId="{00000000-0000-0000-0000-000000000000}"/>
          </ac:spMkLst>
        </pc:spChg>
        <pc:spChg chg="mod">
          <ac:chgData name="Christina Knes" userId="7e9737a164333dbd" providerId="LiveId" clId="{72053980-4108-4AED-A5B7-3290F7F82C69}" dt="2026-06-22T10:27:05.031" v="54" actId="1076"/>
          <ac:spMkLst>
            <pc:docMk/>
            <pc:sldMk cId="0" sldId="263"/>
            <ac:spMk id="128" creationId="{00000000-0000-0000-0000-000000000000}"/>
          </ac:spMkLst>
        </pc:spChg>
      </pc:sldChg>
      <pc:sldChg chg="modSp mod modTransition">
        <pc:chgData name="Christina Knes" userId="7e9737a164333dbd" providerId="LiveId" clId="{72053980-4108-4AED-A5B7-3290F7F82C69}" dt="2026-06-22T10:25:59.555" v="46" actId="208"/>
        <pc:sldMkLst>
          <pc:docMk/>
          <pc:sldMk cId="0" sldId="264"/>
        </pc:sldMkLst>
        <pc:spChg chg="mod">
          <ac:chgData name="Christina Knes" userId="7e9737a164333dbd" providerId="LiveId" clId="{72053980-4108-4AED-A5B7-3290F7F82C69}" dt="2026-06-22T10:25:59.555" v="46" actId="208"/>
          <ac:spMkLst>
            <pc:docMk/>
            <pc:sldMk cId="0" sldId="264"/>
            <ac:spMk id="130" creationId="{00000000-0000-0000-0000-000000000000}"/>
          </ac:spMkLst>
        </pc:spChg>
      </pc:sldChg>
      <pc:sldChg chg="modSp mod modTransition">
        <pc:chgData name="Christina Knes" userId="7e9737a164333dbd" providerId="LiveId" clId="{72053980-4108-4AED-A5B7-3290F7F82C69}" dt="2026-06-22T10:59:28.704" v="60" actId="113"/>
        <pc:sldMkLst>
          <pc:docMk/>
          <pc:sldMk cId="0" sldId="265"/>
        </pc:sldMkLst>
        <pc:spChg chg="mod">
          <ac:chgData name="Christina Knes" userId="7e9737a164333dbd" providerId="LiveId" clId="{72053980-4108-4AED-A5B7-3290F7F82C69}" dt="2026-06-22T10:25:41.225" v="44" actId="1076"/>
          <ac:spMkLst>
            <pc:docMk/>
            <pc:sldMk cId="0" sldId="265"/>
            <ac:spMk id="131" creationId="{00000000-0000-0000-0000-000000000000}"/>
          </ac:spMkLst>
        </pc:spChg>
        <pc:graphicFrameChg chg="modGraphic">
          <ac:chgData name="Christina Knes" userId="7e9737a164333dbd" providerId="LiveId" clId="{72053980-4108-4AED-A5B7-3290F7F82C69}" dt="2026-06-22T10:59:28.704" v="60" actId="113"/>
          <ac:graphicFrameMkLst>
            <pc:docMk/>
            <pc:sldMk cId="0" sldId="265"/>
            <ac:graphicFrameMk id="132" creationId="{00000000-0000-0000-0000-000000000000}"/>
          </ac:graphicFrameMkLst>
        </pc:graphicFrameChg>
        <pc:picChg chg="mod">
          <ac:chgData name="Christina Knes" userId="7e9737a164333dbd" providerId="LiveId" clId="{72053980-4108-4AED-A5B7-3290F7F82C69}" dt="2026-06-22T10:25:45.541" v="45" actId="1076"/>
          <ac:picMkLst>
            <pc:docMk/>
            <pc:sldMk cId="0" sldId="265"/>
            <ac:picMk id="134" creationId="{00000000-0000-0000-0000-000000000000}"/>
          </ac:picMkLst>
        </pc:picChg>
      </pc:sldChg>
      <pc:sldChg chg="modSp mod modTransition">
        <pc:chgData name="Christina Knes" userId="7e9737a164333dbd" providerId="LiveId" clId="{72053980-4108-4AED-A5B7-3290F7F82C69}" dt="2026-06-22T10:59:50.056" v="62" actId="1076"/>
        <pc:sldMkLst>
          <pc:docMk/>
          <pc:sldMk cId="0" sldId="266"/>
        </pc:sldMkLst>
        <pc:spChg chg="mod">
          <ac:chgData name="Christina Knes" userId="7e9737a164333dbd" providerId="LiveId" clId="{72053980-4108-4AED-A5B7-3290F7F82C69}" dt="2026-06-22T10:21:20.255" v="8" actId="404"/>
          <ac:spMkLst>
            <pc:docMk/>
            <pc:sldMk cId="0" sldId="266"/>
            <ac:spMk id="135" creationId="{00000000-0000-0000-0000-000000000000}"/>
          </ac:spMkLst>
        </pc:spChg>
        <pc:spChg chg="mod">
          <ac:chgData name="Christina Knes" userId="7e9737a164333dbd" providerId="LiveId" clId="{72053980-4108-4AED-A5B7-3290F7F82C69}" dt="2026-06-22T10:59:50.056" v="62" actId="1076"/>
          <ac:spMkLst>
            <pc:docMk/>
            <pc:sldMk cId="0" sldId="266"/>
            <ac:spMk id="136" creationId="{00000000-0000-0000-0000-000000000000}"/>
          </ac:spMkLst>
        </pc:spChg>
        <pc:spChg chg="mod">
          <ac:chgData name="Christina Knes" userId="7e9737a164333dbd" providerId="LiveId" clId="{72053980-4108-4AED-A5B7-3290F7F82C69}" dt="2026-06-22T10:24:10.409" v="34" actId="208"/>
          <ac:spMkLst>
            <pc:docMk/>
            <pc:sldMk cId="0" sldId="266"/>
            <ac:spMk id="137" creationId="{00000000-0000-0000-0000-000000000000}"/>
          </ac:spMkLst>
        </pc:spChg>
      </pc:sldChg>
      <pc:sldChg chg="modSp mod modTransition">
        <pc:chgData name="Christina Knes" userId="7e9737a164333dbd" providerId="LiveId" clId="{72053980-4108-4AED-A5B7-3290F7F82C69}" dt="2026-06-22T11:00:47.509" v="67" actId="1076"/>
        <pc:sldMkLst>
          <pc:docMk/>
          <pc:sldMk cId="0" sldId="267"/>
        </pc:sldMkLst>
        <pc:spChg chg="mod">
          <ac:chgData name="Christina Knes" userId="7e9737a164333dbd" providerId="LiveId" clId="{72053980-4108-4AED-A5B7-3290F7F82C69}" dt="2026-06-22T10:21:40.057" v="10" actId="1076"/>
          <ac:spMkLst>
            <pc:docMk/>
            <pc:sldMk cId="0" sldId="267"/>
            <ac:spMk id="140" creationId="{00000000-0000-0000-0000-000000000000}"/>
          </ac:spMkLst>
        </pc:spChg>
        <pc:spChg chg="mod">
          <ac:chgData name="Christina Knes" userId="7e9737a164333dbd" providerId="LiveId" clId="{72053980-4108-4AED-A5B7-3290F7F82C69}" dt="2026-06-22T11:00:47.509" v="67" actId="1076"/>
          <ac:spMkLst>
            <pc:docMk/>
            <pc:sldMk cId="0" sldId="267"/>
            <ac:spMk id="141" creationId="{00000000-0000-0000-0000-000000000000}"/>
          </ac:spMkLst>
        </pc:spChg>
        <pc:spChg chg="mod">
          <ac:chgData name="Christina Knes" userId="7e9737a164333dbd" providerId="LiveId" clId="{72053980-4108-4AED-A5B7-3290F7F82C69}" dt="2026-06-22T11:00:36.027" v="66" actId="404"/>
          <ac:spMkLst>
            <pc:docMk/>
            <pc:sldMk cId="0" sldId="267"/>
            <ac:spMk id="142" creationId="{00000000-0000-0000-0000-000000000000}"/>
          </ac:spMkLst>
        </pc:spChg>
        <pc:spChg chg="mod">
          <ac:chgData name="Christina Knes" userId="7e9737a164333dbd" providerId="LiveId" clId="{72053980-4108-4AED-A5B7-3290F7F82C69}" dt="2026-06-22T11:00:36.027" v="66" actId="404"/>
          <ac:spMkLst>
            <pc:docMk/>
            <pc:sldMk cId="0" sldId="267"/>
            <ac:spMk id="143" creationId="{00000000-0000-0000-0000-000000000000}"/>
          </ac:spMkLst>
        </pc:spChg>
        <pc:spChg chg="mod">
          <ac:chgData name="Christina Knes" userId="7e9737a164333dbd" providerId="LiveId" clId="{72053980-4108-4AED-A5B7-3290F7F82C69}" dt="2026-06-22T11:00:36.027" v="66" actId="404"/>
          <ac:spMkLst>
            <pc:docMk/>
            <pc:sldMk cId="0" sldId="267"/>
            <ac:spMk id="144" creationId="{00000000-0000-0000-0000-000000000000}"/>
          </ac:spMkLst>
        </pc:spChg>
        <pc:spChg chg="mod">
          <ac:chgData name="Christina Knes" userId="7e9737a164333dbd" providerId="LiveId" clId="{72053980-4108-4AED-A5B7-3290F7F82C69}" dt="2026-06-22T11:00:36.027" v="66" actId="404"/>
          <ac:spMkLst>
            <pc:docMk/>
            <pc:sldMk cId="0" sldId="267"/>
            <ac:spMk id="145" creationId="{00000000-0000-0000-0000-000000000000}"/>
          </ac:spMkLst>
        </pc:spChg>
        <pc:spChg chg="mod">
          <ac:chgData name="Christina Knes" userId="7e9737a164333dbd" providerId="LiveId" clId="{72053980-4108-4AED-A5B7-3290F7F82C69}" dt="2026-06-22T11:00:36.027" v="66" actId="404"/>
          <ac:spMkLst>
            <pc:docMk/>
            <pc:sldMk cId="0" sldId="267"/>
            <ac:spMk id="146" creationId="{00000000-0000-0000-0000-000000000000}"/>
          </ac:spMkLst>
        </pc:spChg>
        <pc:spChg chg="mod">
          <ac:chgData name="Christina Knes" userId="7e9737a164333dbd" providerId="LiveId" clId="{72053980-4108-4AED-A5B7-3290F7F82C69}" dt="2026-06-22T11:00:36.027" v="66" actId="404"/>
          <ac:spMkLst>
            <pc:docMk/>
            <pc:sldMk cId="0" sldId="267"/>
            <ac:spMk id="147" creationId="{00000000-0000-0000-0000-000000000000}"/>
          </ac:spMkLst>
        </pc:spChg>
        <pc:spChg chg="mod">
          <ac:chgData name="Christina Knes" userId="7e9737a164333dbd" providerId="LiveId" clId="{72053980-4108-4AED-A5B7-3290F7F82C69}" dt="2026-06-22T11:00:36.027" v="66" actId="404"/>
          <ac:spMkLst>
            <pc:docMk/>
            <pc:sldMk cId="0" sldId="267"/>
            <ac:spMk id="148" creationId="{00000000-0000-0000-0000-000000000000}"/>
          </ac:spMkLst>
        </pc:spChg>
        <pc:spChg chg="mod">
          <ac:chgData name="Christina Knes" userId="7e9737a164333dbd" providerId="LiveId" clId="{72053980-4108-4AED-A5B7-3290F7F82C69}" dt="2026-06-22T11:00:36.027" v="66" actId="404"/>
          <ac:spMkLst>
            <pc:docMk/>
            <pc:sldMk cId="0" sldId="267"/>
            <ac:spMk id="149" creationId="{00000000-0000-0000-0000-000000000000}"/>
          </ac:spMkLst>
        </pc:spChg>
        <pc:spChg chg="mod">
          <ac:chgData name="Christina Knes" userId="7e9737a164333dbd" providerId="LiveId" clId="{72053980-4108-4AED-A5B7-3290F7F82C69}" dt="2026-06-22T11:00:36.027" v="66" actId="404"/>
          <ac:spMkLst>
            <pc:docMk/>
            <pc:sldMk cId="0" sldId="267"/>
            <ac:spMk id="150" creationId="{00000000-0000-0000-0000-000000000000}"/>
          </ac:spMkLst>
        </pc:spChg>
      </pc:sldChg>
      <pc:sldChg chg="modSp mod modTransition">
        <pc:chgData name="Christina Knes" userId="7e9737a164333dbd" providerId="LiveId" clId="{72053980-4108-4AED-A5B7-3290F7F82C69}" dt="2026-06-22T11:00:58.709" v="69" actId="404"/>
        <pc:sldMkLst>
          <pc:docMk/>
          <pc:sldMk cId="0" sldId="268"/>
        </pc:sldMkLst>
        <pc:spChg chg="mod">
          <ac:chgData name="Christina Knes" userId="7e9737a164333dbd" providerId="LiveId" clId="{72053980-4108-4AED-A5B7-3290F7F82C69}" dt="2026-06-22T11:00:58.709" v="69" actId="404"/>
          <ac:spMkLst>
            <pc:docMk/>
            <pc:sldMk cId="0" sldId="268"/>
            <ac:spMk id="156" creationId="{00000000-0000-0000-0000-000000000000}"/>
          </ac:spMkLst>
        </pc:spChg>
        <pc:spChg chg="mod">
          <ac:chgData name="Christina Knes" userId="7e9737a164333dbd" providerId="LiveId" clId="{72053980-4108-4AED-A5B7-3290F7F82C69}" dt="2026-06-22T11:00:58.709" v="69" actId="404"/>
          <ac:spMkLst>
            <pc:docMk/>
            <pc:sldMk cId="0" sldId="268"/>
            <ac:spMk id="159" creationId="{00000000-0000-0000-0000-000000000000}"/>
          </ac:spMkLst>
        </pc:spChg>
        <pc:spChg chg="mod">
          <ac:chgData name="Christina Knes" userId="7e9737a164333dbd" providerId="LiveId" clId="{72053980-4108-4AED-A5B7-3290F7F82C69}" dt="2026-06-22T11:00:58.709" v="69" actId="404"/>
          <ac:spMkLst>
            <pc:docMk/>
            <pc:sldMk cId="0" sldId="268"/>
            <ac:spMk id="161" creationId="{00000000-0000-0000-0000-000000000000}"/>
          </ac:spMkLst>
        </pc:spChg>
        <pc:spChg chg="mod">
          <ac:chgData name="Christina Knes" userId="7e9737a164333dbd" providerId="LiveId" clId="{72053980-4108-4AED-A5B7-3290F7F82C69}" dt="2026-06-22T11:00:58.709" v="69" actId="404"/>
          <ac:spMkLst>
            <pc:docMk/>
            <pc:sldMk cId="0" sldId="268"/>
            <ac:spMk id="162" creationId="{00000000-0000-0000-0000-000000000000}"/>
          </ac:spMkLst>
        </pc:spChg>
        <pc:spChg chg="mod">
          <ac:chgData name="Christina Knes" userId="7e9737a164333dbd" providerId="LiveId" clId="{72053980-4108-4AED-A5B7-3290F7F82C69}" dt="2026-06-22T11:00:58.709" v="69" actId="404"/>
          <ac:spMkLst>
            <pc:docMk/>
            <pc:sldMk cId="0" sldId="268"/>
            <ac:spMk id="164" creationId="{00000000-0000-0000-0000-000000000000}"/>
          </ac:spMkLst>
        </pc:spChg>
      </pc:sldChg>
      <pc:sldChg chg="modSp mod modTransition">
        <pc:chgData name="Christina Knes" userId="7e9737a164333dbd" providerId="LiveId" clId="{72053980-4108-4AED-A5B7-3290F7F82C69}" dt="2026-06-22T11:01:10.277" v="71" actId="404"/>
        <pc:sldMkLst>
          <pc:docMk/>
          <pc:sldMk cId="0" sldId="269"/>
        </pc:sldMkLst>
        <pc:spChg chg="mod">
          <ac:chgData name="Christina Knes" userId="7e9737a164333dbd" providerId="LiveId" clId="{72053980-4108-4AED-A5B7-3290F7F82C69}" dt="2026-06-22T11:01:10.277" v="71" actId="404"/>
          <ac:spMkLst>
            <pc:docMk/>
            <pc:sldMk cId="0" sldId="269"/>
            <ac:spMk id="167" creationId="{00000000-0000-0000-0000-000000000000}"/>
          </ac:spMkLst>
        </pc:spChg>
        <pc:spChg chg="mod">
          <ac:chgData name="Christina Knes" userId="7e9737a164333dbd" providerId="LiveId" clId="{72053980-4108-4AED-A5B7-3290F7F82C69}" dt="2026-06-22T11:01:10.277" v="71" actId="404"/>
          <ac:spMkLst>
            <pc:docMk/>
            <pc:sldMk cId="0" sldId="269"/>
            <ac:spMk id="168" creationId="{00000000-0000-0000-0000-000000000000}"/>
          </ac:spMkLst>
        </pc:spChg>
        <pc:spChg chg="mod">
          <ac:chgData name="Christina Knes" userId="7e9737a164333dbd" providerId="LiveId" clId="{72053980-4108-4AED-A5B7-3290F7F82C69}" dt="2026-06-22T11:01:10.277" v="71" actId="404"/>
          <ac:spMkLst>
            <pc:docMk/>
            <pc:sldMk cId="0" sldId="269"/>
            <ac:spMk id="170" creationId="{00000000-0000-0000-0000-000000000000}"/>
          </ac:spMkLst>
        </pc:spChg>
        <pc:spChg chg="mod">
          <ac:chgData name="Christina Knes" userId="7e9737a164333dbd" providerId="LiveId" clId="{72053980-4108-4AED-A5B7-3290F7F82C69}" dt="2026-06-22T11:01:10.277" v="71" actId="404"/>
          <ac:spMkLst>
            <pc:docMk/>
            <pc:sldMk cId="0" sldId="269"/>
            <ac:spMk id="172" creationId="{00000000-0000-0000-0000-000000000000}"/>
          </ac:spMkLst>
        </pc:spChg>
        <pc:spChg chg="mod">
          <ac:chgData name="Christina Knes" userId="7e9737a164333dbd" providerId="LiveId" clId="{72053980-4108-4AED-A5B7-3290F7F82C69}" dt="2026-06-22T11:01:10.277" v="71" actId="404"/>
          <ac:spMkLst>
            <pc:docMk/>
            <pc:sldMk cId="0" sldId="269"/>
            <ac:spMk id="174" creationId="{00000000-0000-0000-0000-000000000000}"/>
          </ac:spMkLst>
        </pc:spChg>
        <pc:spChg chg="mod">
          <ac:chgData name="Christina Knes" userId="7e9737a164333dbd" providerId="LiveId" clId="{72053980-4108-4AED-A5B7-3290F7F82C69}" dt="2026-06-22T11:01:10.277" v="71" actId="404"/>
          <ac:spMkLst>
            <pc:docMk/>
            <pc:sldMk cId="0" sldId="269"/>
            <ac:spMk id="176" creationId="{00000000-0000-0000-0000-000000000000}"/>
          </ac:spMkLst>
        </pc:spChg>
        <pc:spChg chg="mod">
          <ac:chgData name="Christina Knes" userId="7e9737a164333dbd" providerId="LiveId" clId="{72053980-4108-4AED-A5B7-3290F7F82C69}" dt="2026-06-22T11:01:10.277" v="71" actId="404"/>
          <ac:spMkLst>
            <pc:docMk/>
            <pc:sldMk cId="0" sldId="269"/>
            <ac:spMk id="178" creationId="{00000000-0000-0000-0000-000000000000}"/>
          </ac:spMkLst>
        </pc:spChg>
        <pc:spChg chg="mod">
          <ac:chgData name="Christina Knes" userId="7e9737a164333dbd" providerId="LiveId" clId="{72053980-4108-4AED-A5B7-3290F7F82C69}" dt="2026-06-22T11:01:10.277" v="71" actId="404"/>
          <ac:spMkLst>
            <pc:docMk/>
            <pc:sldMk cId="0" sldId="269"/>
            <ac:spMk id="179" creationId="{00000000-0000-0000-0000-000000000000}"/>
          </ac:spMkLst>
        </pc:spChg>
      </pc:sldChg>
      <pc:sldChg chg="modSp mod modTransition">
        <pc:chgData name="Christina Knes" userId="7e9737a164333dbd" providerId="LiveId" clId="{72053980-4108-4AED-A5B7-3290F7F82C69}" dt="2026-06-22T11:02:54.821" v="84" actId="20577"/>
        <pc:sldMkLst>
          <pc:docMk/>
          <pc:sldMk cId="0" sldId="270"/>
        </pc:sldMkLst>
        <pc:spChg chg="mod">
          <ac:chgData name="Christina Knes" userId="7e9737a164333dbd" providerId="LiveId" clId="{72053980-4108-4AED-A5B7-3290F7F82C69}" dt="2026-06-22T11:02:44.208" v="83" actId="120"/>
          <ac:spMkLst>
            <pc:docMk/>
            <pc:sldMk cId="0" sldId="270"/>
            <ac:spMk id="181" creationId="{00000000-0000-0000-0000-000000000000}"/>
          </ac:spMkLst>
        </pc:spChg>
        <pc:spChg chg="mod">
          <ac:chgData name="Christina Knes" userId="7e9737a164333dbd" providerId="LiveId" clId="{72053980-4108-4AED-A5B7-3290F7F82C69}" dt="2026-06-22T11:01:20.568" v="73" actId="404"/>
          <ac:spMkLst>
            <pc:docMk/>
            <pc:sldMk cId="0" sldId="270"/>
            <ac:spMk id="183" creationId="{00000000-0000-0000-0000-000000000000}"/>
          </ac:spMkLst>
        </pc:spChg>
        <pc:spChg chg="mod">
          <ac:chgData name="Christina Knes" userId="7e9737a164333dbd" providerId="LiveId" clId="{72053980-4108-4AED-A5B7-3290F7F82C69}" dt="2026-06-22T11:01:20.568" v="73" actId="404"/>
          <ac:spMkLst>
            <pc:docMk/>
            <pc:sldMk cId="0" sldId="270"/>
            <ac:spMk id="184" creationId="{00000000-0000-0000-0000-000000000000}"/>
          </ac:spMkLst>
        </pc:spChg>
        <pc:spChg chg="mod">
          <ac:chgData name="Christina Knes" userId="7e9737a164333dbd" providerId="LiveId" clId="{72053980-4108-4AED-A5B7-3290F7F82C69}" dt="2026-06-22T11:01:20.568" v="73" actId="404"/>
          <ac:spMkLst>
            <pc:docMk/>
            <pc:sldMk cId="0" sldId="270"/>
            <ac:spMk id="185" creationId="{00000000-0000-0000-0000-000000000000}"/>
          </ac:spMkLst>
        </pc:spChg>
        <pc:spChg chg="mod">
          <ac:chgData name="Christina Knes" userId="7e9737a164333dbd" providerId="LiveId" clId="{72053980-4108-4AED-A5B7-3290F7F82C69}" dt="2026-06-22T11:02:54.821" v="84" actId="20577"/>
          <ac:spMkLst>
            <pc:docMk/>
            <pc:sldMk cId="0" sldId="270"/>
            <ac:spMk id="186" creationId="{00000000-0000-0000-0000-000000000000}"/>
          </ac:spMkLst>
        </pc:spChg>
      </pc:sldChg>
      <pc:sldChg chg="addSp delSp modSp mod modTransition">
        <pc:chgData name="Christina Knes" userId="7e9737a164333dbd" providerId="LiveId" clId="{72053980-4108-4AED-A5B7-3290F7F82C69}" dt="2026-06-22T11:09:38.550" v="92" actId="20577"/>
        <pc:sldMkLst>
          <pc:docMk/>
          <pc:sldMk cId="0" sldId="271"/>
        </pc:sldMkLst>
        <pc:spChg chg="mod">
          <ac:chgData name="Christina Knes" userId="7e9737a164333dbd" providerId="LiveId" clId="{72053980-4108-4AED-A5B7-3290F7F82C69}" dt="2026-06-22T10:23:27.627" v="27"/>
          <ac:spMkLst>
            <pc:docMk/>
            <pc:sldMk cId="0" sldId="271"/>
            <ac:spMk id="3" creationId="{3027A94C-06CD-135E-B6E1-DFC4DE567F22}"/>
          </ac:spMkLst>
        </pc:spChg>
        <pc:spChg chg="mod">
          <ac:chgData name="Christina Knes" userId="7e9737a164333dbd" providerId="LiveId" clId="{72053980-4108-4AED-A5B7-3290F7F82C69}" dt="2026-06-22T10:23:27.627" v="27"/>
          <ac:spMkLst>
            <pc:docMk/>
            <pc:sldMk cId="0" sldId="271"/>
            <ac:spMk id="4" creationId="{67A7DF8D-B50A-3E41-076D-780979C94C54}"/>
          </ac:spMkLst>
        </pc:spChg>
        <pc:spChg chg="add mod">
          <ac:chgData name="Christina Knes" userId="7e9737a164333dbd" providerId="LiveId" clId="{72053980-4108-4AED-A5B7-3290F7F82C69}" dt="2026-06-22T11:09:38.550" v="92" actId="20577"/>
          <ac:spMkLst>
            <pc:docMk/>
            <pc:sldMk cId="0" sldId="271"/>
            <ac:spMk id="5" creationId="{95853635-0A3D-6454-58EF-5E931F1533EB}"/>
          </ac:spMkLst>
        </pc:spChg>
        <pc:spChg chg="mod">
          <ac:chgData name="Christina Knes" userId="7e9737a164333dbd" providerId="LiveId" clId="{72053980-4108-4AED-A5B7-3290F7F82C69}" dt="2026-06-22T11:01:31.695" v="74" actId="2711"/>
          <ac:spMkLst>
            <pc:docMk/>
            <pc:sldMk cId="0" sldId="271"/>
            <ac:spMk id="191" creationId="{00000000-0000-0000-0000-000000000000}"/>
          </ac:spMkLst>
        </pc:spChg>
        <pc:grpChg chg="add mod ord">
          <ac:chgData name="Christina Knes" userId="7e9737a164333dbd" providerId="LiveId" clId="{72053980-4108-4AED-A5B7-3290F7F82C69}" dt="2026-06-22T11:08:44.055" v="87" actId="1076"/>
          <ac:grpSpMkLst>
            <pc:docMk/>
            <pc:sldMk cId="0" sldId="271"/>
            <ac:grpSpMk id="2" creationId="{42D6FD6D-9A10-632D-BF3C-34F4841F1A6A}"/>
          </ac:grpSpMkLst>
        </pc:grpChg>
        <pc:grpChg chg="del">
          <ac:chgData name="Christina Knes" userId="7e9737a164333dbd" providerId="LiveId" clId="{72053980-4108-4AED-A5B7-3290F7F82C69}" dt="2026-06-22T10:23:26.620" v="26" actId="478"/>
          <ac:grpSpMkLst>
            <pc:docMk/>
            <pc:sldMk cId="0" sldId="271"/>
            <ac:grpSpMk id="187" creationId="{00000000-0000-0000-0000-000000000000}"/>
          </ac:grpSpMkLst>
        </pc:grpChg>
      </pc:sldChg>
      <pc:sldChg chg="del modTransition">
        <pc:chgData name="Christina Knes" userId="7e9737a164333dbd" providerId="LiveId" clId="{72053980-4108-4AED-A5B7-3290F7F82C69}" dt="2026-06-22T10:21:50.419" v="11" actId="47"/>
        <pc:sldMkLst>
          <pc:docMk/>
          <pc:sldMk cId="0" sldId="272"/>
        </pc:sldMkLst>
      </pc:sldChg>
      <pc:sldChg chg="new del">
        <pc:chgData name="Christina Knes" userId="7e9737a164333dbd" providerId="LiveId" clId="{72053980-4108-4AED-A5B7-3290F7F82C69}" dt="2026-06-22T10:22:03.372" v="23" actId="47"/>
        <pc:sldMkLst>
          <pc:docMk/>
          <pc:sldMk cId="179082191" sldId="272"/>
        </pc:sldMkLst>
      </pc:sldChg>
      <pc:sldChg chg="new del">
        <pc:chgData name="Christina Knes" userId="7e9737a164333dbd" providerId="LiveId" clId="{72053980-4108-4AED-A5B7-3290F7F82C69}" dt="2026-06-22T10:22:15.295" v="25" actId="47"/>
        <pc:sldMkLst>
          <pc:docMk/>
          <pc:sldMk cId="3327258009" sldId="272"/>
        </pc:sldMkLst>
      </pc:sldChg>
      <pc:sldChg chg="del modTransition">
        <pc:chgData name="Christina Knes" userId="7e9737a164333dbd" providerId="LiveId" clId="{72053980-4108-4AED-A5B7-3290F7F82C69}" dt="2026-06-22T10:21:51.207" v="12" actId="47"/>
        <pc:sldMkLst>
          <pc:docMk/>
          <pc:sldMk cId="0" sldId="273"/>
        </pc:sldMkLst>
      </pc:sldChg>
      <pc:sldChg chg="del modTransition">
        <pc:chgData name="Christina Knes" userId="7e9737a164333dbd" providerId="LiveId" clId="{72053980-4108-4AED-A5B7-3290F7F82C69}" dt="2026-06-22T10:21:51.986" v="13" actId="47"/>
        <pc:sldMkLst>
          <pc:docMk/>
          <pc:sldMk cId="0" sldId="274"/>
        </pc:sldMkLst>
      </pc:sldChg>
      <pc:sldChg chg="del modTransition">
        <pc:chgData name="Christina Knes" userId="7e9737a164333dbd" providerId="LiveId" clId="{72053980-4108-4AED-A5B7-3290F7F82C69}" dt="2026-06-22T10:21:52.732" v="14" actId="47"/>
        <pc:sldMkLst>
          <pc:docMk/>
          <pc:sldMk cId="0" sldId="275"/>
        </pc:sldMkLst>
      </pc:sldChg>
      <pc:sldChg chg="del modTransition">
        <pc:chgData name="Christina Knes" userId="7e9737a164333dbd" providerId="LiveId" clId="{72053980-4108-4AED-A5B7-3290F7F82C69}" dt="2026-06-22T10:21:53.364" v="15" actId="47"/>
        <pc:sldMkLst>
          <pc:docMk/>
          <pc:sldMk cId="0" sldId="276"/>
        </pc:sldMkLst>
      </pc:sldChg>
      <pc:sldChg chg="del modTransition">
        <pc:chgData name="Christina Knes" userId="7e9737a164333dbd" providerId="LiveId" clId="{72053980-4108-4AED-A5B7-3290F7F82C69}" dt="2026-06-22T10:21:53.973" v="16" actId="47"/>
        <pc:sldMkLst>
          <pc:docMk/>
          <pc:sldMk cId="0" sldId="277"/>
        </pc:sldMkLst>
      </pc:sldChg>
      <pc:sldChg chg="del modTransition">
        <pc:chgData name="Christina Knes" userId="7e9737a164333dbd" providerId="LiveId" clId="{72053980-4108-4AED-A5B7-3290F7F82C69}" dt="2026-06-22T10:21:54.585" v="17" actId="47"/>
        <pc:sldMkLst>
          <pc:docMk/>
          <pc:sldMk cId="0" sldId="278"/>
        </pc:sldMkLst>
      </pc:sldChg>
      <pc:sldChg chg="del modTransition">
        <pc:chgData name="Christina Knes" userId="7e9737a164333dbd" providerId="LiveId" clId="{72053980-4108-4AED-A5B7-3290F7F82C69}" dt="2026-06-22T10:21:55.193" v="18" actId="47"/>
        <pc:sldMkLst>
          <pc:docMk/>
          <pc:sldMk cId="0" sldId="279"/>
        </pc:sldMkLst>
      </pc:sldChg>
      <pc:sldChg chg="del modTransition">
        <pc:chgData name="Christina Knes" userId="7e9737a164333dbd" providerId="LiveId" clId="{72053980-4108-4AED-A5B7-3290F7F82C69}" dt="2026-06-22T10:21:55.816" v="19" actId="47"/>
        <pc:sldMkLst>
          <pc:docMk/>
          <pc:sldMk cId="0" sldId="280"/>
        </pc:sldMkLst>
      </pc:sldChg>
      <pc:sldChg chg="del modTransition">
        <pc:chgData name="Christina Knes" userId="7e9737a164333dbd" providerId="LiveId" clId="{72053980-4108-4AED-A5B7-3290F7F82C69}" dt="2026-06-22T10:21:56.185" v="20" actId="47"/>
        <pc:sldMkLst>
          <pc:docMk/>
          <pc:sldMk cId="0" sldId="281"/>
        </pc:sldMkLst>
      </pc:sldChg>
      <pc:sldChg chg="del modTransition">
        <pc:chgData name="Christina Knes" userId="7e9737a164333dbd" providerId="LiveId" clId="{72053980-4108-4AED-A5B7-3290F7F82C69}" dt="2026-06-22T10:21:56.787" v="21" actId="47"/>
        <pc:sldMkLst>
          <pc:docMk/>
          <pc:sldMk cId="0" sldId="282"/>
        </pc:sldMkLst>
      </pc:sldChg>
      <pc:sldMasterChg chg="modTransition modSldLayout">
        <pc:chgData name="Christina Knes" userId="7e9737a164333dbd" providerId="LiveId" clId="{72053980-4108-4AED-A5B7-3290F7F82C69}" dt="2026-06-22T10:20:26.343" v="6"/>
        <pc:sldMasterMkLst>
          <pc:docMk/>
          <pc:sldMasterMk cId="0" sldId="2147483648"/>
        </pc:sldMasterMkLst>
        <pc:sldLayoutChg chg="modTransition">
          <pc:chgData name="Christina Knes" userId="7e9737a164333dbd" providerId="LiveId" clId="{72053980-4108-4AED-A5B7-3290F7F82C69}" dt="2026-06-22T10:20:26.343" v="6"/>
          <pc:sldLayoutMkLst>
            <pc:docMk/>
            <pc:sldMasterMk cId="0" sldId="2147483648"/>
            <pc:sldLayoutMk cId="0" sldId="2147483649"/>
          </pc:sldLayoutMkLst>
        </pc:sldLayoutChg>
      </pc:sldMasterChg>
      <pc:sldMasterChg chg="del delSldLayout">
        <pc:chgData name="Christina Knes" userId="7e9737a164333dbd" providerId="LiveId" clId="{72053980-4108-4AED-A5B7-3290F7F82C69}" dt="2026-06-22T10:19:48.815" v="3"/>
        <pc:sldMasterMkLst>
          <pc:docMk/>
          <pc:sldMasterMk cId="0" sldId="2147483650"/>
        </pc:sldMasterMkLst>
        <pc:sldLayoutChg chg="del">
          <pc:chgData name="Christina Knes" userId="7e9737a164333dbd" providerId="LiveId" clId="{72053980-4108-4AED-A5B7-3290F7F82C69}" dt="2026-06-22T10:19:48.815" v="3"/>
          <pc:sldLayoutMkLst>
            <pc:docMk/>
            <pc:sldMasterMk cId="0" sldId="2147483650"/>
            <pc:sldLayoutMk cId="0" sldId="2147483651"/>
          </pc:sldLayoutMkLst>
        </pc:sldLayoutChg>
      </pc:sldMasterChg>
      <pc:sldMasterChg chg="del delSldLayout">
        <pc:chgData name="Christina Knes" userId="7e9737a164333dbd" providerId="LiveId" clId="{72053980-4108-4AED-A5B7-3290F7F82C69}" dt="2026-06-22T10:19:48.815" v="3"/>
        <pc:sldMasterMkLst>
          <pc:docMk/>
          <pc:sldMasterMk cId="0" sldId="2147483652"/>
        </pc:sldMasterMkLst>
        <pc:sldLayoutChg chg="del">
          <pc:chgData name="Christina Knes" userId="7e9737a164333dbd" providerId="LiveId" clId="{72053980-4108-4AED-A5B7-3290F7F82C69}" dt="2026-06-22T10:19:48.815" v="3"/>
          <pc:sldLayoutMkLst>
            <pc:docMk/>
            <pc:sldMasterMk cId="0" sldId="2147483652"/>
            <pc:sldLayoutMk cId="0" sldId="2147483653"/>
          </pc:sldLayoutMkLst>
        </pc:sldLayoutChg>
      </pc:sldMasterChg>
      <pc:sldMasterChg chg="del delSldLayout">
        <pc:chgData name="Christina Knes" userId="7e9737a164333dbd" providerId="LiveId" clId="{72053980-4108-4AED-A5B7-3290F7F82C69}" dt="2026-06-22T10:19:48.815" v="3"/>
        <pc:sldMasterMkLst>
          <pc:docMk/>
          <pc:sldMasterMk cId="0" sldId="2147483654"/>
        </pc:sldMasterMkLst>
        <pc:sldLayoutChg chg="del">
          <pc:chgData name="Christina Knes" userId="7e9737a164333dbd" providerId="LiveId" clId="{72053980-4108-4AED-A5B7-3290F7F82C69}" dt="2026-06-22T10:19:48.815" v="3"/>
          <pc:sldLayoutMkLst>
            <pc:docMk/>
            <pc:sldMasterMk cId="0" sldId="2147483654"/>
            <pc:sldLayoutMk cId="0" sldId="2147483655"/>
          </pc:sldLayoutMkLst>
        </pc:sldLayoutChg>
      </pc:sldMasterChg>
      <pc:sldMasterChg chg="del delSldLayout">
        <pc:chgData name="Christina Knes" userId="7e9737a164333dbd" providerId="LiveId" clId="{72053980-4108-4AED-A5B7-3290F7F82C69}" dt="2026-06-22T10:19:48.815" v="3"/>
        <pc:sldMasterMkLst>
          <pc:docMk/>
          <pc:sldMasterMk cId="0" sldId="2147483656"/>
        </pc:sldMasterMkLst>
        <pc:sldLayoutChg chg="del">
          <pc:chgData name="Christina Knes" userId="7e9737a164333dbd" providerId="LiveId" clId="{72053980-4108-4AED-A5B7-3290F7F82C69}" dt="2026-06-22T10:19:48.815" v="3"/>
          <pc:sldLayoutMkLst>
            <pc:docMk/>
            <pc:sldMasterMk cId="0" sldId="2147483656"/>
            <pc:sldLayoutMk cId="0" sldId="2147483657"/>
          </pc:sldLayoutMkLst>
        </pc:sldLayoutChg>
      </pc:sldMasterChg>
      <pc:sldMasterChg chg="del delSldLayout">
        <pc:chgData name="Christina Knes" userId="7e9737a164333dbd" providerId="LiveId" clId="{72053980-4108-4AED-A5B7-3290F7F82C69}" dt="2026-06-22T10:19:48.815" v="3"/>
        <pc:sldMasterMkLst>
          <pc:docMk/>
          <pc:sldMasterMk cId="0" sldId="2147483658"/>
        </pc:sldMasterMkLst>
        <pc:sldLayoutChg chg="del">
          <pc:chgData name="Christina Knes" userId="7e9737a164333dbd" providerId="LiveId" clId="{72053980-4108-4AED-A5B7-3290F7F82C69}" dt="2026-06-22T10:19:48.815" v="3"/>
          <pc:sldLayoutMkLst>
            <pc:docMk/>
            <pc:sldMasterMk cId="0" sldId="2147483658"/>
            <pc:sldLayoutMk cId="0" sldId="2147483659"/>
          </pc:sldLayoutMkLst>
        </pc:sldLayoutChg>
      </pc:sldMasterChg>
      <pc:sldMasterChg chg="del delSldLayout">
        <pc:chgData name="Christina Knes" userId="7e9737a164333dbd" providerId="LiveId" clId="{72053980-4108-4AED-A5B7-3290F7F82C69}" dt="2026-06-22T10:19:48.815" v="3"/>
        <pc:sldMasterMkLst>
          <pc:docMk/>
          <pc:sldMasterMk cId="0" sldId="2147483660"/>
        </pc:sldMasterMkLst>
        <pc:sldLayoutChg chg="del">
          <pc:chgData name="Christina Knes" userId="7e9737a164333dbd" providerId="LiveId" clId="{72053980-4108-4AED-A5B7-3290F7F82C69}" dt="2026-06-22T10:19:48.815" v="3"/>
          <pc:sldLayoutMkLst>
            <pc:docMk/>
            <pc:sldMasterMk cId="0" sldId="2147483660"/>
            <pc:sldLayoutMk cId="0" sldId="2147483661"/>
          </pc:sldLayoutMkLst>
        </pc:sldLayoutChg>
      </pc:sldMasterChg>
      <pc:sldMasterChg chg="del delSldLayout">
        <pc:chgData name="Christina Knes" userId="7e9737a164333dbd" providerId="LiveId" clId="{72053980-4108-4AED-A5B7-3290F7F82C69}" dt="2026-06-22T10:19:48.815" v="3"/>
        <pc:sldMasterMkLst>
          <pc:docMk/>
          <pc:sldMasterMk cId="0" sldId="2147483662"/>
        </pc:sldMasterMkLst>
        <pc:sldLayoutChg chg="del">
          <pc:chgData name="Christina Knes" userId="7e9737a164333dbd" providerId="LiveId" clId="{72053980-4108-4AED-A5B7-3290F7F82C69}" dt="2026-06-22T10:19:48.815" v="3"/>
          <pc:sldLayoutMkLst>
            <pc:docMk/>
            <pc:sldMasterMk cId="0" sldId="2147483662"/>
            <pc:sldLayoutMk cId="0" sldId="2147483663"/>
          </pc:sldLayoutMkLst>
        </pc:sldLayoutChg>
      </pc:sldMasterChg>
      <pc:sldMasterChg chg="modTransition modSldLayout">
        <pc:chgData name="Christina Knes" userId="7e9737a164333dbd" providerId="LiveId" clId="{72053980-4108-4AED-A5B7-3290F7F82C69}" dt="2026-06-22T10:20:26.343" v="6"/>
        <pc:sldMasterMkLst>
          <pc:docMk/>
          <pc:sldMasterMk cId="0" sldId="2147483664"/>
        </pc:sldMasterMkLst>
        <pc:sldLayoutChg chg="modTransition">
          <pc:chgData name="Christina Knes" userId="7e9737a164333dbd" providerId="LiveId" clId="{72053980-4108-4AED-A5B7-3290F7F82C69}" dt="2026-06-22T10:20:26.343" v="6"/>
          <pc:sldLayoutMkLst>
            <pc:docMk/>
            <pc:sldMasterMk cId="0" sldId="2147483664"/>
            <pc:sldLayoutMk cId="0" sldId="2147483665"/>
          </pc:sldLayoutMkLst>
        </pc:sldLayoutChg>
      </pc:sldMasterChg>
      <pc:sldMasterChg chg="del delSldLayout">
        <pc:chgData name="Christina Knes" userId="7e9737a164333dbd" providerId="LiveId" clId="{72053980-4108-4AED-A5B7-3290F7F82C69}" dt="2026-06-22T10:19:48.815" v="3"/>
        <pc:sldMasterMkLst>
          <pc:docMk/>
          <pc:sldMasterMk cId="0" sldId="2147483666"/>
        </pc:sldMasterMkLst>
        <pc:sldLayoutChg chg="del">
          <pc:chgData name="Christina Knes" userId="7e9737a164333dbd" providerId="LiveId" clId="{72053980-4108-4AED-A5B7-3290F7F82C69}" dt="2026-06-22T10:19:48.815" v="3"/>
          <pc:sldLayoutMkLst>
            <pc:docMk/>
            <pc:sldMasterMk cId="0" sldId="2147483666"/>
            <pc:sldLayoutMk cId="0" sldId="2147483667"/>
          </pc:sldLayoutMkLst>
        </pc:sldLayoutChg>
      </pc:sldMasterChg>
      <pc:sldMasterChg chg="del delSldLayout">
        <pc:chgData name="Christina Knes" userId="7e9737a164333dbd" providerId="LiveId" clId="{72053980-4108-4AED-A5B7-3290F7F82C69}" dt="2026-06-22T10:19:48.815" v="3"/>
        <pc:sldMasterMkLst>
          <pc:docMk/>
          <pc:sldMasterMk cId="0" sldId="2147483668"/>
        </pc:sldMasterMkLst>
        <pc:sldLayoutChg chg="del">
          <pc:chgData name="Christina Knes" userId="7e9737a164333dbd" providerId="LiveId" clId="{72053980-4108-4AED-A5B7-3290F7F82C69}" dt="2026-06-22T10:19:48.815" v="3"/>
          <pc:sldLayoutMkLst>
            <pc:docMk/>
            <pc:sldMasterMk cId="0" sldId="2147483668"/>
            <pc:sldLayoutMk cId="0" sldId="2147483669"/>
          </pc:sldLayoutMkLst>
        </pc:sldLayoutChg>
      </pc:sldMasterChg>
      <pc:sldMasterChg chg="modTransition modSldLayout">
        <pc:chgData name="Christina Knes" userId="7e9737a164333dbd" providerId="LiveId" clId="{72053980-4108-4AED-A5B7-3290F7F82C69}" dt="2026-06-22T10:20:26.343" v="6"/>
        <pc:sldMasterMkLst>
          <pc:docMk/>
          <pc:sldMasterMk cId="0" sldId="2147483670"/>
        </pc:sldMasterMkLst>
        <pc:sldLayoutChg chg="modTransition">
          <pc:chgData name="Christina Knes" userId="7e9737a164333dbd" providerId="LiveId" clId="{72053980-4108-4AED-A5B7-3290F7F82C69}" dt="2026-06-22T10:20:26.343" v="6"/>
          <pc:sldLayoutMkLst>
            <pc:docMk/>
            <pc:sldMasterMk cId="0" sldId="2147483670"/>
            <pc:sldLayoutMk cId="0" sldId="2147483671"/>
          </pc:sldLayoutMkLst>
        </pc:sldLayoutChg>
      </pc:sldMasterChg>
      <pc:sldMasterChg chg="modTransition modSldLayout">
        <pc:chgData name="Christina Knes" userId="7e9737a164333dbd" providerId="LiveId" clId="{72053980-4108-4AED-A5B7-3290F7F82C69}" dt="2026-06-22T10:20:26.343" v="6"/>
        <pc:sldMasterMkLst>
          <pc:docMk/>
          <pc:sldMasterMk cId="0" sldId="2147483672"/>
        </pc:sldMasterMkLst>
        <pc:sldLayoutChg chg="modTransition">
          <pc:chgData name="Christina Knes" userId="7e9737a164333dbd" providerId="LiveId" clId="{72053980-4108-4AED-A5B7-3290F7F82C69}" dt="2026-06-22T10:20:26.343" v="6"/>
          <pc:sldLayoutMkLst>
            <pc:docMk/>
            <pc:sldMasterMk cId="0" sldId="2147483672"/>
            <pc:sldLayoutMk cId="0" sldId="214748367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9"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strike="noStrike" spc="-1">
                <a:solidFill>
                  <a:schemeClr val="dk1"/>
                </a:solidFill>
                <a:latin typeface="Calibri"/>
              </a:rPr>
              <a:t>Folie mittels Klicken verschieben</a:t>
            </a:r>
          </a:p>
        </p:txBody>
      </p:sp>
      <p:sp>
        <p:nvSpPr>
          <p:cNvPr id="80"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AT" sz="2000" b="0" strike="noStrike" spc="-1">
                <a:solidFill>
                  <a:srgbClr val="000000"/>
                </a:solidFill>
                <a:latin typeface="Arial"/>
              </a:rPr>
              <a:t>Format der Notizen mittels Klicken bearbeiten</a:t>
            </a:r>
          </a:p>
        </p:txBody>
      </p:sp>
      <p:sp>
        <p:nvSpPr>
          <p:cNvPr id="81"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AT" sz="1400" b="0" strike="noStrike" spc="-1">
                <a:solidFill>
                  <a:srgbClr val="000000"/>
                </a:solidFill>
                <a:latin typeface="Times New Roman"/>
              </a:rPr>
              <a:t>&lt;Kopfzeile&gt;</a:t>
            </a:r>
          </a:p>
        </p:txBody>
      </p:sp>
      <p:sp>
        <p:nvSpPr>
          <p:cNvPr id="82" name="PlaceHolder 4"/>
          <p:cNvSpPr>
            <a:spLocks noGrp="1"/>
          </p:cNvSpPr>
          <p:nvPr>
            <p:ph type="dt" idx="40"/>
          </p:nvPr>
        </p:nvSpPr>
        <p:spPr>
          <a:xfrm>
            <a:off x="4278960" y="0"/>
            <a:ext cx="3280680" cy="534240"/>
          </a:xfrm>
          <a:prstGeom prst="rect">
            <a:avLst/>
          </a:prstGeom>
          <a:noFill/>
          <a:ln w="0">
            <a:noFill/>
          </a:ln>
        </p:spPr>
        <p:txBody>
          <a:bodyPr lIns="0" tIns="0" rIns="0" bIns="0" anchor="t">
            <a:noAutofit/>
          </a:bodyPr>
          <a:lstStyle>
            <a:lvl1pPr indent="0" algn="r">
              <a:buNone/>
              <a:defRPr lang="de-AT" sz="1400" b="0" strike="noStrike" spc="-1">
                <a:solidFill>
                  <a:srgbClr val="000000"/>
                </a:solidFill>
                <a:latin typeface="Times New Roman"/>
              </a:defRPr>
            </a:lvl1pPr>
          </a:lstStyle>
          <a:p>
            <a:pPr indent="0" algn="r">
              <a:buNone/>
            </a:pPr>
            <a:r>
              <a:rPr lang="de-AT" sz="1400" b="0" strike="noStrike" spc="-1">
                <a:solidFill>
                  <a:srgbClr val="000000"/>
                </a:solidFill>
                <a:latin typeface="Times New Roman"/>
              </a:rPr>
              <a:t>&lt;Datum/Uhrzeit&gt;</a:t>
            </a:r>
          </a:p>
        </p:txBody>
      </p:sp>
      <p:sp>
        <p:nvSpPr>
          <p:cNvPr id="83" name="PlaceHolder 5"/>
          <p:cNvSpPr>
            <a:spLocks noGrp="1"/>
          </p:cNvSpPr>
          <p:nvPr>
            <p:ph type="ftr" idx="41"/>
          </p:nvPr>
        </p:nvSpPr>
        <p:spPr>
          <a:xfrm>
            <a:off x="0" y="10157400"/>
            <a:ext cx="3280680" cy="534240"/>
          </a:xfrm>
          <a:prstGeom prst="rect">
            <a:avLst/>
          </a:prstGeom>
          <a:noFill/>
          <a:ln w="0">
            <a:noFill/>
          </a:ln>
        </p:spPr>
        <p:txBody>
          <a:bodyPr lIns="0" tIns="0" rIns="0" bIns="0" anchor="b">
            <a:noAutofit/>
          </a:bodyPr>
          <a:lstStyle>
            <a:lvl1pPr indent="0">
              <a:buNone/>
              <a:defRPr lang="de-AT" sz="1400" b="0" strike="noStrike" spc="-1">
                <a:solidFill>
                  <a:srgbClr val="000000"/>
                </a:solidFill>
                <a:latin typeface="Times New Roman"/>
              </a:defRPr>
            </a:lvl1pPr>
          </a:lstStyle>
          <a:p>
            <a:pPr indent="0">
              <a:buNone/>
            </a:pPr>
            <a:r>
              <a:rPr lang="de-AT" sz="1400" b="0" strike="noStrike" spc="-1">
                <a:solidFill>
                  <a:srgbClr val="000000"/>
                </a:solidFill>
                <a:latin typeface="Times New Roman"/>
              </a:rPr>
              <a:t>&lt;Fußzeile&gt;</a:t>
            </a:r>
          </a:p>
        </p:txBody>
      </p:sp>
      <p:sp>
        <p:nvSpPr>
          <p:cNvPr id="84" name="PlaceHolder 6"/>
          <p:cNvSpPr>
            <a:spLocks noGrp="1"/>
          </p:cNvSpPr>
          <p:nvPr>
            <p:ph type="sldNum" idx="42"/>
          </p:nvPr>
        </p:nvSpPr>
        <p:spPr>
          <a:xfrm>
            <a:off x="4278960" y="10157400"/>
            <a:ext cx="3280680" cy="534240"/>
          </a:xfrm>
          <a:prstGeom prst="rect">
            <a:avLst/>
          </a:prstGeom>
          <a:noFill/>
          <a:ln w="0">
            <a:noFill/>
          </a:ln>
        </p:spPr>
        <p:txBody>
          <a:bodyPr lIns="0" tIns="0" rIns="0" bIns="0" anchor="b">
            <a:noAutofit/>
          </a:bodyPr>
          <a:lstStyle>
            <a:lvl1pPr indent="0" algn="r">
              <a:buNone/>
              <a:defRPr lang="de-AT" sz="1400" b="0" strike="noStrike" spc="-1">
                <a:solidFill>
                  <a:srgbClr val="000000"/>
                </a:solidFill>
                <a:latin typeface="Times New Roman"/>
              </a:defRPr>
            </a:lvl1pPr>
          </a:lstStyle>
          <a:p>
            <a:pPr indent="0" algn="r">
              <a:buNone/>
            </a:pPr>
            <a:fld id="{CFDE2D6C-6BD2-4A76-91E9-DF542D418CB6}" type="slidenum">
              <a:rPr lang="de-AT" sz="1400" b="0" strike="noStrike" spc="-1">
                <a:solidFill>
                  <a:srgbClr val="000000"/>
                </a:solidFill>
                <a:latin typeface="Times New Roman"/>
              </a:rPr>
              <a:t>‹Nr.›</a:t>
            </a:fld>
            <a:endParaRPr lang="de-AT"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noRot="1" noChangeAspect="1"/>
          </p:cNvSpPr>
          <p:nvPr>
            <p:ph type="sldImg"/>
          </p:nvPr>
        </p:nvSpPr>
        <p:spPr>
          <a:xfrm>
            <a:off x="685800" y="1143000"/>
            <a:ext cx="5486040" cy="3085920"/>
          </a:xfrm>
          <a:prstGeom prst="rect">
            <a:avLst/>
          </a:prstGeom>
          <a:ln w="0">
            <a:noFill/>
          </a:ln>
        </p:spPr>
      </p:sp>
      <p:sp>
        <p:nvSpPr>
          <p:cNvPr id="20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de-AT" sz="1800" b="0" strike="noStrike" spc="-1">
              <a:solidFill>
                <a:srgbClr val="000000"/>
              </a:solidFill>
              <a:latin typeface="Arial"/>
            </a:endParaRPr>
          </a:p>
        </p:txBody>
      </p:sp>
      <p:sp>
        <p:nvSpPr>
          <p:cNvPr id="210" name="PlaceHolder 3"/>
          <p:cNvSpPr>
            <a:spLocks noGrp="1"/>
          </p:cNvSpPr>
          <p:nvPr>
            <p:ph type="sldNum" idx="4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6A39BFC6-82B9-4046-A7B9-FDB9E6DDF08B}" type="slidenum">
              <a:rPr lang="de-AT" sz="1200" b="0" strike="noStrike" spc="-1">
                <a:solidFill>
                  <a:srgbClr val="000000"/>
                </a:solidFill>
                <a:latin typeface="Times New Roman"/>
              </a:rPr>
              <a:t>1</a:t>
            </a:fld>
            <a:endParaRPr lang="de-AT"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PlaceHolder 1"/>
          <p:cNvSpPr>
            <a:spLocks noGrp="1" noRot="1" noChangeAspect="1"/>
          </p:cNvSpPr>
          <p:nvPr>
            <p:ph type="sldImg"/>
          </p:nvPr>
        </p:nvSpPr>
        <p:spPr>
          <a:xfrm>
            <a:off x="-360" y="812160"/>
            <a:ext cx="720" cy="720"/>
          </a:xfrm>
          <a:prstGeom prst="rect">
            <a:avLst/>
          </a:prstGeom>
          <a:ln w="0">
            <a:noFill/>
          </a:ln>
        </p:spPr>
      </p:sp>
      <p:sp>
        <p:nvSpPr>
          <p:cNvPr id="215"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15000"/>
              </a:lnSpc>
              <a:spcBef>
                <a:spcPts val="1199"/>
              </a:spcBef>
              <a:buNone/>
              <a:tabLst>
                <a:tab pos="0" algn="l"/>
              </a:tabLst>
            </a:pPr>
            <a:r>
              <a:rPr lang="en-US" sz="1500" b="0" strike="noStrike" spc="-1">
                <a:solidFill>
                  <a:schemeClr val="dk1"/>
                </a:solidFill>
                <a:latin typeface="Arial"/>
              </a:rPr>
              <a:t>The question of </a:t>
            </a:r>
            <a:r>
              <a:rPr lang="en-US" sz="1500" b="0" i="1" strike="noStrike" spc="-1">
                <a:solidFill>
                  <a:schemeClr val="dk1"/>
                </a:solidFill>
                <a:latin typeface="Arial"/>
              </a:rPr>
              <a:t>the enhancement of student learning</a:t>
            </a:r>
            <a:r>
              <a:rPr lang="en-US" sz="1500" b="0" strike="noStrike" spc="-1">
                <a:solidFill>
                  <a:schemeClr val="dk1"/>
                </a:solidFill>
                <a:latin typeface="Arial"/>
              </a:rPr>
              <a:t> is relevant because:</a:t>
            </a:r>
            <a:endParaRPr lang="de-AT" sz="1500" b="0" strike="noStrike" spc="-1">
              <a:solidFill>
                <a:srgbClr val="000000"/>
              </a:solidFill>
              <a:latin typeface="Arial"/>
            </a:endParaRPr>
          </a:p>
          <a:p>
            <a:pPr marL="457200" indent="-324000">
              <a:lnSpc>
                <a:spcPct val="115000"/>
              </a:lnSpc>
              <a:spcBef>
                <a:spcPts val="1199"/>
              </a:spcBef>
              <a:buClr>
                <a:srgbClr val="000000"/>
              </a:buClr>
              <a:buFont typeface="Wingdings" charset="2"/>
              <a:buChar char=""/>
              <a:tabLst>
                <a:tab pos="0" algn="l"/>
              </a:tabLst>
            </a:pPr>
            <a:r>
              <a:rPr lang="en-US" sz="1500" b="0" strike="noStrike" spc="-1">
                <a:solidFill>
                  <a:schemeClr val="dk1"/>
                </a:solidFill>
                <a:latin typeface="Arial"/>
              </a:rPr>
              <a:t>ChatGPT entered educational settings very quickly</a:t>
            </a:r>
            <a:endParaRPr lang="de-AT" sz="1500" b="0" strike="noStrike" spc="-1">
              <a:solidFill>
                <a:srgbClr val="000000"/>
              </a:solidFill>
              <a:latin typeface="Arial"/>
            </a:endParaRPr>
          </a:p>
          <a:p>
            <a:pPr marL="457200" indent="-324000">
              <a:lnSpc>
                <a:spcPct val="115000"/>
              </a:lnSpc>
              <a:buClr>
                <a:srgbClr val="000000"/>
              </a:buClr>
              <a:buFont typeface="Wingdings" charset="2"/>
              <a:buChar char=""/>
              <a:tabLst>
                <a:tab pos="0" algn="l"/>
              </a:tabLst>
            </a:pPr>
            <a:r>
              <a:rPr lang="en-US" sz="1500" b="0" strike="noStrike" spc="-1">
                <a:solidFill>
                  <a:schemeClr val="dk1"/>
                </a:solidFill>
                <a:latin typeface="Arial"/>
              </a:rPr>
              <a:t>Students already use it: for explanations, brainstorming, writing support, feedback, coding help, and exam preparation</a:t>
            </a:r>
            <a:endParaRPr lang="de-AT" sz="1500" b="0" strike="noStrike" spc="-1">
              <a:solidFill>
                <a:srgbClr val="000000"/>
              </a:solidFill>
              <a:latin typeface="Arial"/>
            </a:endParaRPr>
          </a:p>
          <a:p>
            <a:pPr marL="457200" indent="-324000">
              <a:lnSpc>
                <a:spcPct val="115000"/>
              </a:lnSpc>
              <a:buClr>
                <a:srgbClr val="000000"/>
              </a:buClr>
              <a:buFont typeface="Wingdings" charset="2"/>
              <a:buChar char=""/>
              <a:tabLst>
                <a:tab pos="0" algn="l"/>
              </a:tabLst>
            </a:pPr>
            <a:r>
              <a:rPr lang="en-US" sz="1500" b="0" strike="noStrike" spc="-1">
                <a:solidFill>
                  <a:schemeClr val="dk1"/>
                </a:solidFill>
                <a:latin typeface="Arial"/>
              </a:rPr>
              <a:t>Teachers and institutions: </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“How to deal with it?” </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Is it a useful learning tool? </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Does it support deeper understanding? </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Does it mainly reduce effort and create risks such as overreliance?</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The meta-analysis tries to move beyond opinions and perceptions. </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early studies on ChatGPT asked:</a:t>
            </a:r>
            <a:endParaRPr lang="de-AT" sz="1500" b="0" strike="noStrike" spc="-1">
              <a:solidFill>
                <a:srgbClr val="000000"/>
              </a:solidFill>
              <a:latin typeface="Arial"/>
            </a:endParaRPr>
          </a:p>
          <a:p>
            <a:pPr marL="457200" indent="-324000">
              <a:lnSpc>
                <a:spcPct val="115000"/>
              </a:lnSpc>
              <a:spcBef>
                <a:spcPts val="1199"/>
              </a:spcBef>
              <a:buClr>
                <a:srgbClr val="000000"/>
              </a:buClr>
              <a:buFont typeface="Wingdings" charset="2"/>
              <a:buChar char=""/>
              <a:tabLst>
                <a:tab pos="0" algn="l"/>
              </a:tabLst>
            </a:pPr>
            <a:r>
              <a:rPr lang="en-US" sz="1500" b="0" strike="noStrike" spc="-1">
                <a:solidFill>
                  <a:schemeClr val="dk1"/>
                </a:solidFill>
                <a:latin typeface="Arial"/>
              </a:rPr>
              <a:t> liked the tool, </a:t>
            </a:r>
            <a:endParaRPr lang="de-AT" sz="1500" b="0" strike="noStrike" spc="-1">
              <a:solidFill>
                <a:srgbClr val="000000"/>
              </a:solidFill>
              <a:latin typeface="Arial"/>
            </a:endParaRPr>
          </a:p>
          <a:p>
            <a:pPr marL="457200" indent="-324000">
              <a:lnSpc>
                <a:spcPct val="115000"/>
              </a:lnSpc>
              <a:buClr>
                <a:srgbClr val="000000"/>
              </a:buClr>
              <a:buFont typeface="Wingdings" charset="2"/>
              <a:buChar char=""/>
              <a:tabLst>
                <a:tab pos="0" algn="l"/>
              </a:tabLst>
            </a:pPr>
            <a:r>
              <a:rPr lang="en-US" sz="1500" b="0" strike="noStrike" spc="-1">
                <a:solidFill>
                  <a:schemeClr val="dk1"/>
                </a:solidFill>
                <a:latin typeface="Arial"/>
              </a:rPr>
              <a:t>found it helpful, </a:t>
            </a:r>
            <a:endParaRPr lang="de-AT" sz="1500" b="0" strike="noStrike" spc="-1">
              <a:solidFill>
                <a:srgbClr val="000000"/>
              </a:solidFill>
              <a:latin typeface="Arial"/>
            </a:endParaRPr>
          </a:p>
          <a:p>
            <a:pPr marL="457200" indent="-324000">
              <a:lnSpc>
                <a:spcPct val="115000"/>
              </a:lnSpc>
              <a:buClr>
                <a:srgbClr val="000000"/>
              </a:buClr>
              <a:buFont typeface="Wingdings" charset="2"/>
              <a:buChar char=""/>
              <a:tabLst>
                <a:tab pos="0" algn="l"/>
              </a:tabLst>
            </a:pPr>
            <a:r>
              <a:rPr lang="en-US" sz="1500" b="0" strike="noStrike" spc="-1">
                <a:solidFill>
                  <a:schemeClr val="dk1"/>
                </a:solidFill>
                <a:latin typeface="Arial"/>
              </a:rPr>
              <a:t>whether they intended to use it</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1" strike="noStrike" spc="-1">
                <a:solidFill>
                  <a:schemeClr val="dk1"/>
                </a:solidFill>
                <a:latin typeface="Arial"/>
              </a:rPr>
              <a:t>interesting, but NOT tell us if ChatGPT causes better learning</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focus on experimental and quasi-experimental studies</a:t>
            </a:r>
            <a:br>
              <a:rPr sz="1500"/>
            </a:br>
            <a:r>
              <a:rPr lang="en-US" sz="1500" b="0" strike="noStrike" spc="-1">
                <a:solidFill>
                  <a:schemeClr val="dk1"/>
                </a:solidFill>
                <a:latin typeface="Arial"/>
              </a:rPr>
              <a:t>studies with a ChatGPT group and a control group</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Leads to stronger conclusions than purely descriptive studies.</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Core idea of review: </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Char char="●"/>
              <a:tabLst>
                <a:tab pos="0" algn="l"/>
              </a:tabLst>
            </a:pPr>
            <a:r>
              <a:rPr lang="en-US" sz="1500" b="0" strike="noStrike" spc="-1">
                <a:solidFill>
                  <a:schemeClr val="dk1"/>
                </a:solidFill>
                <a:latin typeface="Arial"/>
              </a:rPr>
              <a:t>NOT: “Do students like ChatGPT?”</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BUT: “What happens to learning outcomes when ChatGPT is actually used in an educational intervention?”</a:t>
            </a:r>
            <a:endParaRPr lang="de-AT" sz="1500" b="0" strike="noStrike" spc="-1">
              <a:solidFill>
                <a:srgbClr val="000000"/>
              </a:solidFill>
              <a:latin typeface="Arial"/>
            </a:endParaRPr>
          </a:p>
          <a:p>
            <a:pPr marL="216000" indent="-216000">
              <a:lnSpc>
                <a:spcPct val="100000"/>
              </a:lnSpc>
              <a:spcBef>
                <a:spcPts val="1199"/>
              </a:spcBef>
              <a:buNone/>
              <a:tabLst>
                <a:tab pos="0" algn="l"/>
              </a:tabLst>
            </a:pPr>
            <a:r>
              <a:rPr lang="en-US" sz="1700" b="0" strike="noStrike" spc="-1">
                <a:solidFill>
                  <a:schemeClr val="dk1"/>
                </a:solidFill>
                <a:latin typeface="Arial"/>
              </a:rPr>
              <a:t>Ziel dieser Folie: kurz begründen, warum diese Meta-Analyse überhaupt wichtig ist.</a:t>
            </a:r>
            <a:endParaRPr lang="de-AT" sz="1700" b="0" strike="noStrike" spc="-1">
              <a:solidFill>
                <a:srgbClr val="000000"/>
              </a:solidFill>
              <a:latin typeface="Arial"/>
            </a:endParaRPr>
          </a:p>
          <a:p>
            <a:pPr marL="216000" indent="-216000">
              <a:lnSpc>
                <a:spcPct val="100000"/>
              </a:lnSpc>
              <a:buNone/>
              <a:tabLst>
                <a:tab pos="0" algn="l"/>
              </a:tabLst>
            </a:pPr>
            <a:r>
              <a:rPr lang="en-US" sz="1700" b="0" strike="noStrike" spc="-1">
                <a:solidFill>
                  <a:schemeClr val="dk1"/>
                </a:solidFill>
                <a:latin typeface="Arial"/>
              </a:rPr>
              <a:t>Sprechtext:</a:t>
            </a:r>
            <a:endParaRPr lang="de-AT" sz="1700" b="0" strike="noStrike" spc="-1">
              <a:solidFill>
                <a:srgbClr val="000000"/>
              </a:solidFill>
              <a:latin typeface="Arial"/>
            </a:endParaRPr>
          </a:p>
          <a:p>
            <a:pPr marL="216000" indent="0">
              <a:lnSpc>
                <a:spcPct val="100000"/>
              </a:lnSpc>
              <a:buNone/>
              <a:tabLst>
                <a:tab pos="0" algn="l"/>
              </a:tabLst>
            </a:pPr>
            <a:r>
              <a:rPr lang="en-US" sz="1700" b="0" strike="noStrike" spc="-1">
                <a:solidFill>
                  <a:schemeClr val="dk1"/>
                </a:solidFill>
                <a:latin typeface="Arial"/>
              </a:rPr>
              <a:t>ChatGPT ist sehr schnell in Bildungskontexte hineingekommen. Studierende verwenden es für Erklärungen, Ideensammlung, Feedback oder Schreiben. Gleichzeitig gibt es Sorgen: Academic Integrity, Overreliance oder dass tiefere Verarbeitung verloren geht. Viele frühe Studien waren aber Wahrnehmungsstudien oder Querschnittsstudien. Die können zeigen, dass ChatGPT-Nutzung mit Leistung zusammenhängt, aber nicht, ob ChatGPT die Leistung verursacht. Genau hier setzt Deng et al. an: Sie betrachten experimentelle und quasi-experimentelle Studien, also Evidenz, die näher an Kausalität ist.</a:t>
            </a:r>
            <a:endParaRPr lang="de-AT" sz="1700" b="0" strike="noStrike" spc="-1">
              <a:solidFill>
                <a:srgbClr val="000000"/>
              </a:solidFill>
              <a:latin typeface="Arial"/>
            </a:endParaRPr>
          </a:p>
          <a:p>
            <a:pPr indent="0">
              <a:lnSpc>
                <a:spcPct val="100000"/>
              </a:lnSpc>
              <a:buNone/>
              <a:tabLst>
                <a:tab pos="0" algn="l"/>
              </a:tabLst>
            </a:pPr>
            <a:endParaRPr lang="de-AT" sz="1800" b="0" strike="noStrike" spc="-1">
              <a:solidFill>
                <a:srgbClr val="000000"/>
              </a:solidFill>
              <a:latin typeface="Arial"/>
            </a:endParaRPr>
          </a:p>
        </p:txBody>
      </p:sp>
      <p:sp>
        <p:nvSpPr>
          <p:cNvPr id="216" name="PlaceHolder 3"/>
          <p:cNvSpPr>
            <a:spLocks noGrp="1"/>
          </p:cNvSpPr>
          <p:nvPr>
            <p:ph type="sldNum" idx="45"/>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strike="noStrike" spc="-1">
                <a:solidFill>
                  <a:srgbClr val="000000"/>
                </a:solidFill>
                <a:latin typeface="Times New Roman"/>
              </a:defRPr>
            </a:lvl1pPr>
          </a:lstStyle>
          <a:p>
            <a:pPr indent="0" algn="r">
              <a:lnSpc>
                <a:spcPct val="100000"/>
              </a:lnSpc>
              <a:buNone/>
              <a:tabLst>
                <a:tab pos="0" algn="l"/>
              </a:tabLst>
            </a:pPr>
            <a:fld id="{E9CB88F4-4992-4DDB-9304-9AE0462CEED1}" type="slidenum">
              <a:rPr lang="en-US" sz="1400" b="0" strike="noStrike" spc="-1">
                <a:solidFill>
                  <a:srgbClr val="000000"/>
                </a:solidFill>
                <a:latin typeface="Times New Roman"/>
              </a:rPr>
              <a:t>2</a:t>
            </a:fld>
            <a:endParaRPr lang="de-AT" sz="14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PlaceHolder 1"/>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15000"/>
              </a:lnSpc>
              <a:buNone/>
              <a:tabLst>
                <a:tab pos="0" algn="l"/>
              </a:tabLst>
            </a:pPr>
            <a:r>
              <a:rPr lang="en-US" sz="1500" b="0" strike="noStrike" spc="-1">
                <a:solidFill>
                  <a:schemeClr val="dk1"/>
                </a:solidFill>
                <a:latin typeface="Arial"/>
              </a:rPr>
              <a:t>The authors structure the review around 3 main research questions.</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AutoNum type="arabicParenR"/>
              <a:tabLst>
                <a:tab pos="0" algn="l"/>
              </a:tabLst>
            </a:pPr>
            <a:r>
              <a:rPr lang="en-US" sz="1500" b="0" strike="noStrike" spc="-1">
                <a:solidFill>
                  <a:schemeClr val="dk1"/>
                </a:solidFill>
                <a:latin typeface="Arial"/>
              </a:rPr>
              <a:t>Descriptive: Where and how is ChatGPT used in experimental studies? </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educational stages</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subject areas</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intervention settings</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duration</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how ChatGPT was applied</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Eg. direct learning tool / writing assistant / tutor …</a:t>
            </a:r>
            <a:br>
              <a:rPr sz="1500"/>
            </a:br>
            <a:r>
              <a:rPr lang="en-US" sz="1500" b="0" strike="noStrike" spc="-1">
                <a:solidFill>
                  <a:schemeClr val="dk1"/>
                </a:solidFill>
                <a:latin typeface="Arial"/>
              </a:rPr>
              <a:t> </a:t>
            </a:r>
            <a:endParaRPr lang="de-AT" sz="1500" b="0" strike="noStrike" spc="-1">
              <a:solidFill>
                <a:srgbClr val="000000"/>
              </a:solidFill>
              <a:latin typeface="Arial"/>
            </a:endParaRPr>
          </a:p>
          <a:p>
            <a:pPr marL="457200" indent="-324000">
              <a:lnSpc>
                <a:spcPct val="115000"/>
              </a:lnSpc>
              <a:buClr>
                <a:srgbClr val="000000"/>
              </a:buClr>
              <a:buFont typeface="Arial"/>
              <a:buAutoNum type="arabicParenR"/>
              <a:tabLst>
                <a:tab pos="0" algn="l"/>
              </a:tabLst>
            </a:pPr>
            <a:r>
              <a:rPr lang="en-US" sz="1500" b="0" strike="noStrike" spc="-1">
                <a:solidFill>
                  <a:schemeClr val="dk1"/>
                </a:solidFill>
                <a:latin typeface="Arial"/>
              </a:rPr>
              <a:t>outcomes: The authors ask how ChatGPT affects different dimensions of student learning. </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not only academic performance</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affective and motivational states</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higher-order thinking </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self-efficacy</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mental effort</a:t>
            </a:r>
            <a:br>
              <a:rPr sz="1500"/>
            </a:br>
            <a:r>
              <a:rPr lang="en-US" sz="1500" b="0" strike="noStrike" spc="-1">
                <a:solidFill>
                  <a:schemeClr val="dk1"/>
                </a:solidFill>
                <a:latin typeface="Arial"/>
              </a:rPr>
              <a:t>important because “learning” is not one single thing</a:t>
            </a:r>
            <a:br>
              <a:rPr sz="1500"/>
            </a:br>
            <a:r>
              <a:rPr lang="en-US" sz="1500" b="0" strike="noStrike" spc="-1">
                <a:solidFill>
                  <a:schemeClr val="dk1"/>
                </a:solidFill>
                <a:latin typeface="Arial"/>
              </a:rPr>
              <a:t>tool could </a:t>
            </a:r>
            <a:r>
              <a:rPr lang="en-US" sz="1500" b="1" strike="noStrike" spc="-1">
                <a:solidFill>
                  <a:schemeClr val="dk1"/>
                </a:solidFill>
                <a:latin typeface="Arial"/>
              </a:rPr>
              <a:t>improve test performance but reduce independent thinking</a:t>
            </a:r>
            <a:br>
              <a:rPr sz="1500"/>
            </a:br>
            <a:r>
              <a:rPr lang="en-US" sz="1500" b="0" strike="noStrike" spc="-1">
                <a:solidFill>
                  <a:schemeClr val="dk1"/>
                </a:solidFill>
                <a:latin typeface="Arial"/>
              </a:rPr>
              <a:t>increase motivation but not improve actual performance</a:t>
            </a:r>
            <a:br>
              <a:rPr sz="1500"/>
            </a:br>
            <a:r>
              <a:rPr lang="en-US" sz="1500" b="0" strike="noStrike" spc="-1">
                <a:solidFill>
                  <a:schemeClr val="dk1"/>
                </a:solidFill>
                <a:latin typeface="Arial"/>
              </a:rPr>
              <a:t>the meta-analysis separates different outcome categories</a:t>
            </a:r>
            <a:br>
              <a:rPr sz="1500"/>
            </a:br>
            <a:r>
              <a:rPr lang="en-US" sz="1500" b="0" strike="noStrike" spc="-1">
                <a:solidFill>
                  <a:schemeClr val="dk1"/>
                </a:solidFill>
                <a:latin typeface="Arial"/>
              </a:rPr>
              <a:t> </a:t>
            </a:r>
            <a:endParaRPr lang="de-AT" sz="1500" b="0" strike="noStrike" spc="-1">
              <a:solidFill>
                <a:srgbClr val="000000"/>
              </a:solidFill>
              <a:latin typeface="Arial"/>
            </a:endParaRPr>
          </a:p>
          <a:p>
            <a:pPr marL="457200" indent="-324000">
              <a:lnSpc>
                <a:spcPct val="115000"/>
              </a:lnSpc>
              <a:buClr>
                <a:srgbClr val="000000"/>
              </a:buClr>
              <a:buFont typeface="Arial"/>
              <a:buAutoNum type="arabicParenR"/>
              <a:tabLst>
                <a:tab pos="0" algn="l"/>
              </a:tabLst>
            </a:pPr>
            <a:r>
              <a:rPr lang="en-US" sz="1500" b="0" strike="noStrike" spc="-1">
                <a:solidFill>
                  <a:schemeClr val="dk1"/>
                </a:solidFill>
                <a:latin typeface="Arial"/>
              </a:rPr>
              <a:t>methodological: The authors examine how robust the included experimental studies are. </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They ask if studies justify their sample sizes</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Have experimental and control groups similar baseline?</a:t>
            </a:r>
            <a:br>
              <a:rPr sz="1500"/>
            </a:br>
            <a:r>
              <a:rPr lang="en-US" sz="1500" b="0" strike="noStrike" spc="-1">
                <a:solidFill>
                  <a:schemeClr val="dk1"/>
                </a:solidFill>
                <a:latin typeface="Arial"/>
              </a:rPr>
              <a:t>These points matter because strong effects are less convincing if the study design is weak.</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For our presentation, this distinction is important. My part focuses on the general review and the main results. Christina will go deeper into PRISMA, quality assessment, and methodological limitations.</a:t>
            </a:r>
            <a:endParaRPr lang="de-AT" sz="1500" b="0" strike="noStrike" spc="-1">
              <a:solidFill>
                <a:srgbClr val="000000"/>
              </a:solidFill>
              <a:latin typeface="Arial"/>
            </a:endParaRPr>
          </a:p>
          <a:p>
            <a:pPr marL="216000" indent="-216000">
              <a:lnSpc>
                <a:spcPct val="100000"/>
              </a:lnSpc>
              <a:spcBef>
                <a:spcPts val="1199"/>
              </a:spcBef>
              <a:buNone/>
              <a:tabLst>
                <a:tab pos="0" algn="l"/>
              </a:tabLst>
            </a:pPr>
            <a:endParaRPr lang="de-AT" sz="1500" b="0" strike="noStrike" spc="-1">
              <a:solidFill>
                <a:srgbClr val="000000"/>
              </a:solidFill>
              <a:latin typeface="Arial"/>
            </a:endParaRPr>
          </a:p>
          <a:p>
            <a:pPr marL="216000" indent="-216000">
              <a:lnSpc>
                <a:spcPct val="100000"/>
              </a:lnSpc>
              <a:buNone/>
              <a:tabLst>
                <a:tab pos="0" algn="l"/>
              </a:tabLst>
            </a:pPr>
            <a:r>
              <a:rPr lang="en-US" sz="1500" b="0" strike="noStrike" spc="-1">
                <a:solidFill>
                  <a:schemeClr val="dk1"/>
                </a:solidFill>
                <a:latin typeface="Arial"/>
              </a:rPr>
              <a:t>Ziel dieser Folie: die Forschungsfragen zusammenfassen</a:t>
            </a:r>
            <a:endParaRPr lang="de-AT" sz="1500" b="0" strike="noStrike" spc="-1">
              <a:solidFill>
                <a:srgbClr val="000000"/>
              </a:solidFill>
              <a:latin typeface="Arial"/>
            </a:endParaRPr>
          </a:p>
          <a:p>
            <a:pPr marL="216000" indent="-216000">
              <a:lnSpc>
                <a:spcPct val="100000"/>
              </a:lnSpc>
              <a:buNone/>
              <a:tabLst>
                <a:tab pos="0" algn="l"/>
              </a:tabLst>
            </a:pPr>
            <a:r>
              <a:rPr lang="en-US" sz="1500" b="0" strike="noStrike" spc="-1">
                <a:solidFill>
                  <a:schemeClr val="dk1"/>
                </a:solidFill>
                <a:latin typeface="Arial"/>
              </a:rPr>
              <a:t>Sprechtext:</a:t>
            </a:r>
            <a:endParaRPr lang="de-AT" sz="1500" b="0" strike="noStrike" spc="-1">
              <a:solidFill>
                <a:srgbClr val="000000"/>
              </a:solidFill>
              <a:latin typeface="Arial"/>
            </a:endParaRPr>
          </a:p>
          <a:p>
            <a:pPr marL="216000" indent="0">
              <a:lnSpc>
                <a:spcPct val="100000"/>
              </a:lnSpc>
              <a:buNone/>
              <a:tabLst>
                <a:tab pos="0" algn="l"/>
              </a:tabLst>
            </a:pPr>
            <a:r>
              <a:rPr lang="en-US" sz="1500" b="0" strike="noStrike" spc="-1">
                <a:solidFill>
                  <a:schemeClr val="dk1"/>
                </a:solidFill>
                <a:latin typeface="Arial"/>
              </a:rPr>
              <a:t>Die Meta-Analyse fragt nicht nur: Wirkt ChatGPT? Die erste Frage ist deskriptiv: Wo wird ChatGPT überhaupt experimentell untersucht, also in welchen Bildungsstufen, Fächern, Settings, über welche Dauer und in welcher Nutzungsform. Die zweite Frage ist die eigentliche Effektfrage: Welche Lernoutcomes verändern sich? Und die dritte Frage ist methodisch: Wie gut sind diese experimentellen Studien abgesichert, etwa durch Stichprobengröße, Randomisierung oder Pretests. Das ist wichtig, weil positive Effekte nur dann überzeugend sind, wenn die Studienqualität mitgedacht wird.</a:t>
            </a:r>
            <a:endParaRPr lang="de-AT" sz="1500" b="0" strike="noStrike" spc="-1">
              <a:solidFill>
                <a:srgbClr val="000000"/>
              </a:solidFill>
              <a:latin typeface="Arial"/>
            </a:endParaRPr>
          </a:p>
          <a:p>
            <a:pPr indent="0">
              <a:lnSpc>
                <a:spcPct val="100000"/>
              </a:lnSpc>
              <a:buNone/>
              <a:tabLst>
                <a:tab pos="0" algn="l"/>
              </a:tabLst>
            </a:pPr>
            <a:endParaRPr lang="de-AT" sz="2000" b="0" strike="noStrike" spc="-1">
              <a:solidFill>
                <a:srgbClr val="000000"/>
              </a:solidFill>
              <a:latin typeface="Arial"/>
            </a:endParaRPr>
          </a:p>
        </p:txBody>
      </p:sp>
      <p:sp>
        <p:nvSpPr>
          <p:cNvPr id="218" name="PlaceHolder 2"/>
          <p:cNvSpPr>
            <a:spLocks noGrp="1" noRot="1" noChangeAspect="1"/>
          </p:cNvSpPr>
          <p:nvPr>
            <p:ph type="sldImg"/>
          </p:nvPr>
        </p:nvSpPr>
        <p:spPr>
          <a:xfrm>
            <a:off x="-360" y="812160"/>
            <a:ext cx="720" cy="720"/>
          </a:xfrm>
          <a:prstGeom prst="rect">
            <a:avLst/>
          </a:prstGeom>
          <a:ln w="0">
            <a:noFill/>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15000"/>
              </a:lnSpc>
              <a:buNone/>
              <a:tabLst>
                <a:tab pos="0" algn="l"/>
              </a:tabLst>
            </a:pPr>
            <a:r>
              <a:rPr lang="en-US" sz="1500" b="0" strike="noStrike" spc="-1">
                <a:solidFill>
                  <a:schemeClr val="dk1"/>
                </a:solidFill>
                <a:latin typeface="Arial"/>
              </a:rPr>
              <a:t>After the screening process, Deng et al. included 69 studies in the systematic review. Out of these, 62 studies were included in the meta-analysis.</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Char char="●"/>
              <a:tabLst>
                <a:tab pos="0" algn="l"/>
              </a:tabLst>
            </a:pPr>
            <a:r>
              <a:rPr lang="en-US" sz="1500" b="0" strike="noStrike" spc="-1">
                <a:solidFill>
                  <a:schemeClr val="dk1"/>
                </a:solidFill>
                <a:latin typeface="Arial"/>
              </a:rPr>
              <a:t>evidence base - not evenly distributed across all educational contexts</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Most studies were conducted at university level. (~84% were higher education studies)</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a smaller part focused on K-12 education.</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This matters because the results </a:t>
            </a:r>
            <a:r>
              <a:rPr lang="en-US" sz="1500" b="1" strike="noStrike" spc="-1">
                <a:solidFill>
                  <a:schemeClr val="dk1"/>
                </a:solidFill>
                <a:latin typeface="Arial"/>
              </a:rPr>
              <a:t>may not generalize equally</a:t>
            </a:r>
            <a:r>
              <a:rPr lang="en-US" sz="1500" b="0" strike="noStrike" spc="-1">
                <a:solidFill>
                  <a:schemeClr val="dk1"/>
                </a:solidFill>
                <a:latin typeface="Arial"/>
              </a:rPr>
              <a:t> → to younger students</a:t>
            </a:r>
            <a:br>
              <a:rPr sz="1500"/>
            </a:br>
            <a:r>
              <a:rPr lang="en-US" sz="1500" b="0" strike="noStrike" spc="-1">
                <a:solidFill>
                  <a:schemeClr val="dk1"/>
                </a:solidFill>
                <a:latin typeface="Arial"/>
              </a:rPr>
              <a:t>University students:</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more autonomy</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more prior knowledge</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more experience with independent learning</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So: ChatGPT might work differently for them than for school students.</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Most common subject area:</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Char char="●"/>
              <a:tabLst>
                <a:tab pos="0" algn="l"/>
              </a:tabLst>
            </a:pPr>
            <a:r>
              <a:rPr lang="en-US" sz="1500" b="0" strike="noStrike" spc="-1">
                <a:solidFill>
                  <a:schemeClr val="dk1"/>
                </a:solidFill>
                <a:latin typeface="Arial"/>
              </a:rPr>
              <a:t>mainly language education</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also included studies from other fields: computing, health, physics, and education</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distribution is uneven!</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Take in mind: “ChatGPT supports learning,” for some domains more relevant</a:t>
            </a:r>
            <a:br>
              <a:rPr sz="1500"/>
            </a:br>
            <a:r>
              <a:rPr lang="en-US" sz="1500" b="0" strike="noStrike" spc="-1">
                <a:solidFill>
                  <a:schemeClr val="dk1"/>
                </a:solidFill>
                <a:latin typeface="Arial"/>
              </a:rPr>
              <a:t> </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How ChatGPT was used?</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Char char="●"/>
              <a:tabLst>
                <a:tab pos="0" algn="l"/>
              </a:tabLst>
            </a:pPr>
            <a:r>
              <a:rPr lang="en-US" sz="1500" b="0" strike="noStrike" spc="-1">
                <a:solidFill>
                  <a:schemeClr val="dk1"/>
                </a:solidFill>
                <a:latin typeface="Arial"/>
              </a:rPr>
              <a:t>Mainly: direct learning tool - dir. interaction with ChatGPT</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rather than using a highly structured AI-supported learning environment designed by teachers or researchers</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This is interesting from a human factors perspective: Much freedom, but much responsibility</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quality depends on: </a:t>
            </a:r>
            <a:r>
              <a:rPr lang="en-US" sz="1500" b="1" strike="noStrike" spc="-1">
                <a:solidFill>
                  <a:schemeClr val="dk1"/>
                </a:solidFill>
                <a:latin typeface="Arial"/>
              </a:rPr>
              <a:t>prompting, verification, prior knowledge, and critical thinking.</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Many interventions in classroom settings (several lasted multiple weeks)</a:t>
            </a:r>
            <a:br>
              <a:rPr sz="1500"/>
            </a:br>
            <a:r>
              <a:rPr lang="en-US" sz="1500" b="0" strike="noStrike" spc="-1">
                <a:solidFill>
                  <a:schemeClr val="dk1"/>
                </a:solidFill>
                <a:latin typeface="Arial"/>
              </a:rPr>
              <a:t>not only based on very short lab tasks</a:t>
            </a:r>
            <a:br>
              <a:rPr sz="1500"/>
            </a:br>
            <a:r>
              <a:rPr lang="en-US" sz="1500" b="0" strike="noStrike" spc="-1">
                <a:solidFill>
                  <a:schemeClr val="dk1"/>
                </a:solidFill>
                <a:latin typeface="Arial"/>
              </a:rPr>
              <a:t>However, the authors also found that duration matters in some moderator analyses, </a:t>
            </a:r>
            <a:br>
              <a:rPr sz="1500"/>
            </a:br>
            <a:r>
              <a:rPr lang="en-US" sz="1500" b="0" strike="noStrike" spc="-1">
                <a:solidFill>
                  <a:schemeClr val="dk1"/>
                </a:solidFill>
                <a:latin typeface="Arial"/>
              </a:rPr>
              <a:t>→ to be careful when comparing short and long interventions.</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My takeaway from this slide is: the evidence base is broad enough to be meaningful, but it is strongly shaped by university-level classroom studies and by rather direct forms of ChatGPT use.</a:t>
            </a:r>
            <a:endParaRPr lang="de-AT" sz="1500" b="0" strike="noStrike" spc="-1">
              <a:solidFill>
                <a:srgbClr val="000000"/>
              </a:solidFill>
              <a:latin typeface="Arial"/>
            </a:endParaRPr>
          </a:p>
          <a:p>
            <a:pPr marL="216000" indent="-216000">
              <a:lnSpc>
                <a:spcPct val="100000"/>
              </a:lnSpc>
              <a:spcBef>
                <a:spcPts val="1199"/>
              </a:spcBef>
              <a:buNone/>
              <a:tabLst>
                <a:tab pos="0" algn="l"/>
              </a:tabLst>
            </a:pPr>
            <a:r>
              <a:rPr lang="en-US" sz="1500" b="0" strike="noStrike" spc="-1">
                <a:solidFill>
                  <a:schemeClr val="dk1"/>
                </a:solidFill>
                <a:latin typeface="Arial"/>
              </a:rPr>
              <a:t>Ziel dieser Folie: die Studienlandschaft zeigen.</a:t>
            </a:r>
            <a:endParaRPr lang="de-AT" sz="1500" b="0" strike="noStrike" spc="-1">
              <a:solidFill>
                <a:srgbClr val="000000"/>
              </a:solidFill>
              <a:latin typeface="Arial"/>
            </a:endParaRPr>
          </a:p>
          <a:p>
            <a:pPr marL="216000" indent="-216000">
              <a:lnSpc>
                <a:spcPct val="100000"/>
              </a:lnSpc>
              <a:buNone/>
              <a:tabLst>
                <a:tab pos="0" algn="l"/>
              </a:tabLst>
            </a:pPr>
            <a:r>
              <a:rPr lang="en-US" sz="1500" b="0" strike="noStrike" spc="-1">
                <a:solidFill>
                  <a:schemeClr val="dk1"/>
                </a:solidFill>
                <a:latin typeface="Arial"/>
              </a:rPr>
              <a:t>Sprechtext:</a:t>
            </a:r>
            <a:endParaRPr lang="de-AT" sz="1500" b="0" strike="noStrike" spc="-1">
              <a:solidFill>
                <a:srgbClr val="000000"/>
              </a:solidFill>
              <a:latin typeface="Arial"/>
            </a:endParaRPr>
          </a:p>
          <a:p>
            <a:pPr marL="216000" indent="0">
              <a:lnSpc>
                <a:spcPct val="100000"/>
              </a:lnSpc>
              <a:buNone/>
              <a:tabLst>
                <a:tab pos="0" algn="l"/>
              </a:tabLst>
            </a:pPr>
            <a:r>
              <a:rPr lang="en-US" sz="1500" b="0" strike="noStrike" spc="-1">
                <a:solidFill>
                  <a:schemeClr val="dk1"/>
                </a:solidFill>
                <a:latin typeface="Arial"/>
              </a:rPr>
              <a:t>Nach der Auswahl bleiben 69 Studien im systematischen Review, und 62 davon gehen in die Meta-Analyse ein. Wichtig ist: Diese Evidenzbasis ist nicht gleichmäßig über alle Bildungskontexte verteilt. Der Großteil stammt aus Universitäten, nur ein kleinerer Teil aus K-12. Auch inhaltlich gibt es einen Schwerpunkt auf Sprache beziehungsweise Language Education. Außerdem wird ChatGPT meistens direkt genutzt, also als normales ChatGPT-Tool, nicht als speziell entwickelte Lernapp. Für die Interpretation heißt das: Die Meta-Analyse ist breit, aber die stärkste Evidenz betrifft vor allem Hochschulkontexte.</a:t>
            </a:r>
            <a:endParaRPr lang="de-AT" sz="1500" b="0" strike="noStrike" spc="-1">
              <a:solidFill>
                <a:srgbClr val="000000"/>
              </a:solidFill>
              <a:latin typeface="Arial"/>
            </a:endParaRPr>
          </a:p>
          <a:p>
            <a:pPr indent="0">
              <a:lnSpc>
                <a:spcPct val="100000"/>
              </a:lnSpc>
              <a:buNone/>
              <a:tabLst>
                <a:tab pos="0" algn="l"/>
              </a:tabLst>
            </a:pPr>
            <a:endParaRPr lang="de-AT" sz="1600" b="0" strike="noStrike" spc="-1">
              <a:solidFill>
                <a:srgbClr val="000000"/>
              </a:solidFill>
              <a:latin typeface="Arial"/>
            </a:endParaRPr>
          </a:p>
        </p:txBody>
      </p:sp>
      <p:sp>
        <p:nvSpPr>
          <p:cNvPr id="220" name="PlaceHolder 2"/>
          <p:cNvSpPr>
            <a:spLocks noGrp="1" noRot="1" noChangeAspect="1"/>
          </p:cNvSpPr>
          <p:nvPr>
            <p:ph type="sldImg"/>
          </p:nvPr>
        </p:nvSpPr>
        <p:spPr>
          <a:xfrm>
            <a:off x="-360" y="812160"/>
            <a:ext cx="720" cy="720"/>
          </a:xfrm>
          <a:prstGeom prst="rect">
            <a:avLst/>
          </a:prstGeom>
          <a:ln w="0">
            <a:noFill/>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PlaceHolder 1"/>
          <p:cNvSpPr>
            <a:spLocks noGrp="1" noRot="1" noChangeAspect="1"/>
          </p:cNvSpPr>
          <p:nvPr>
            <p:ph type="sldImg"/>
          </p:nvPr>
        </p:nvSpPr>
        <p:spPr>
          <a:xfrm>
            <a:off x="685800" y="1143000"/>
            <a:ext cx="5485680" cy="3085560"/>
          </a:xfrm>
          <a:prstGeom prst="rect">
            <a:avLst/>
          </a:prstGeom>
          <a:ln w="0">
            <a:noFill/>
          </a:ln>
        </p:spPr>
      </p:sp>
      <p:sp>
        <p:nvSpPr>
          <p:cNvPr id="22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lnSpc>
                <a:spcPct val="115000"/>
              </a:lnSpc>
              <a:spcBef>
                <a:spcPts val="1199"/>
              </a:spcBef>
              <a:buNone/>
              <a:tabLst>
                <a:tab pos="0" algn="l"/>
              </a:tabLst>
            </a:pPr>
            <a:r>
              <a:rPr lang="en-US" sz="1500" b="0" strike="noStrike" spc="-1">
                <a:solidFill>
                  <a:schemeClr val="dk1"/>
                </a:solidFill>
                <a:latin typeface="Arial"/>
              </a:rPr>
              <a:t>The authors report effect sizes using Hedges’ g (a standardized effect size).</a:t>
            </a:r>
            <a:br>
              <a:rPr sz="1500"/>
            </a:br>
            <a:r>
              <a:rPr lang="en-US" sz="1500" b="0" strike="noStrike" spc="-1">
                <a:solidFill>
                  <a:schemeClr val="dk1"/>
                </a:solidFill>
                <a:latin typeface="Arial"/>
              </a:rPr>
              <a:t>It tells us how far apart the ChatGPT group and the control group are, measured in standard deviations.</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As a rough interpretation: effect 0.2 = small, 0.5 = medium, 0.8 = large, &gt;1 = very large</a:t>
            </a:r>
            <a:br>
              <a:rPr sz="1500"/>
            </a:br>
            <a:r>
              <a:rPr lang="en-US" sz="1500" b="0" strike="noStrike" spc="-1">
                <a:solidFill>
                  <a:schemeClr val="dk1"/>
                </a:solidFill>
                <a:latin typeface="Arial"/>
              </a:rPr>
              <a:t>but especially in education research such large effects should always be interpreted carefully.</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Char char="●"/>
              <a:tabLst>
                <a:tab pos="0" algn="l"/>
              </a:tabLst>
            </a:pPr>
            <a:r>
              <a:rPr lang="en-US" sz="1500" b="0" strike="noStrike" spc="-1">
                <a:solidFill>
                  <a:schemeClr val="dk1"/>
                </a:solidFill>
                <a:latin typeface="Arial"/>
              </a:rPr>
              <a:t>academic performance - large effect 0.712 (44 out of 51 effect sizes were positive)</a:t>
            </a:r>
            <a:br>
              <a:rPr sz="1500"/>
            </a:br>
            <a:r>
              <a:rPr lang="en-US" sz="1500" b="0" strike="noStrike" spc="-1">
                <a:solidFill>
                  <a:schemeClr val="dk1"/>
                </a:solidFill>
                <a:latin typeface="Arial"/>
              </a:rPr>
              <a:t>Average, students using ChatGPT performed better than students in the control conditions</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large positive effect for affective and</a:t>
            </a:r>
            <a:r>
              <a:rPr lang="en-US" sz="1500" b="1" strike="noStrike" spc="-1">
                <a:solidFill>
                  <a:schemeClr val="dk1"/>
                </a:solidFill>
                <a:latin typeface="Arial"/>
              </a:rPr>
              <a:t> motivational states</a:t>
            </a:r>
            <a:r>
              <a:rPr lang="en-US" sz="1500" b="0" strike="noStrike" spc="-1">
                <a:solidFill>
                  <a:schemeClr val="dk1"/>
                </a:solidFill>
                <a:latin typeface="Arial"/>
              </a:rPr>
              <a:t> ~ 0.88 (17 out of 20 effect sizes were positive)</a:t>
            </a:r>
            <a:br>
              <a:rPr sz="1500"/>
            </a:br>
            <a:r>
              <a:rPr lang="en-US" sz="1500" b="0" strike="noStrike" spc="-1">
                <a:solidFill>
                  <a:schemeClr val="dk1"/>
                </a:solidFill>
                <a:latin typeface="Arial"/>
              </a:rPr>
              <a:t>ChatGPT may positively influence: feel about learning, e.g. motivation, engagement, or attitude.</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higher-order thinking propensities: positive and large, around 0.70. (14 of 15 effect sizes were positive)</a:t>
            </a:r>
            <a:br>
              <a:rPr sz="1500"/>
            </a:br>
            <a:r>
              <a:rPr lang="en-US" sz="1500" b="0" strike="noStrike" spc="-1">
                <a:solidFill>
                  <a:schemeClr val="dk1"/>
                </a:solidFill>
                <a:latin typeface="Arial"/>
              </a:rPr>
              <a:t>There are concerns about ChatGPT might reduce deeper thinking.</a:t>
            </a:r>
            <a:br>
              <a:rPr sz="1500"/>
            </a:br>
            <a:r>
              <a:rPr lang="en-US" sz="1500" b="0" strike="noStrike" spc="-1">
                <a:solidFill>
                  <a:schemeClr val="dk1"/>
                </a:solidFill>
                <a:latin typeface="Arial"/>
              </a:rPr>
              <a:t>The meta-analysis suggests: at least in experimental studies, ChatGPT can also support outcomes related to higher-order thinking</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However, </a:t>
            </a:r>
            <a:r>
              <a:rPr lang="en-US" sz="1500" b="1" strike="noStrike" spc="-1">
                <a:solidFill>
                  <a:schemeClr val="dk1"/>
                </a:solidFill>
                <a:latin typeface="Arial"/>
              </a:rPr>
              <a:t>self-efficacy</a:t>
            </a:r>
            <a:r>
              <a:rPr lang="en-US" sz="1500" b="0" strike="noStrike" spc="-1">
                <a:solidFill>
                  <a:schemeClr val="dk1"/>
                </a:solidFill>
                <a:latin typeface="Arial"/>
              </a:rPr>
              <a:t> was different. The effect was positive, but not statistically significant. (5 out of 7 effect sizes were positive)</a:t>
            </a:r>
            <a:br>
              <a:rPr sz="1500"/>
            </a:br>
            <a:r>
              <a:rPr lang="en-US" sz="1500" b="0" strike="noStrike" spc="-1">
                <a:solidFill>
                  <a:schemeClr val="dk1"/>
                </a:solidFill>
                <a:latin typeface="Arial"/>
              </a:rPr>
              <a:t>We cannot confidently say that ChatGPT improves students’ belief in their own abilities.</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Mental effort: negative effect, ~minus 0.68. (3 of 4 negative)</a:t>
            </a:r>
            <a:br>
              <a:rPr sz="1500"/>
            </a:br>
            <a:r>
              <a:rPr lang="en-US" sz="1500" b="0" strike="noStrike" spc="-1">
                <a:solidFill>
                  <a:schemeClr val="dk1"/>
                </a:solidFill>
                <a:latin typeface="Arial"/>
              </a:rPr>
              <a:t>Does not mean bad - students reported lower mental effort </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Positive: reduces unnecessary cognitive load</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Critical: if lower effort means processing material is less deeply</a:t>
            </a:r>
            <a:endParaRPr lang="de-AT" sz="1500" b="0" strike="noStrike" spc="-1">
              <a:solidFill>
                <a:srgbClr val="000000"/>
              </a:solidFill>
              <a:latin typeface="Arial"/>
            </a:endParaRPr>
          </a:p>
          <a:p>
            <a:pPr indent="0">
              <a:lnSpc>
                <a:spcPct val="115000"/>
              </a:lnSpc>
              <a:spcBef>
                <a:spcPts val="1199"/>
              </a:spcBef>
              <a:buNone/>
              <a:tabLst>
                <a:tab pos="0" algn="l"/>
              </a:tabLst>
            </a:pPr>
            <a:r>
              <a:rPr lang="en-US" sz="1100" b="0" strike="noStrike" spc="-1">
                <a:solidFill>
                  <a:srgbClr val="188038"/>
                </a:solidFill>
                <a:latin typeface="Roboto Mono"/>
                <a:ea typeface="Roboto Mono"/>
              </a:rPr>
              <a:t>Trim-and-fill</a:t>
            </a:r>
            <a:r>
              <a:rPr lang="en-US" sz="1100" b="0" strike="noStrike" spc="-1">
                <a:solidFill>
                  <a:schemeClr val="dk1"/>
                </a:solidFill>
                <a:latin typeface="Roboto Mono"/>
                <a:ea typeface="Roboto Mono"/>
              </a:rPr>
              <a:t> validates if the effect size is distorted: (If the funnel plot is asymmetrically - then potential missing studies are added in calculation and recalculated), a strong reduction would be the problem (here not true)</a:t>
            </a:r>
            <a:endParaRPr lang="de-AT" sz="11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Roboto Mono"/>
                <a:ea typeface="Roboto Mono"/>
              </a:rPr>
              <a:t>So the overall picture is promising, but not simple! </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Char char="●"/>
              <a:tabLst>
                <a:tab pos="0" algn="l"/>
              </a:tabLst>
            </a:pPr>
            <a:r>
              <a:rPr lang="en-US" sz="1500" b="0" strike="noStrike" spc="-1">
                <a:solidFill>
                  <a:schemeClr val="dk1"/>
                </a:solidFill>
                <a:latin typeface="Roboto Mono"/>
                <a:ea typeface="Roboto Mono"/>
              </a:rPr>
              <a:t>ChatGPT seems to have positive effects on several learning outcomes</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Roboto Mono"/>
                <a:ea typeface="Roboto Mono"/>
              </a:rPr>
              <a:t>effects differ by outcome</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Roboto Mono"/>
                <a:ea typeface="Roboto Mono"/>
              </a:rPr>
              <a:t>interpreted together with study quality, heterogeneity, and possible bias.</a:t>
            </a:r>
            <a:endParaRPr lang="de-AT" sz="1500" b="0" strike="noStrike" spc="-1">
              <a:solidFill>
                <a:srgbClr val="000000"/>
              </a:solidFill>
              <a:latin typeface="Arial"/>
            </a:endParaRPr>
          </a:p>
          <a:p>
            <a:pPr marL="216000" indent="-216000">
              <a:lnSpc>
                <a:spcPct val="100000"/>
              </a:lnSpc>
              <a:spcBef>
                <a:spcPts val="1199"/>
              </a:spcBef>
              <a:buNone/>
              <a:tabLst>
                <a:tab pos="0" algn="l"/>
              </a:tabLst>
            </a:pPr>
            <a:endParaRPr lang="de-AT" sz="1500" b="0" strike="noStrike" spc="-1">
              <a:solidFill>
                <a:srgbClr val="000000"/>
              </a:solidFill>
              <a:latin typeface="Arial"/>
            </a:endParaRPr>
          </a:p>
          <a:p>
            <a:pPr marL="216000" indent="-216000">
              <a:lnSpc>
                <a:spcPct val="100000"/>
              </a:lnSpc>
              <a:buNone/>
              <a:tabLst>
                <a:tab pos="0" algn="l"/>
              </a:tabLst>
            </a:pPr>
            <a:r>
              <a:rPr lang="en-US" sz="1500" b="0" strike="noStrike" spc="-1">
                <a:solidFill>
                  <a:schemeClr val="dk1"/>
                </a:solidFill>
                <a:latin typeface="Roboto Mono"/>
                <a:ea typeface="Roboto Mono"/>
              </a:rPr>
              <a:t>Ziel dieser Folie: wichtigsten Main Results berichten</a:t>
            </a:r>
            <a:endParaRPr lang="de-AT" sz="1500" b="0" strike="noStrike" spc="-1">
              <a:solidFill>
                <a:srgbClr val="000000"/>
              </a:solidFill>
              <a:latin typeface="Arial"/>
            </a:endParaRPr>
          </a:p>
          <a:p>
            <a:pPr marL="216000" indent="-216000">
              <a:lnSpc>
                <a:spcPct val="100000"/>
              </a:lnSpc>
              <a:buNone/>
              <a:tabLst>
                <a:tab pos="0" algn="l"/>
              </a:tabLst>
            </a:pPr>
            <a:r>
              <a:rPr lang="en-US" sz="1500" b="0" strike="noStrike" spc="-1">
                <a:solidFill>
                  <a:schemeClr val="dk1"/>
                </a:solidFill>
                <a:latin typeface="Roboto Mono"/>
                <a:ea typeface="Roboto Mono"/>
              </a:rPr>
              <a:t>Sprechtext:</a:t>
            </a:r>
            <a:endParaRPr lang="de-AT" sz="1500" b="0" strike="noStrike" spc="-1">
              <a:solidFill>
                <a:srgbClr val="000000"/>
              </a:solidFill>
              <a:latin typeface="Arial"/>
            </a:endParaRPr>
          </a:p>
          <a:p>
            <a:pPr marL="216000" indent="0">
              <a:lnSpc>
                <a:spcPct val="100000"/>
              </a:lnSpc>
              <a:buNone/>
              <a:tabLst>
                <a:tab pos="0" algn="l"/>
              </a:tabLst>
            </a:pPr>
            <a:r>
              <a:rPr lang="en-US" sz="1500" b="0" strike="noStrike" spc="-1">
                <a:solidFill>
                  <a:schemeClr val="dk1"/>
                </a:solidFill>
                <a:latin typeface="Roboto Mono"/>
                <a:ea typeface="Roboto Mono"/>
              </a:rPr>
              <a:t>Die Ergebnisse sind insgesamt eher positiv. Academic Performance zeigt einen großen positiven Effekt mit g = 0.712. Auch affektiv-motivationale Zustände und Higher-order Thinking Propensities zeigen große positive Effekte. Self-efficacy ist dagegen nicht signifikant. Mental Effort ist negativ, was hier bedeutet: Die wahrgenommene mentale Anstrengung wurde reduziert. Wichtig ist aber, dass diese Outcomes unterschiedlich stark belegt sind. Academic Performance basiert auf vielen Effektgrößen, Mental Effort nur auf wenigen. Deshalb würde ich als Takeaway sagen: ChatGPT sieht vielversprechend aus, aber nicht für alle Outcomes gleich, und die Interpretation hängt davon ab, was genau gemessen wurde. Damit kann Christina gut mit Qualität, Heterogenität und PRISMA anschließen.</a:t>
            </a:r>
            <a:endParaRPr lang="de-AT" sz="1500" b="0" strike="noStrike" spc="-1">
              <a:solidFill>
                <a:srgbClr val="000000"/>
              </a:solidFill>
              <a:latin typeface="Arial"/>
            </a:endParaRPr>
          </a:p>
        </p:txBody>
      </p:sp>
      <p:sp>
        <p:nvSpPr>
          <p:cNvPr id="223" name="PlaceHolder 3"/>
          <p:cNvSpPr>
            <a:spLocks noGrp="1"/>
          </p:cNvSpPr>
          <p:nvPr>
            <p:ph type="sldNum" idx="46"/>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ea typeface="Times New Roman"/>
              </a:defRPr>
            </a:lvl1pPr>
          </a:lstStyle>
          <a:p>
            <a:pPr indent="0" algn="r">
              <a:lnSpc>
                <a:spcPct val="100000"/>
              </a:lnSpc>
              <a:buNone/>
              <a:tabLst>
                <a:tab pos="0" algn="l"/>
              </a:tabLst>
            </a:pPr>
            <a:fld id="{CA8C4ED1-2C12-46F1-A696-0706BD6A704C}" type="slidenum">
              <a:rPr lang="en-US" sz="1200" b="0" strike="noStrike" spc="-1">
                <a:solidFill>
                  <a:srgbClr val="000000"/>
                </a:solidFill>
                <a:latin typeface="Times New Roman"/>
                <a:ea typeface="Times New Roman"/>
              </a:rPr>
              <a:t>5</a:t>
            </a:fld>
            <a:endParaRPr lang="de-AT" sz="12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PlaceHolder 1"/>
          <p:cNvSpPr>
            <a:spLocks noGrp="1" noRot="1" noChangeAspect="1"/>
          </p:cNvSpPr>
          <p:nvPr>
            <p:ph type="sldImg"/>
          </p:nvPr>
        </p:nvSpPr>
        <p:spPr>
          <a:xfrm>
            <a:off x="0" y="812800"/>
            <a:ext cx="0" cy="0"/>
          </a:xfrm>
          <a:prstGeom prst="rect">
            <a:avLst/>
          </a:prstGeom>
          <a:ln w="0">
            <a:noFill/>
          </a:ln>
        </p:spPr>
      </p:sp>
      <p:sp>
        <p:nvSpPr>
          <p:cNvPr id="225"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marL="457200" indent="-324000">
              <a:lnSpc>
                <a:spcPct val="115000"/>
              </a:lnSpc>
              <a:spcBef>
                <a:spcPts val="1199"/>
              </a:spcBef>
              <a:buClr>
                <a:srgbClr val="000000"/>
              </a:buClr>
              <a:buFont typeface="Wingdings" charset="2"/>
              <a:buChar char=""/>
            </a:pPr>
            <a:r>
              <a:rPr lang="en-US" sz="1500" b="0" strike="noStrike" spc="-1">
                <a:solidFill>
                  <a:schemeClr val="dk1"/>
                </a:solidFill>
                <a:latin typeface="Arial"/>
              </a:rPr>
              <a:t>RQ3:</a:t>
            </a:r>
            <a:br>
              <a:rPr sz="1500"/>
            </a:br>
            <a:r>
              <a:rPr lang="en-US" sz="1500" b="0" strike="noStrike" spc="-1">
                <a:solidFill>
                  <a:schemeClr val="dk1"/>
                </a:solidFill>
                <a:latin typeface="Arial"/>
              </a:rPr>
              <a:t>only 8% included a power analysis (assessment if sample size is sufficient)</a:t>
            </a:r>
            <a:endParaRPr lang="de-AT" sz="1500" b="0" strike="noStrike" spc="-1">
              <a:solidFill>
                <a:srgbClr val="000000"/>
              </a:solidFill>
              <a:latin typeface="Arial"/>
            </a:endParaRPr>
          </a:p>
          <a:p>
            <a:pPr marL="457200" indent="-324000">
              <a:lnSpc>
                <a:spcPct val="115000"/>
              </a:lnSpc>
              <a:buClr>
                <a:srgbClr val="000000"/>
              </a:buClr>
              <a:buFont typeface="Wingdings" charset="2"/>
              <a:buChar char=""/>
            </a:pPr>
            <a:r>
              <a:rPr lang="en-US" sz="1500" b="0" strike="noStrike" spc="-1">
                <a:solidFill>
                  <a:schemeClr val="dk1"/>
                </a:solidFill>
                <a:latin typeface="Arial"/>
              </a:rPr>
              <a:t>nearly 84% have pre test measures</a:t>
            </a:r>
            <a:endParaRPr lang="de-AT" sz="1500" b="0" strike="noStrike" spc="-1">
              <a:solidFill>
                <a:srgbClr val="000000"/>
              </a:solidFill>
              <a:latin typeface="Arial"/>
            </a:endParaRPr>
          </a:p>
          <a:p>
            <a:pPr marL="457200" indent="-324000">
              <a:lnSpc>
                <a:spcPct val="115000"/>
              </a:lnSpc>
              <a:buClr>
                <a:srgbClr val="000000"/>
              </a:buClr>
              <a:buFont typeface="Wingdings" charset="2"/>
              <a:buChar char=""/>
            </a:pPr>
            <a:r>
              <a:rPr lang="en-US" sz="1500" b="0" strike="noStrike" spc="-1">
                <a:solidFill>
                  <a:schemeClr val="dk1"/>
                </a:solidFill>
                <a:latin typeface="Arial"/>
              </a:rPr>
              <a:t>more than 60% random assignment</a:t>
            </a:r>
            <a:endParaRPr lang="de-AT" sz="1500" b="0" strike="noStrike" spc="-1">
              <a:solidFill>
                <a:srgbClr val="000000"/>
              </a:solidFill>
              <a:latin typeface="Arial"/>
            </a:endParaRPr>
          </a:p>
          <a:p>
            <a:pPr indent="0">
              <a:lnSpc>
                <a:spcPct val="115000"/>
              </a:lnSpc>
              <a:spcBef>
                <a:spcPts val="1199"/>
              </a:spcBef>
              <a:spcAft>
                <a:spcPts val="1199"/>
              </a:spcAft>
              <a:buNone/>
              <a:tabLst>
                <a:tab pos="0" algn="l"/>
              </a:tabLst>
            </a:pPr>
            <a:r>
              <a:rPr lang="en-US" sz="1500" b="0" strike="noStrike" spc="-1">
                <a:solidFill>
                  <a:schemeClr val="dk1"/>
                </a:solidFill>
                <a:latin typeface="Arial"/>
              </a:rPr>
              <a:t>This leads nicely into the next part of the presentation: even if the main results look positive, we still need to ask how reliable the evidence is, how the studies were selected, and what limitations remain.</a:t>
            </a:r>
            <a:endParaRPr lang="de-AT" sz="1500" b="0" strike="noStrike" spc="-1">
              <a:solidFill>
                <a:srgbClr val="000000"/>
              </a:solidFill>
              <a:latin typeface="Arial"/>
            </a:endParaRPr>
          </a:p>
        </p:txBody>
      </p:sp>
      <p:sp>
        <p:nvSpPr>
          <p:cNvPr id="226" name="PlaceHolder 3"/>
          <p:cNvSpPr>
            <a:spLocks noGrp="1"/>
          </p:cNvSpPr>
          <p:nvPr>
            <p:ph type="sldNum" idx="47"/>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strike="noStrike" spc="-1">
                <a:solidFill>
                  <a:srgbClr val="000000"/>
                </a:solidFill>
                <a:latin typeface="Times New Roman"/>
              </a:defRPr>
            </a:lvl1pPr>
          </a:lstStyle>
          <a:p>
            <a:pPr indent="0" algn="r">
              <a:lnSpc>
                <a:spcPct val="100000"/>
              </a:lnSpc>
              <a:buNone/>
              <a:tabLst>
                <a:tab pos="0" algn="l"/>
              </a:tabLst>
            </a:pPr>
            <a:fld id="{A0D22ECA-833D-4D69-8484-293448AC7E39}" type="slidenum">
              <a:rPr lang="en-US" sz="1400" b="0" strike="noStrike" spc="-1">
                <a:solidFill>
                  <a:srgbClr val="000000"/>
                </a:solidFill>
                <a:latin typeface="Times New Roman"/>
              </a:rPr>
              <a:t>6</a:t>
            </a:fld>
            <a:endParaRPr lang="de-AT" sz="1400" b="0" strike="noStrike" spc="-1">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PlaceHolder 1"/>
          <p:cNvSpPr>
            <a:spLocks noGrp="1" noRot="1" noChangeAspect="1"/>
          </p:cNvSpPr>
          <p:nvPr>
            <p:ph type="sldImg"/>
          </p:nvPr>
        </p:nvSpPr>
        <p:spPr>
          <a:xfrm>
            <a:off x="685800" y="1143000"/>
            <a:ext cx="5486400" cy="3086100"/>
          </a:xfrm>
          <a:prstGeom prst="rect">
            <a:avLst/>
          </a:prstGeom>
          <a:ln w="0">
            <a:noFill/>
          </a:ln>
        </p:spPr>
      </p:sp>
      <p:sp>
        <p:nvSpPr>
          <p:cNvPr id="2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de-AT" sz="2000" b="0" strike="noStrike" spc="-1">
                <a:solidFill>
                  <a:srgbClr val="000000"/>
                </a:solidFill>
                <a:latin typeface="Arial"/>
              </a:rPr>
              <a:t>Before evaluating the results of the meta-analysis, it is important to understand how the studies were selected. The quality of a meta-analysis depends heavily on the quality and relevance of the studies that are included. This idea is often summarized by the phrase “garbage in, garbage out.” If unsuitable studies are included, even sophisticated statistical analyses can lead to misleading conclusions.</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As you can see to ensure a transparent and systematic selection process, the authors followed the PRISMA framework.</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The literature search was conducted across five major scientific databases: Web of Science, EBSCOhost, Scopus, PsycINFO, and IEEE Xplore. Using search terms related to ChatGPT and education, the authors initially identified 1,683 records.</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After removing 656 duplicate records, 1,027 studies remained for screening. During the title and abstract screening stage, studies were assessed against predefined inclusion and exclusion criteria. To be included, studies had to investigate the use of ChatGPT in educational contexts and employ experimental or quasi-experimental research designs. Studies focusing primarily on qualitative evidence, opinion pieces, or the broader impact of artificial intelligence without specifically examining ChatGPT were excluded.</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As a result, 899 records were removed during the initial screening process. The remaining studies were then examined in greater detail. After attempting to retrieve the articles, 123 full-text reports were assessed for eligibility.</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At this stage, the authors applied more specific exclusion criteria. Studies were excluded if they used non-experimental designs, focused on irrelevant topics, lacked student-centered learning outcomes, did not include an appropriate control group, or failed to provide sufficient quantitative data for analysis. Additional exclusions occurred when the intervention extended beyond ChatGPT or when the study design did not allow meaningful comparison between groups.</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Following this detailed assessment, three further studies were removed during the quality appraisal stage.</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Ultimately, 69 studies met all criteria and were included in the systematic review, while 62 studies provided sufficient quantitative information to be included in the final meta-analysis.</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Overall, this PRISMA-guided process represents a major strength of the study because it demonstrates a transparent, systematic, and reproducible approach to selecting evidence. This increases confidence that the conclusions of the meta-analysis are based on relevant and methodologically appropriate research rather than on selectively chosen studies.</a:t>
            </a:r>
          </a:p>
        </p:txBody>
      </p:sp>
      <p:sp>
        <p:nvSpPr>
          <p:cNvPr id="229" name="PlaceHolder 3"/>
          <p:cNvSpPr>
            <a:spLocks noGrp="1"/>
          </p:cNvSpPr>
          <p:nvPr>
            <p:ph type="sldNum" idx="4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5472F9AE-964E-4996-A4E8-BE34D1C1F13E}" type="slidenum">
              <a:rPr lang="de-AT" sz="1200" b="0" strike="noStrike" spc="-1">
                <a:solidFill>
                  <a:srgbClr val="000000"/>
                </a:solidFill>
                <a:latin typeface="Times New Roman"/>
              </a:rPr>
              <a:t>7</a:t>
            </a:fld>
            <a:endParaRPr lang="de-AT" sz="1200" b="0" strike="noStrike" spc="-1">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noRot="1" noChangeAspect="1"/>
          </p:cNvSpPr>
          <p:nvPr>
            <p:ph type="sldImg"/>
          </p:nvPr>
        </p:nvSpPr>
        <p:spPr>
          <a:xfrm>
            <a:off x="685800" y="1143000"/>
            <a:ext cx="5486400" cy="3086100"/>
          </a:xfrm>
          <a:prstGeom prst="rect">
            <a:avLst/>
          </a:prstGeom>
          <a:ln w="0">
            <a:noFill/>
          </a:ln>
        </p:spPr>
      </p:sp>
      <p:sp>
        <p:nvSpPr>
          <p:cNvPr id="2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de-AT" sz="2000" b="0" strike="noStrike" spc="-1">
                <a:solidFill>
                  <a:srgbClr val="000000"/>
                </a:solidFill>
                <a:latin typeface="Arial"/>
              </a:rPr>
              <a:t>After the PRISMA process, it is useful to look at the characteristics of the 69 included studies (not the meta analysis but for the systematic review) as many of you always want to know where the studies took place.</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The table shows that the evidence base is very recent: more than 80 percent of the studies were published in 2024, which reflects how quickly research on ChatGPT in education has developed and is still developing further.</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Most studies were journal articles, about 84 percent, while around 16 percent were conference papers. This strengthens the credibility of the review, since journal articles usually undergo a more rigorous peer-review process.</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Another important point is the geographical distribution. More than 70 percent of the first authors were from Asia, and more than half of the studies were also conducted in Asian educational contexts.</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This shows strong research activity in Asia, but it also limits generalizability. Educational systems and technology use can differ across regions, so the findings should be applied carefully to other contexts.</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Overall, the evidence base is recent and mostly peer-reviewed, but geographically concentrated.</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Having looked at the study selection process and the characteristics of the included studies, I will now evaluate the overall quality of the meta-analysis using the MAGIC framework.</a:t>
            </a:r>
          </a:p>
        </p:txBody>
      </p:sp>
      <p:sp>
        <p:nvSpPr>
          <p:cNvPr id="232" name="PlaceHolder 3"/>
          <p:cNvSpPr>
            <a:spLocks noGrp="1"/>
          </p:cNvSpPr>
          <p:nvPr>
            <p:ph type="sldNum" idx="4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E88FFF29-727E-41B4-A59C-8DC2DA8E2D5B}" type="slidenum">
              <a:rPr lang="de-AT" sz="1200" b="0" strike="noStrike" spc="-1">
                <a:solidFill>
                  <a:srgbClr val="000000"/>
                </a:solidFill>
                <a:latin typeface="Times New Roman"/>
              </a:rPr>
              <a:t>8</a:t>
            </a:fld>
            <a:endParaRPr lang="de-AT" sz="1200" b="0" strike="noStrike" spc="-1">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noRot="1" noChangeAspect="1"/>
          </p:cNvSpPr>
          <p:nvPr>
            <p:ph type="sldImg"/>
          </p:nvPr>
        </p:nvSpPr>
        <p:spPr>
          <a:xfrm>
            <a:off x="685800" y="1143000"/>
            <a:ext cx="5486400" cy="3086100"/>
          </a:xfrm>
          <a:prstGeom prst="rect">
            <a:avLst/>
          </a:prstGeom>
          <a:ln w="0">
            <a:noFill/>
          </a:ln>
        </p:spPr>
      </p:sp>
      <p:sp>
        <p:nvSpPr>
          <p:cNvPr id="2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de-AT" sz="2000" b="0" strike="noStrike" spc="-1">
                <a:solidFill>
                  <a:srgbClr val="000000"/>
                </a:solidFill>
                <a:latin typeface="Arial"/>
              </a:rPr>
              <a:t>To evaluate the quality of the meta-analysis, I applied the MAGIC criteria from our course: Magnitude, Articulation, Generality, Interestingness, and Credibility.</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Starting with </a:t>
            </a:r>
            <a:r>
              <a:rPr lang="de-AT" sz="2000" b="1" strike="noStrike" spc="-1">
                <a:solidFill>
                  <a:srgbClr val="000000"/>
                </a:solidFill>
                <a:latin typeface="Arial"/>
              </a:rPr>
              <a:t>Magnitude</a:t>
            </a:r>
            <a:r>
              <a:rPr lang="de-AT" sz="2000" b="0" strike="noStrike" spc="-1">
                <a:solidFill>
                  <a:srgbClr val="000000"/>
                </a:solidFill>
                <a:latin typeface="Arial"/>
              </a:rPr>
              <a:t>, the meta-analysis reports an overall positive effect of ChatGPT on student learning. This suggests that, across the included experimental studies, students using ChatGPT tended to benefit compared to control groups. However, the size of the effect should not be interpreted as proof that ChatGPT always improves learning. Rather, it indicates a general positive tendency across different studies.</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The second criterion is </a:t>
            </a:r>
            <a:r>
              <a:rPr lang="de-AT" sz="2000" b="1" strike="noStrike" spc="-1">
                <a:solidFill>
                  <a:srgbClr val="000000"/>
                </a:solidFill>
                <a:latin typeface="Arial"/>
              </a:rPr>
              <a:t>Articulation</a:t>
            </a:r>
            <a:r>
              <a:rPr lang="de-AT" sz="2000" b="0" strike="noStrike" spc="-1">
                <a:solidFill>
                  <a:srgbClr val="000000"/>
                </a:solidFill>
                <a:latin typeface="Arial"/>
              </a:rPr>
              <a:t>. Here, I would say the meta-analysis performs well. The research question is clearly formulated: the authors want to investigate whether ChatGPT enhances student learning based on experimental evidence. The inclusion and exclusion criteria are also clearly explained. This is important because it allows readers to understand exactly which types of studies were included and why others were excluded.</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The third criterion is </a:t>
            </a:r>
            <a:r>
              <a:rPr lang="de-AT" sz="2000" b="1" strike="noStrike" spc="-1">
                <a:solidFill>
                  <a:srgbClr val="000000"/>
                </a:solidFill>
                <a:latin typeface="Arial"/>
              </a:rPr>
              <a:t>Generality</a:t>
            </a:r>
            <a:r>
              <a:rPr lang="de-AT" sz="2000" b="0" strike="noStrike" spc="-1">
                <a:solidFill>
                  <a:srgbClr val="000000"/>
                </a:solidFill>
                <a:latin typeface="Arial"/>
              </a:rPr>
              <a:t>. The review includes studies from different educational contexts, different subjects, and different student populations. This makes the results more broadly relevant than a single experiment. At the same time, this also creates a challenge: the studies are quite heterogeneous. For example, using ChatGPT for language learning is not the same as using it for programming, medicine, or general study support. So, while the findings are broadly relevant, they should still be applied carefully to specific educational contexts.</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The fourth criterion is </a:t>
            </a:r>
            <a:r>
              <a:rPr lang="de-AT" sz="2000" b="1" strike="noStrike" spc="-1">
                <a:solidFill>
                  <a:srgbClr val="000000"/>
                </a:solidFill>
                <a:latin typeface="Arial"/>
              </a:rPr>
              <a:t>Interestingness</a:t>
            </a:r>
            <a:r>
              <a:rPr lang="de-AT" sz="2000" b="0" strike="noStrike" spc="-1">
                <a:solidFill>
                  <a:srgbClr val="000000"/>
                </a:solidFill>
                <a:latin typeface="Arial"/>
              </a:rPr>
              <a:t>. This is one of the strongest aspects of the paper. ChatGPT is currently one of the most discussed technologies in education. There is a lot of debate about whether it supports learning, threatens academic integrity, or changes the role of teachers and students. Because of that, the research question is highly relevant for universities, teachers, students, and policymakers.</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The final criterion is </a:t>
            </a:r>
            <a:r>
              <a:rPr lang="de-AT" sz="2000" b="1" strike="noStrike" spc="-1">
                <a:solidFill>
                  <a:srgbClr val="000000"/>
                </a:solidFill>
                <a:latin typeface="Arial"/>
              </a:rPr>
              <a:t>Credibility</a:t>
            </a:r>
            <a:r>
              <a:rPr lang="de-AT" sz="2000" b="0" strike="noStrike" spc="-1">
                <a:solidFill>
                  <a:srgbClr val="000000"/>
                </a:solidFill>
                <a:latin typeface="Arial"/>
              </a:rPr>
              <a:t>. The credibility of the meta-analysis is strengthened by several methodological choices. The authors followed PRISMA, used predefined inclusion and exclusion criteria, and focused on experimental and quasi-experimental studies rather than only cross-sectional or opinion-based research. This allows stronger conclusions about potential effects.</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Overall, based on the MAGIC criteria, we would describe the meta-analysis as relevant, clearly articulated, and methodologically credible. However, its generality and magnitude should be interpreted with caution because the included studies differ considerably.</a:t>
            </a:r>
          </a:p>
          <a:p>
            <a:pPr marL="216000" indent="0">
              <a:lnSpc>
                <a:spcPct val="100000"/>
              </a:lnSpc>
              <a:buNone/>
            </a:pPr>
            <a:endParaRPr lang="de-AT" sz="2000" b="0" strike="noStrike" spc="-1">
              <a:solidFill>
                <a:srgbClr val="000000"/>
              </a:solidFill>
              <a:latin typeface="Arial"/>
            </a:endParaRPr>
          </a:p>
        </p:txBody>
      </p:sp>
      <p:sp>
        <p:nvSpPr>
          <p:cNvPr id="235" name="PlaceHolder 3"/>
          <p:cNvSpPr>
            <a:spLocks noGrp="1"/>
          </p:cNvSpPr>
          <p:nvPr>
            <p:ph type="sldNum" idx="5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1D9BD4AB-257C-4827-A686-322BFD56F154}" type="slidenum">
              <a:rPr lang="de-AT" sz="1200" b="0" strike="noStrike" spc="-1">
                <a:solidFill>
                  <a:srgbClr val="000000"/>
                </a:solidFill>
                <a:latin typeface="Times New Roman"/>
              </a:rPr>
              <a:t>9</a:t>
            </a:fld>
            <a:endParaRPr lang="de-AT" sz="1200" b="0" strike="noStrike" spc="-1">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PlaceHolder 1"/>
          <p:cNvSpPr>
            <a:spLocks noGrp="1" noRot="1" noChangeAspect="1"/>
          </p:cNvSpPr>
          <p:nvPr>
            <p:ph type="sldImg"/>
          </p:nvPr>
        </p:nvSpPr>
        <p:spPr>
          <a:xfrm>
            <a:off x="685800" y="1143000"/>
            <a:ext cx="5486400" cy="3086100"/>
          </a:xfrm>
          <a:prstGeom prst="rect">
            <a:avLst/>
          </a:prstGeom>
          <a:ln w="0">
            <a:noFill/>
          </a:ln>
        </p:spPr>
      </p:sp>
      <p:sp>
        <p:nvSpPr>
          <p:cNvPr id="2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de-AT" sz="2000" b="0" strike="noStrike" spc="-1">
                <a:solidFill>
                  <a:srgbClr val="000000"/>
                </a:solidFill>
                <a:latin typeface="Arial"/>
              </a:rPr>
              <a:t>Although the meta-analysis is methodologically strong, there are still several limitations and possible sources of bias that are important for interpreting the results.</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The first limitation is the rapid development of ChatGPT itself. Many of the included studies were conducted with earlier versions of ChatGPT, especially GPT-3.5. Since AI models develop very quickly, results from earlier versions may not fully represent the tools that students use today. This makes the evidence somewhat time-sensitive.</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A second limitation concerns the duration of many interventions. Several studies measured short-term effects, for example directly after a learning activity. This tells us something about immediate performance, but less about long-term learning. For education, long-term outcomes are very important. We do not only want students to perform well immediately after using ChatGPT; we also want to know whether they retain knowledge, develop deeper understanding, and improve critical thinking over time.</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A third issue is heterogeneity. The included studies differed in many ways: educational level, subject area, intervention design, outcome measures, and how ChatGPT was used. This diversity is useful because it gives a broad picture of the field, but it also makes the overall effect harder to interpret. A positive average effect does not mean that ChatGPT works equally well in every setting.</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There are also several possible biases. One is </a:t>
            </a:r>
            <a:r>
              <a:rPr lang="de-AT" sz="2000" b="1" strike="noStrike" spc="-1">
                <a:solidFill>
                  <a:srgbClr val="000000"/>
                </a:solidFill>
                <a:latin typeface="Arial"/>
              </a:rPr>
              <a:t>publication bias</a:t>
            </a:r>
            <a:r>
              <a:rPr lang="de-AT" sz="2000" b="0" strike="noStrike" spc="-1">
                <a:solidFill>
                  <a:srgbClr val="000000"/>
                </a:solidFill>
                <a:latin typeface="Arial"/>
              </a:rPr>
              <a:t>. Studies with positive or significant results are often more likely to be published than studies with null or negative findings. If this happens, the average effect in the meta-analysis may be overestimated.</a:t>
            </a:r>
          </a:p>
          <a:p>
            <a:pPr marL="216000" indent="0">
              <a:lnSpc>
                <a:spcPct val="100000"/>
              </a:lnSpc>
              <a:buNone/>
            </a:pPr>
            <a:r>
              <a:rPr lang="de-AT" sz="2000" b="0" strike="noStrike" spc="-1">
                <a:solidFill>
                  <a:srgbClr val="000000"/>
                </a:solidFill>
                <a:latin typeface="Arial"/>
              </a:rPr>
              <a:t>Another issue is small sample size. Some included studies had relatively small samples, which can make results less stable. Small studies can sometimes produce exaggerated effects, especially in a new and rapidly developing research area.</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A further possible bias is the novelty effect. Students may be more motivated simply because ChatGPT is new and interesting. In that case, some positive effects might reflect curiosity or excitement rather than a stable educational benefit.</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Finally, different studies used different versions and implementations of ChatGPT. Some students used ChatGPT directly, while others used tools based on ChatGPT. This makes it difficult to know whether the observed effects come from ChatGPT itself, from the instructional design, or from the novelty of the technology.</a:t>
            </a:r>
          </a:p>
          <a:p>
            <a:pPr marL="216000" indent="0">
              <a:lnSpc>
                <a:spcPct val="100000"/>
              </a:lnSpc>
              <a:buNone/>
            </a:pPr>
            <a:endParaRPr lang="de-AT" sz="2000" b="0" strike="noStrike" spc="-1">
              <a:solidFill>
                <a:srgbClr val="000000"/>
              </a:solidFill>
              <a:latin typeface="Arial"/>
            </a:endParaRPr>
          </a:p>
          <a:p>
            <a:pPr marL="216000" indent="0">
              <a:lnSpc>
                <a:spcPct val="100000"/>
              </a:lnSpc>
              <a:buNone/>
            </a:pPr>
            <a:r>
              <a:rPr lang="de-AT" sz="2000" b="0" strike="noStrike" spc="-1">
                <a:solidFill>
                  <a:srgbClr val="000000"/>
                </a:solidFill>
                <a:latin typeface="Arial"/>
              </a:rPr>
              <a:t>So, our critical evaluation would be: the findings are promising, but they should not be interpreted as final proof. The meta-analysis provides valuable evidence, but the field still needs more long-term, high-quality and context-sensitive experimental research.</a:t>
            </a:r>
          </a:p>
          <a:p>
            <a:pPr marL="216000" indent="0">
              <a:lnSpc>
                <a:spcPct val="100000"/>
              </a:lnSpc>
              <a:buNone/>
            </a:pPr>
            <a:endParaRPr lang="de-AT" sz="2000" b="0" strike="noStrike" spc="-1">
              <a:solidFill>
                <a:srgbClr val="000000"/>
              </a:solidFill>
              <a:latin typeface="Arial"/>
            </a:endParaRPr>
          </a:p>
        </p:txBody>
      </p:sp>
      <p:sp>
        <p:nvSpPr>
          <p:cNvPr id="238" name="PlaceHolder 3"/>
          <p:cNvSpPr>
            <a:spLocks noGrp="1"/>
          </p:cNvSpPr>
          <p:nvPr>
            <p:ph type="sldNum" idx="5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CAF69199-B4EA-47D4-ACA5-B5FEBAC3CEC3}" type="slidenum">
              <a:rPr lang="de-AT" sz="1200" b="0" strike="noStrike" spc="-1">
                <a:solidFill>
                  <a:srgbClr val="000000"/>
                </a:solidFill>
                <a:latin typeface="Times New Roman"/>
              </a:rPr>
              <a:t>10</a:t>
            </a:fld>
            <a:endParaRPr lang="de-AT" sz="1200" b="0" strike="noStrike" spc="-1">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noRot="1" noChangeAspect="1"/>
          </p:cNvSpPr>
          <p:nvPr>
            <p:ph type="sldImg"/>
          </p:nvPr>
        </p:nvSpPr>
        <p:spPr>
          <a:xfrm>
            <a:off x="685800" y="1143000"/>
            <a:ext cx="5486400" cy="3086100"/>
          </a:xfrm>
          <a:prstGeom prst="rect">
            <a:avLst/>
          </a:prstGeom>
          <a:ln w="0">
            <a:noFill/>
          </a:ln>
        </p:spPr>
      </p:sp>
      <p:sp>
        <p:nvSpPr>
          <p:cNvPr id="2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de-AT" sz="1800" b="0" strike="noStrike" spc="-1">
              <a:solidFill>
                <a:srgbClr val="000000"/>
              </a:solidFill>
              <a:latin typeface="Arial"/>
            </a:endParaRPr>
          </a:p>
        </p:txBody>
      </p:sp>
      <p:sp>
        <p:nvSpPr>
          <p:cNvPr id="241" name="PlaceHolder 3"/>
          <p:cNvSpPr>
            <a:spLocks noGrp="1"/>
          </p:cNvSpPr>
          <p:nvPr>
            <p:ph type="sldNum" idx="5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1285541C-0A58-4666-BBF6-465CFB63AC87}" type="slidenum">
              <a:rPr lang="de-AT" sz="1200" b="0" strike="noStrike" spc="-1">
                <a:solidFill>
                  <a:srgbClr val="000000"/>
                </a:solidFill>
                <a:latin typeface="Times New Roman"/>
              </a:rPr>
              <a:t>11</a:t>
            </a:fld>
            <a:endParaRPr lang="de-AT" sz="1200" b="0" strike="noStrike" spc="-1">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PlaceHolder 1"/>
          <p:cNvSpPr>
            <a:spLocks noGrp="1" noRot="1" noChangeAspect="1"/>
          </p:cNvSpPr>
          <p:nvPr>
            <p:ph type="sldImg"/>
          </p:nvPr>
        </p:nvSpPr>
        <p:spPr>
          <a:xfrm>
            <a:off x="685800" y="1143000"/>
            <a:ext cx="5486400" cy="3086100"/>
          </a:xfrm>
          <a:prstGeom prst="rect">
            <a:avLst/>
          </a:prstGeom>
          <a:ln w="0">
            <a:noFill/>
          </a:ln>
        </p:spPr>
      </p:sp>
      <p:sp>
        <p:nvSpPr>
          <p:cNvPr id="2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de-AT" sz="1800" b="0" strike="noStrike" spc="-1">
              <a:solidFill>
                <a:srgbClr val="000000"/>
              </a:solidFill>
              <a:latin typeface="Arial"/>
            </a:endParaRPr>
          </a:p>
        </p:txBody>
      </p:sp>
      <p:sp>
        <p:nvSpPr>
          <p:cNvPr id="244" name="PlaceHolder 3"/>
          <p:cNvSpPr>
            <a:spLocks noGrp="1"/>
          </p:cNvSpPr>
          <p:nvPr>
            <p:ph type="sldNum" idx="5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BEF33CA5-2FF6-4C95-97DF-49A5C991C65B}" type="slidenum">
              <a:rPr lang="de-AT" sz="1200" b="0" strike="noStrike" spc="-1">
                <a:solidFill>
                  <a:srgbClr val="000000"/>
                </a:solidFill>
                <a:latin typeface="Times New Roman"/>
              </a:rPr>
              <a:t>15</a:t>
            </a:fld>
            <a:endParaRPr lang="de-AT" sz="12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5" name="PlaceHolder 2"/>
          <p:cNvSpPr>
            <a:spLocks noGrp="1"/>
          </p:cNvSpPr>
          <p:nvPr>
            <p:ph type="subTitle"/>
          </p:nvPr>
        </p:nvSpPr>
        <p:spPr>
          <a:xfrm>
            <a:off x="914400" y="2406960"/>
            <a:ext cx="16458840" cy="5965920"/>
          </a:xfrm>
          <a:prstGeom prst="rect">
            <a:avLst/>
          </a:prstGeom>
          <a:noFill/>
          <a:ln w="0">
            <a:noFill/>
          </a:ln>
        </p:spPr>
        <p:txBody>
          <a:bodyPr lIns="0" tIns="0" rIns="0" bIns="0" anchor="ctr">
            <a:noAutofit/>
          </a:bodyPr>
          <a:lstStyle/>
          <a:p>
            <a:pPr indent="0" algn="ctr">
              <a:buNone/>
            </a:pPr>
            <a:endParaRPr lang="de-AT" sz="3200" b="0" strike="noStrike" spc="-1">
              <a:solidFill>
                <a:srgbClr val="000000"/>
              </a:solidFill>
              <a:latin typeface="Arial"/>
            </a:endParaRPr>
          </a:p>
        </p:txBody>
      </p:sp>
      <p:sp>
        <p:nvSpPr>
          <p:cNvPr id="2" name="PlaceHolder 3"/>
          <p:cNvSpPr>
            <a:spLocks noGrp="1"/>
          </p:cNvSpPr>
          <p:nvPr>
            <p:ph type="ftr" idx="2"/>
          </p:nvPr>
        </p:nvSpPr>
        <p:spPr/>
        <p:txBody>
          <a:bodyPr/>
          <a:lstStyle/>
          <a:p>
            <a:r>
              <a:t>Footer</a:t>
            </a:r>
          </a:p>
        </p:txBody>
      </p:sp>
      <p:sp>
        <p:nvSpPr>
          <p:cNvPr id="3" name="PlaceHolder 4"/>
          <p:cNvSpPr>
            <a:spLocks noGrp="1"/>
          </p:cNvSpPr>
          <p:nvPr>
            <p:ph type="sldNum" idx="3"/>
          </p:nvPr>
        </p:nvSpPr>
        <p:spPr/>
        <p:txBody>
          <a:bodyPr/>
          <a:lstStyle/>
          <a:p>
            <a:fld id="{FA7EECEE-2F6B-467B-8B39-EC262E94499F}" type="slidenum">
              <a:t>‹Nr.›</a:t>
            </a:fld>
            <a:endParaRPr/>
          </a:p>
        </p:txBody>
      </p:sp>
      <p:sp>
        <p:nvSpPr>
          <p:cNvPr id="6" name="PlaceHolder 5"/>
          <p:cNvSpPr>
            <a:spLocks noGrp="1"/>
          </p:cNvSpPr>
          <p:nvPr>
            <p:ph type="dt" idx="1"/>
          </p:nvPr>
        </p:nvSpPr>
        <p:spPr/>
        <p:txBody>
          <a:body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lstStyle/>
          <a:p>
            <a:r>
              <a:t>Footer</a:t>
            </a:r>
          </a:p>
        </p:txBody>
      </p:sp>
      <p:sp>
        <p:nvSpPr>
          <p:cNvPr id="3" name="PlaceHolder 2"/>
          <p:cNvSpPr>
            <a:spLocks noGrp="1"/>
          </p:cNvSpPr>
          <p:nvPr>
            <p:ph type="sldNum" idx="27"/>
          </p:nvPr>
        </p:nvSpPr>
        <p:spPr/>
        <p:txBody>
          <a:bodyPr/>
          <a:lstStyle/>
          <a:p>
            <a:fld id="{99CC0D31-2224-4E13-9E77-306A271CE5A5}" type="slidenum">
              <a:t>‹Nr.›</a:t>
            </a:fld>
            <a:endParaRPr/>
          </a:p>
        </p:txBody>
      </p:sp>
      <p:sp>
        <p:nvSpPr>
          <p:cNvPr id="4" name="PlaceHolder 3"/>
          <p:cNvSpPr>
            <a:spLocks noGrp="1"/>
          </p:cNvSpPr>
          <p:nvPr>
            <p:ph type="dt" idx="25"/>
          </p:nvPr>
        </p:nvSpPr>
        <p:spPr/>
        <p:txBody>
          <a:body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72"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73" name="PlaceHolder 2"/>
          <p:cNvSpPr>
            <a:spLocks noGrp="1"/>
          </p:cNvSpPr>
          <p:nvPr>
            <p:ph type="subTitle"/>
          </p:nvPr>
        </p:nvSpPr>
        <p:spPr>
          <a:xfrm>
            <a:off x="914400" y="2406960"/>
            <a:ext cx="16458840" cy="5965920"/>
          </a:xfrm>
          <a:prstGeom prst="rect">
            <a:avLst/>
          </a:prstGeom>
          <a:noFill/>
          <a:ln w="0">
            <a:noFill/>
          </a:ln>
        </p:spPr>
        <p:txBody>
          <a:bodyPr lIns="0" tIns="0" rIns="0" bIns="0" anchor="ctr">
            <a:noAutofit/>
          </a:bodyPr>
          <a:lstStyle/>
          <a:p>
            <a:pPr indent="0" algn="ctr">
              <a:buNone/>
            </a:pPr>
            <a:endParaRPr lang="de-AT" sz="3200" b="0" strike="noStrike" spc="-1">
              <a:solidFill>
                <a:srgbClr val="000000"/>
              </a:solidFill>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2E946B1E-915B-45A6-9111-CEC363C1624D}" type="slidenum">
              <a:t>‹Nr.›</a:t>
            </a:fld>
            <a:endParaRPr/>
          </a:p>
        </p:txBody>
      </p:sp>
      <p:sp>
        <p:nvSpPr>
          <p:cNvPr id="6" name="PlaceHolder 5"/>
          <p:cNvSpPr>
            <a:spLocks noGrp="1"/>
          </p:cNvSpPr>
          <p:nvPr>
            <p:ph type="dt" idx="36"/>
          </p:nvPr>
        </p:nvSpPr>
        <p:spPr/>
        <p:txBody>
          <a:body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lstStyle/>
          <a:p>
            <a:r>
              <a:t>Footer</a:t>
            </a:r>
          </a:p>
        </p:txBody>
      </p:sp>
      <p:sp>
        <p:nvSpPr>
          <p:cNvPr id="3" name="PlaceHolder 2"/>
          <p:cNvSpPr>
            <a:spLocks noGrp="1"/>
          </p:cNvSpPr>
          <p:nvPr>
            <p:ph type="sldNum" idx="38"/>
          </p:nvPr>
        </p:nvSpPr>
        <p:spPr/>
        <p:txBody>
          <a:bodyPr/>
          <a:lstStyle/>
          <a:p>
            <a:fld id="{874CC747-E09C-4D30-A267-4E1FF8FB8704}" type="slidenum">
              <a:t>‹Nr.›</a:t>
            </a:fld>
            <a:endParaRPr/>
          </a:p>
        </p:txBody>
      </p:sp>
      <p:sp>
        <p:nvSpPr>
          <p:cNvPr id="4" name="PlaceHolder 3"/>
          <p:cNvSpPr>
            <a:spLocks noGrp="1"/>
          </p:cNvSpPr>
          <p:nvPr>
            <p:ph type="dt" idx="39"/>
          </p:nvPr>
        </p:nvSpPr>
        <p:spPr/>
        <p:txBody>
          <a:body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p>
            <a:pPr indent="0" algn="ctr" defTabSz="914400">
              <a:lnSpc>
                <a:spcPct val="100000"/>
              </a:lnSpc>
              <a:buNone/>
            </a:pPr>
            <a:r>
              <a:rPr lang="en-US" sz="4400" b="0" strike="noStrike" spc="-1">
                <a:solidFill>
                  <a:schemeClr val="dk1"/>
                </a:solidFill>
                <a:latin typeface="Calibri"/>
              </a:rPr>
              <a:t>Click to edit Master title style</a:t>
            </a:r>
          </a:p>
        </p:txBody>
      </p:sp>
      <p:sp>
        <p:nvSpPr>
          <p:cNvPr id="5"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defTabSz="914400">
              <a:lnSpc>
                <a:spcPct val="100000"/>
              </a:lnSpc>
              <a:buNone/>
              <a:defRPr lang="en-US" sz="1200" b="0" strike="noStrike" spc="-1">
                <a:solidFill>
                  <a:schemeClr val="dk1">
                    <a:tint val="75000"/>
                  </a:schemeClr>
                </a:solidFill>
                <a:latin typeface="Calibri"/>
              </a:defRPr>
            </a:lvl1pPr>
          </a:lstStyle>
          <a:p>
            <a:pPr indent="0" defTabSz="914400">
              <a:lnSpc>
                <a:spcPct val="100000"/>
              </a:lnSpc>
              <a:buNone/>
            </a:pPr>
            <a:r>
              <a:rPr lang="en-US" sz="1200" b="0" strike="noStrike" spc="-1">
                <a:solidFill>
                  <a:schemeClr val="dk1">
                    <a:tint val="75000"/>
                  </a:schemeClr>
                </a:solidFill>
                <a:latin typeface="Calibri"/>
              </a:rPr>
              <a:t> </a:t>
            </a:r>
            <a:endParaRPr lang="de-AT" sz="1200" b="0" strike="noStrike" spc="-1">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de-AT" sz="1400" b="0" strike="noStrike" spc="-1">
                <a:solidFill>
                  <a:srgbClr val="000000"/>
                </a:solidFill>
                <a:latin typeface="Times New Roman"/>
              </a:defRPr>
            </a:lvl1pPr>
          </a:lstStyle>
          <a:p>
            <a:pPr indent="0" algn="ctr">
              <a:buNone/>
            </a:pPr>
            <a:r>
              <a:rPr lang="de-AT" sz="1400" b="0" strike="noStrike" spc="-1">
                <a:solidFill>
                  <a:srgbClr val="000000"/>
                </a:solidFill>
                <a:latin typeface="Times New Roman"/>
              </a:rPr>
              <a:t> </a:t>
            </a: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strike="noStrike" spc="-1">
                <a:solidFill>
                  <a:schemeClr val="dk1">
                    <a:tint val="75000"/>
                  </a:schemeClr>
                </a:solidFill>
                <a:latin typeface="Calibri"/>
              </a:defRPr>
            </a:lvl1pPr>
          </a:lstStyle>
          <a:p>
            <a:pPr indent="0" algn="r" defTabSz="914400">
              <a:lnSpc>
                <a:spcPct val="100000"/>
              </a:lnSpc>
              <a:buNone/>
            </a:pPr>
            <a:fld id="{C61503AA-5246-42FC-AA7D-33A38BC9AD77}" type="slidenum">
              <a:rPr lang="en-US" sz="1200" b="0" strike="noStrike" spc="-1">
                <a:solidFill>
                  <a:schemeClr val="dk1">
                    <a:tint val="75000"/>
                  </a:schemeClr>
                </a:solidFill>
                <a:latin typeface="Calibri"/>
              </a:rPr>
              <a:t>‹Nr.›</a:t>
            </a:fld>
            <a:endParaRPr lang="de-AT" sz="12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defTabSz="914400">
              <a:lnSpc>
                <a:spcPct val="100000"/>
              </a:lnSpc>
              <a:buNone/>
              <a:defRPr lang="en-US" sz="1200" b="0" strike="noStrike" spc="-1">
                <a:solidFill>
                  <a:schemeClr val="dk1">
                    <a:tint val="75000"/>
                  </a:schemeClr>
                </a:solidFill>
                <a:latin typeface="Calibri"/>
              </a:defRPr>
            </a:lvl1pPr>
          </a:lstStyle>
          <a:p>
            <a:pPr indent="0" defTabSz="914400">
              <a:lnSpc>
                <a:spcPct val="100000"/>
              </a:lnSpc>
              <a:buNone/>
            </a:pPr>
            <a:r>
              <a:rPr lang="en-US" sz="1200" b="0" strike="noStrike" spc="-1">
                <a:solidFill>
                  <a:schemeClr val="dk1">
                    <a:tint val="75000"/>
                  </a:schemeClr>
                </a:solidFill>
                <a:latin typeface="Calibri"/>
              </a:rPr>
              <a:t>&lt;Datum/Uhrzeit&gt;</a:t>
            </a:r>
            <a:endParaRPr lang="de-AT" sz="1200" b="0" strike="noStrike" spc="-1">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de-AT" sz="1400" b="0" strike="noStrike" spc="-1">
                <a:solidFill>
                  <a:srgbClr val="000000"/>
                </a:solidFill>
                <a:latin typeface="Times New Roman"/>
              </a:defRPr>
            </a:lvl1pPr>
          </a:lstStyle>
          <a:p>
            <a:pPr indent="0" algn="ctr">
              <a:buNone/>
            </a:pPr>
            <a:r>
              <a:rPr lang="de-AT" sz="1400" b="0" strike="noStrike" spc="-1">
                <a:solidFill>
                  <a:srgbClr val="000000"/>
                </a:solidFill>
                <a:latin typeface="Times New Roman"/>
              </a:rPr>
              <a:t>&lt;Fußzeile&gt;</a:t>
            </a: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strike="noStrike" spc="-1">
                <a:solidFill>
                  <a:schemeClr val="dk1">
                    <a:tint val="75000"/>
                  </a:schemeClr>
                </a:solidFill>
                <a:latin typeface="Calibri"/>
              </a:defRPr>
            </a:lvl1pPr>
          </a:lstStyle>
          <a:p>
            <a:pPr indent="0" algn="r" defTabSz="914400">
              <a:lnSpc>
                <a:spcPct val="100000"/>
              </a:lnSpc>
              <a:buNone/>
            </a:pPr>
            <a:fld id="{B78B57CE-9233-4D42-88CA-44CFC9D73484}" type="slidenum">
              <a:rPr lang="en-US" sz="1200" b="0" strike="noStrike" spc="-1">
                <a:solidFill>
                  <a:schemeClr val="dk1">
                    <a:tint val="75000"/>
                  </a:schemeClr>
                </a:solidFill>
                <a:latin typeface="Calibri"/>
              </a:rPr>
              <a:t>‹Nr.›</a:t>
            </a:fld>
            <a:endParaRPr lang="de-AT" sz="1200" b="0" strike="noStrike" spc="-1">
              <a:solidFill>
                <a:srgbClr val="000000"/>
              </a:solidFill>
              <a:latin typeface="Times New Roman"/>
            </a:endParaRPr>
          </a:p>
        </p:txBody>
      </p:sp>
      <p:sp>
        <p:nvSpPr>
          <p:cNvPr id="53" name="PlaceHolder 4"/>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buNone/>
            </a:pPr>
            <a:r>
              <a:rPr lang="en-US" sz="1800" b="0" strike="noStrike" spc="-1">
                <a:solidFill>
                  <a:schemeClr val="dk1"/>
                </a:solidFill>
                <a:latin typeface="Calibri"/>
              </a:rPr>
              <a:t>Format des Titeltextes durch Klicken bearbeiten</a:t>
            </a:r>
          </a:p>
        </p:txBody>
      </p:sp>
      <p:sp>
        <p:nvSpPr>
          <p:cNvPr id="54" name="PlaceHolder 5"/>
          <p:cNvSpPr>
            <a:spLocks noGrp="1"/>
          </p:cNvSpPr>
          <p:nvPr>
            <p:ph type="body"/>
          </p:nvPr>
        </p:nvSpPr>
        <p:spPr>
          <a:xfrm>
            <a:off x="914400" y="2406960"/>
            <a:ext cx="16458840" cy="5965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Format des Gliederungstextes durch Klicken bearbeiten</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Zweite Gliederungsebene</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Dritte Gliederungsebene</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Vierte Gliederungsebene</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Fünfte Gliederungsebene</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Sechste Gliederungsebene</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7"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buNone/>
            </a:pPr>
            <a:r>
              <a:rPr lang="de-AT" sz="1800" b="0" strike="noStrike" spc="-1">
                <a:solidFill>
                  <a:srgbClr val="000000"/>
                </a:solidFill>
                <a:latin typeface="Arial"/>
              </a:rPr>
              <a:t>Format des Titeltextes durch Klicken bearbeiten</a:t>
            </a:r>
          </a:p>
        </p:txBody>
      </p:sp>
      <p:sp>
        <p:nvSpPr>
          <p:cNvPr id="68" name="PlaceHolder 2"/>
          <p:cNvSpPr>
            <a:spLocks noGrp="1"/>
          </p:cNvSpPr>
          <p:nvPr>
            <p:ph type="ftr" idx="34"/>
          </p:nvPr>
        </p:nvSpPr>
        <p:spPr>
          <a:xfrm>
            <a:off x="3124080" y="6356520"/>
            <a:ext cx="2894760" cy="364320"/>
          </a:xfrm>
          <a:prstGeom prst="rect">
            <a:avLst/>
          </a:prstGeom>
          <a:noFill/>
          <a:ln w="0">
            <a:noFill/>
          </a:ln>
        </p:spPr>
        <p:txBody>
          <a:bodyPr lIns="91440" tIns="45720" rIns="91440" bIns="45720" anchor="ctr">
            <a:noAutofit/>
          </a:bodyPr>
          <a:lstStyle>
            <a:lvl1pPr indent="0" algn="ctr">
              <a:buNone/>
              <a:defRPr lang="de-AT" sz="1400" b="0" strike="noStrike" spc="-1">
                <a:solidFill>
                  <a:srgbClr val="000000"/>
                </a:solidFill>
                <a:latin typeface="Times New Roman"/>
              </a:defRPr>
            </a:lvl1pPr>
          </a:lstStyle>
          <a:p>
            <a:pPr indent="0" algn="ctr">
              <a:buNone/>
            </a:pPr>
            <a:r>
              <a:rPr lang="de-AT" sz="1400" b="0" strike="noStrike" spc="-1">
                <a:solidFill>
                  <a:srgbClr val="000000"/>
                </a:solidFill>
                <a:latin typeface="Times New Roman"/>
              </a:rPr>
              <a:t>&lt;Fußzeile&gt;</a:t>
            </a:r>
          </a:p>
        </p:txBody>
      </p:sp>
      <p:sp>
        <p:nvSpPr>
          <p:cNvPr id="69" name="PlaceHolder 3"/>
          <p:cNvSpPr>
            <a:spLocks noGrp="1"/>
          </p:cNvSpPr>
          <p:nvPr>
            <p:ph type="sldNum" idx="35"/>
          </p:nvPr>
        </p:nvSpPr>
        <p:spPr>
          <a:xfrm>
            <a:off x="6553080" y="6356520"/>
            <a:ext cx="213300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strike="noStrike" spc="-1">
                <a:solidFill>
                  <a:srgbClr val="888888"/>
                </a:solidFill>
                <a:latin typeface="Calibri"/>
                <a:ea typeface="Calibri"/>
              </a:defRPr>
            </a:lvl1pPr>
          </a:lstStyle>
          <a:p>
            <a:pPr indent="0" algn="r">
              <a:lnSpc>
                <a:spcPct val="100000"/>
              </a:lnSpc>
              <a:buNone/>
              <a:tabLst>
                <a:tab pos="0" algn="l"/>
              </a:tabLst>
            </a:pPr>
            <a:fld id="{9EE2336A-4367-4A21-AC24-FAB29F25B9D4}" type="slidenum">
              <a:rPr lang="en-US" sz="1200" b="0" strike="noStrike" spc="-1">
                <a:solidFill>
                  <a:srgbClr val="888888"/>
                </a:solidFill>
                <a:latin typeface="Calibri"/>
                <a:ea typeface="Calibri"/>
              </a:rPr>
              <a:t>‹Nr.›</a:t>
            </a:fld>
            <a:endParaRPr lang="de-AT" sz="1200" b="0" strike="noStrike" spc="-1">
              <a:solidFill>
                <a:srgbClr val="000000"/>
              </a:solidFill>
              <a:latin typeface="Times New Roman"/>
            </a:endParaRPr>
          </a:p>
        </p:txBody>
      </p:sp>
      <p:sp>
        <p:nvSpPr>
          <p:cNvPr id="70" name="PlaceHolder 4"/>
          <p:cNvSpPr>
            <a:spLocks noGrp="1"/>
          </p:cNvSpPr>
          <p:nvPr>
            <p:ph type="dt" idx="36"/>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de-AT" sz="1400" b="0" strike="noStrike" spc="-1">
                <a:solidFill>
                  <a:srgbClr val="000000"/>
                </a:solidFill>
                <a:latin typeface="Times New Roman"/>
              </a:defRPr>
            </a:lvl1pPr>
          </a:lstStyle>
          <a:p>
            <a:pPr indent="0">
              <a:buNone/>
            </a:pPr>
            <a:r>
              <a:rPr lang="de-AT" sz="1400" b="0" strike="noStrike" spc="-1">
                <a:solidFill>
                  <a:srgbClr val="000000"/>
                </a:solidFill>
                <a:latin typeface="Times New Roman"/>
              </a:rPr>
              <a:t>&lt;Datum/Uhrzeit&gt;</a:t>
            </a:r>
          </a:p>
        </p:txBody>
      </p:sp>
      <p:sp>
        <p:nvSpPr>
          <p:cNvPr id="71" name="PlaceHolder 5"/>
          <p:cNvSpPr>
            <a:spLocks noGrp="1"/>
          </p:cNvSpPr>
          <p:nvPr>
            <p:ph type="body"/>
          </p:nvPr>
        </p:nvSpPr>
        <p:spPr>
          <a:xfrm>
            <a:off x="914400" y="2406960"/>
            <a:ext cx="16458840" cy="5965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AT"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AT"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AT"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AT"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AT" sz="20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AT" sz="20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AT" sz="2000" b="0" strike="noStrike" spc="-1">
                <a:solidFill>
                  <a:srgbClr val="000000"/>
                </a:solidFill>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PlaceHolder 1"/>
          <p:cNvSpPr>
            <a:spLocks noGrp="1"/>
          </p:cNvSpPr>
          <p:nvPr>
            <p:ph type="ftr" idx="37"/>
          </p:nvPr>
        </p:nvSpPr>
        <p:spPr>
          <a:xfrm>
            <a:off x="3124080" y="6356520"/>
            <a:ext cx="2894760" cy="364320"/>
          </a:xfrm>
          <a:prstGeom prst="rect">
            <a:avLst/>
          </a:prstGeom>
          <a:noFill/>
          <a:ln w="0">
            <a:noFill/>
          </a:ln>
        </p:spPr>
        <p:txBody>
          <a:bodyPr lIns="91440" tIns="45720" rIns="91440" bIns="45720" anchor="ctr">
            <a:noAutofit/>
          </a:bodyPr>
          <a:lstStyle>
            <a:lvl1pPr indent="0" algn="ctr">
              <a:buNone/>
              <a:defRPr lang="de-AT" sz="1400" b="0" strike="noStrike" spc="-1">
                <a:solidFill>
                  <a:srgbClr val="000000"/>
                </a:solidFill>
                <a:latin typeface="Times New Roman"/>
              </a:defRPr>
            </a:lvl1pPr>
          </a:lstStyle>
          <a:p>
            <a:pPr indent="0" algn="ctr">
              <a:buNone/>
            </a:pPr>
            <a:r>
              <a:rPr lang="de-AT" sz="1400" b="0" strike="noStrike" spc="-1">
                <a:solidFill>
                  <a:srgbClr val="000000"/>
                </a:solidFill>
                <a:latin typeface="Times New Roman"/>
              </a:rPr>
              <a:t>&lt;Fußzeile&gt;</a:t>
            </a:r>
          </a:p>
        </p:txBody>
      </p:sp>
      <p:sp>
        <p:nvSpPr>
          <p:cNvPr id="75" name="PlaceHolder 2"/>
          <p:cNvSpPr>
            <a:spLocks noGrp="1"/>
          </p:cNvSpPr>
          <p:nvPr>
            <p:ph type="sldNum" idx="38"/>
          </p:nvPr>
        </p:nvSpPr>
        <p:spPr>
          <a:xfrm>
            <a:off x="6553080" y="6356520"/>
            <a:ext cx="213300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strike="noStrike" spc="-1">
                <a:solidFill>
                  <a:srgbClr val="888888"/>
                </a:solidFill>
                <a:latin typeface="Calibri"/>
                <a:ea typeface="Calibri"/>
              </a:defRPr>
            </a:lvl1pPr>
          </a:lstStyle>
          <a:p>
            <a:pPr indent="0" algn="r">
              <a:lnSpc>
                <a:spcPct val="100000"/>
              </a:lnSpc>
              <a:buNone/>
              <a:tabLst>
                <a:tab pos="0" algn="l"/>
              </a:tabLst>
            </a:pPr>
            <a:fld id="{2D6D501F-DF76-4EA7-8760-355DCF3E1915}" type="slidenum">
              <a:rPr lang="en-US" sz="1200" b="0" strike="noStrike" spc="-1">
                <a:solidFill>
                  <a:srgbClr val="888888"/>
                </a:solidFill>
                <a:latin typeface="Calibri"/>
                <a:ea typeface="Calibri"/>
              </a:rPr>
              <a:t>‹Nr.›</a:t>
            </a:fld>
            <a:endParaRPr lang="de-AT" sz="1200" b="0" strike="noStrike" spc="-1">
              <a:solidFill>
                <a:srgbClr val="000000"/>
              </a:solidFill>
              <a:latin typeface="Times New Roman"/>
            </a:endParaRPr>
          </a:p>
        </p:txBody>
      </p:sp>
      <p:sp>
        <p:nvSpPr>
          <p:cNvPr id="76" name="PlaceHolder 3"/>
          <p:cNvSpPr>
            <a:spLocks noGrp="1"/>
          </p:cNvSpPr>
          <p:nvPr>
            <p:ph type="dt" idx="39"/>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de-AT" sz="1400" b="0" strike="noStrike" spc="-1">
                <a:solidFill>
                  <a:srgbClr val="000000"/>
                </a:solidFill>
                <a:latin typeface="Times New Roman"/>
              </a:defRPr>
            </a:lvl1pPr>
          </a:lstStyle>
          <a:p>
            <a:pPr indent="0">
              <a:buNone/>
            </a:pPr>
            <a:r>
              <a:rPr lang="de-AT" sz="1400" b="0" strike="noStrike" spc="-1">
                <a:solidFill>
                  <a:srgbClr val="000000"/>
                </a:solidFill>
                <a:latin typeface="Times New Roman"/>
              </a:rPr>
              <a:t>&lt;Datum/Uhrzeit&gt;</a:t>
            </a:r>
          </a:p>
        </p:txBody>
      </p:sp>
      <p:sp>
        <p:nvSpPr>
          <p:cNvPr id="77" name="PlaceHolder 4"/>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buNone/>
            </a:pPr>
            <a:r>
              <a:rPr lang="de-AT" sz="1400" b="0" strike="noStrike" spc="-1">
                <a:solidFill>
                  <a:srgbClr val="000000"/>
                </a:solidFill>
                <a:latin typeface="Arial"/>
              </a:rPr>
              <a:t>Format des Titeltextes durch Klicken bearbeiten</a:t>
            </a:r>
          </a:p>
        </p:txBody>
      </p:sp>
      <p:sp>
        <p:nvSpPr>
          <p:cNvPr id="78" name="PlaceHolder 5"/>
          <p:cNvSpPr>
            <a:spLocks noGrp="1"/>
          </p:cNvSpPr>
          <p:nvPr>
            <p:ph type="body"/>
          </p:nvPr>
        </p:nvSpPr>
        <p:spPr>
          <a:xfrm>
            <a:off x="914400" y="2406960"/>
            <a:ext cx="16458840" cy="5965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AT"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AT"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AT"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AT"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AT" sz="20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AT" sz="20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AT" sz="2000" b="0" strike="noStrike" spc="-1">
                <a:solidFill>
                  <a:srgbClr val="000000"/>
                </a:solidFill>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3"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10.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hyperlink" Target="https://tinasophie15.github.io/tcpp_project_chatgpt_learn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3"/>
          <p:cNvGrpSpPr/>
          <p:nvPr/>
        </p:nvGrpSpPr>
        <p:grpSpPr>
          <a:xfrm>
            <a:off x="8991720" y="-135360"/>
            <a:ext cx="9295920" cy="10445040"/>
            <a:chOff x="8991720" y="-135360"/>
            <a:chExt cx="9295920" cy="10445040"/>
          </a:xfrm>
        </p:grpSpPr>
        <p:sp>
          <p:nvSpPr>
            <p:cNvPr id="86" name="Freeform 4"/>
            <p:cNvSpPr/>
            <p:nvPr/>
          </p:nvSpPr>
          <p:spPr>
            <a:xfrm>
              <a:off x="8991720" y="0"/>
              <a:ext cx="9295920" cy="10309680"/>
            </a:xfrm>
            <a:custGeom>
              <a:avLst/>
              <a:gdLst>
                <a:gd name="textAreaLeft" fmla="*/ 0 w 9295920"/>
                <a:gd name="textAreaRight" fmla="*/ 9296280 w 9295920"/>
                <a:gd name="textAreaTop" fmla="*/ 0 h 10309680"/>
                <a:gd name="textAreaBottom" fmla="*/ 10310040 h 10309680"/>
              </a:gdLst>
              <a:ahLst/>
              <a:cxnLst/>
              <a:rect l="textAreaLeft" t="textAreaTop" r="textAreaRight" b="textAreaBottom"/>
              <a:pathLst>
                <a:path w="2570205" h="2899719">
                  <a:moveTo>
                    <a:pt x="0" y="0"/>
                  </a:moveTo>
                  <a:lnTo>
                    <a:pt x="2570205" y="0"/>
                  </a:lnTo>
                  <a:lnTo>
                    <a:pt x="2570205" y="2899719"/>
                  </a:lnTo>
                  <a:lnTo>
                    <a:pt x="0" y="2899719"/>
                  </a:lnTo>
                  <a:close/>
                </a:path>
              </a:pathLst>
            </a:custGeom>
            <a:solidFill>
              <a:srgbClr val="6D98BA"/>
            </a:solidFill>
            <a:ln w="28575" cap="sq">
              <a:solidFill>
                <a:srgbClr val="000000"/>
              </a:solidFill>
              <a:miter/>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87" name="TextBox 5"/>
            <p:cNvSpPr/>
            <p:nvPr/>
          </p:nvSpPr>
          <p:spPr>
            <a:xfrm>
              <a:off x="8991720" y="-135360"/>
              <a:ext cx="9295920" cy="10445040"/>
            </a:xfrm>
            <a:prstGeom prst="rect">
              <a:avLst/>
            </a:prstGeom>
            <a:solidFill>
              <a:srgbClr val="6D98BA"/>
            </a:solidFill>
            <a:ln w="0">
              <a:solidFill>
                <a:srgbClr val="000000"/>
              </a:solidFill>
            </a:ln>
          </p:spPr>
          <p:style>
            <a:lnRef idx="0">
              <a:scrgbClr r="0" g="0" b="0"/>
            </a:lnRef>
            <a:fillRef idx="0">
              <a:scrgbClr r="0" g="0" b="0"/>
            </a:fillRef>
            <a:effectRef idx="0">
              <a:scrgbClr r="0" g="0" b="0"/>
            </a:effectRef>
            <a:fontRef idx="minor"/>
          </p:style>
          <p:txBody>
            <a:bodyPr lIns="50760" tIns="50760" rIns="50760" bIns="50760" anchor="ctr">
              <a:noAutofit/>
            </a:bodyPr>
            <a:lstStyle/>
            <a:p>
              <a:pPr algn="ctr" defTabSz="914400">
                <a:lnSpc>
                  <a:spcPts val="2659"/>
                </a:lnSpc>
              </a:pPr>
              <a:endParaRPr lang="en-US" sz="1800" b="0" strike="noStrike" spc="-1">
                <a:solidFill>
                  <a:schemeClr val="dk1"/>
                </a:solidFill>
                <a:latin typeface="Calibri"/>
              </a:endParaRPr>
            </a:p>
          </p:txBody>
        </p:sp>
      </p:grpSp>
      <p:sp>
        <p:nvSpPr>
          <p:cNvPr id="88" name="Freeform 2"/>
          <p:cNvSpPr/>
          <p:nvPr/>
        </p:nvSpPr>
        <p:spPr>
          <a:xfrm>
            <a:off x="632520" y="3969360"/>
            <a:ext cx="7729200" cy="5893200"/>
          </a:xfrm>
          <a:custGeom>
            <a:avLst/>
            <a:gdLst>
              <a:gd name="textAreaLeft" fmla="*/ 0 w 7729200"/>
              <a:gd name="textAreaRight" fmla="*/ 7729560 w 7729200"/>
              <a:gd name="textAreaTop" fmla="*/ 0 h 5893200"/>
              <a:gd name="textAreaBottom" fmla="*/ 5893560 h 5893200"/>
            </a:gdLst>
            <a:ahLst/>
            <a:cxnLst/>
            <a:rect l="textAreaLeft" t="textAreaTop" r="textAreaRight" b="textAreaBottom"/>
            <a:pathLst>
              <a:path w="7729481" h="5893729">
                <a:moveTo>
                  <a:pt x="0" y="0"/>
                </a:moveTo>
                <a:lnTo>
                  <a:pt x="7729481" y="0"/>
                </a:lnTo>
                <a:lnTo>
                  <a:pt x="7729481" y="5893729"/>
                </a:lnTo>
                <a:lnTo>
                  <a:pt x="0" y="5893729"/>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89" name="TextBox 6"/>
          <p:cNvSpPr/>
          <p:nvPr/>
        </p:nvSpPr>
        <p:spPr>
          <a:xfrm>
            <a:off x="1325880" y="1103040"/>
            <a:ext cx="15635880" cy="365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6000" b="0" strike="noStrike" spc="-1" dirty="0">
                <a:solidFill>
                  <a:schemeClr val="dk1"/>
                </a:solidFill>
                <a:latin typeface="Fredoka"/>
                <a:ea typeface="Fredoka"/>
              </a:rPr>
              <a:t>Does ChatGPT enhance student learning? </a:t>
            </a:r>
            <a:br>
              <a:rPr sz="6000" dirty="0"/>
            </a:br>
            <a:r>
              <a:rPr lang="en-US" sz="6000" b="0" strike="noStrike" spc="-1" dirty="0">
                <a:solidFill>
                  <a:schemeClr val="dk1"/>
                </a:solidFill>
                <a:latin typeface="Fredoka"/>
                <a:ea typeface="Fredoka"/>
              </a:rPr>
              <a:t>A systematic review and meta-analysis of experimental studies</a:t>
            </a:r>
            <a:endParaRPr lang="de-AT" sz="6000" b="0" strike="noStrike" spc="-1" dirty="0">
              <a:solidFill>
                <a:srgbClr val="000000"/>
              </a:solidFill>
              <a:latin typeface="Arial"/>
            </a:endParaRPr>
          </a:p>
        </p:txBody>
      </p:sp>
      <p:sp>
        <p:nvSpPr>
          <p:cNvPr id="90" name="Textfeld 3"/>
          <p:cNvSpPr/>
          <p:nvPr/>
        </p:nvSpPr>
        <p:spPr>
          <a:xfrm>
            <a:off x="5279400" y="3998880"/>
            <a:ext cx="7729200" cy="57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de-AT" sz="3200" b="0" strike="noStrike" spc="-1">
                <a:solidFill>
                  <a:schemeClr val="dk1"/>
                </a:solidFill>
                <a:latin typeface="Fredoka"/>
              </a:rPr>
              <a:t>Deng et al. (2024)</a:t>
            </a:r>
            <a:endParaRPr lang="de-AT" sz="3200" b="0" strike="noStrike" spc="-1">
              <a:solidFill>
                <a:srgbClr val="000000"/>
              </a:solidFill>
              <a:latin typeface="Arial"/>
            </a:endParaRPr>
          </a:p>
        </p:txBody>
      </p:sp>
      <p:sp>
        <p:nvSpPr>
          <p:cNvPr id="91" name="Textfeld 5"/>
          <p:cNvSpPr/>
          <p:nvPr/>
        </p:nvSpPr>
        <p:spPr>
          <a:xfrm>
            <a:off x="10091520" y="7429680"/>
            <a:ext cx="815292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3600" b="0" strike="noStrike" spc="-1" dirty="0">
                <a:solidFill>
                  <a:schemeClr val="dk1"/>
                </a:solidFill>
                <a:latin typeface="Century Gothic"/>
              </a:rPr>
              <a:t>Maria Clara Escanuela dos Santos</a:t>
            </a:r>
            <a:endParaRPr lang="de-AT" sz="3600" b="0" strike="noStrike" spc="-1" dirty="0">
              <a:solidFill>
                <a:srgbClr val="000000"/>
              </a:solidFill>
              <a:latin typeface="Arial"/>
            </a:endParaRPr>
          </a:p>
          <a:p>
            <a:pPr defTabSz="914400">
              <a:lnSpc>
                <a:spcPct val="100000"/>
              </a:lnSpc>
            </a:pPr>
            <a:r>
              <a:rPr lang="de-AT" sz="3600" b="0" strike="noStrike" spc="-1" dirty="0">
                <a:solidFill>
                  <a:schemeClr val="dk1"/>
                </a:solidFill>
                <a:latin typeface="Century Gothic"/>
              </a:rPr>
              <a:t>Marina Tatjana Hofer</a:t>
            </a:r>
            <a:endParaRPr lang="de-AT" sz="3600" b="0" strike="noStrike" spc="-1" dirty="0">
              <a:solidFill>
                <a:srgbClr val="000000"/>
              </a:solidFill>
              <a:latin typeface="Arial"/>
            </a:endParaRPr>
          </a:p>
          <a:p>
            <a:pPr defTabSz="914400">
              <a:lnSpc>
                <a:spcPct val="100000"/>
              </a:lnSpc>
            </a:pPr>
            <a:r>
              <a:rPr lang="de-AT" sz="3600" b="0" strike="noStrike" spc="-1" dirty="0">
                <a:solidFill>
                  <a:schemeClr val="dk1"/>
                </a:solidFill>
                <a:latin typeface="Century Gothic"/>
              </a:rPr>
              <a:t>Christina Sophie Knes</a:t>
            </a:r>
            <a:endParaRPr lang="de-AT" sz="3600" b="0" strike="noStrike" spc="-1" dirty="0">
              <a:solidFill>
                <a:srgbClr val="000000"/>
              </a:solidFill>
              <a:latin typeface="Arial"/>
            </a:endParaRPr>
          </a:p>
        </p:txBody>
      </p:sp>
      <p:pic>
        <p:nvPicPr>
          <p:cNvPr id="92" name="Picture 2" descr="Chatgpt logo Icon"/>
          <p:cNvPicPr/>
          <p:nvPr/>
        </p:nvPicPr>
        <p:blipFill>
          <a:blip r:embed="rId4"/>
          <a:stretch/>
        </p:blipFill>
        <p:spPr>
          <a:xfrm>
            <a:off x="2362320" y="6591240"/>
            <a:ext cx="837720" cy="837720"/>
          </a:xfrm>
          <a:prstGeom prst="rect">
            <a:avLst/>
          </a:prstGeom>
          <a:ln w="0">
            <a:noFill/>
          </a:ln>
        </p:spPr>
      </p:pic>
      <p:sp>
        <p:nvSpPr>
          <p:cNvPr id="93" name="Textfeld 92"/>
          <p:cNvSpPr txBox="1"/>
          <p:nvPr/>
        </p:nvSpPr>
        <p:spPr>
          <a:xfrm>
            <a:off x="9099720" y="5016600"/>
            <a:ext cx="215640" cy="232560"/>
          </a:xfrm>
          <a:prstGeom prst="rect">
            <a:avLst/>
          </a:prstGeom>
          <a:noFill/>
          <a:ln w="0">
            <a:noFill/>
          </a:ln>
        </p:spPr>
        <p:txBody>
          <a:bodyPr lIns="90000" tIns="45000" rIns="90000" bIns="45000" anchor="t">
            <a:noAutofit/>
          </a:bodyPr>
          <a:lstStyle/>
          <a:p>
            <a:r>
              <a:rPr lang="de-AT" sz="1000" b="0" strike="noStrike" spc="-1">
                <a:solidFill>
                  <a:srgbClr val="000000"/>
                </a:solidFill>
                <a:latin typeface="Arial"/>
              </a:rPr>
              <a:t> </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lnSpc>
                <a:spcPct val="100000"/>
              </a:lnSpc>
              <a:buNone/>
              <a:tabLst>
                <a:tab pos="0" algn="l"/>
              </a:tabLst>
            </a:pPr>
            <a:r>
              <a:rPr lang="en-US" sz="4400" b="0" strike="noStrike" spc="-1" dirty="0">
                <a:solidFill>
                  <a:schemeClr val="dk1"/>
                </a:solidFill>
                <a:latin typeface="Fredoka"/>
                <a:ea typeface="Fredoka"/>
              </a:rPr>
              <a:t>Why this meta-analysis?</a:t>
            </a:r>
            <a:endParaRPr lang="de-AT" sz="4400" b="0" strike="noStrike" spc="-1" dirty="0">
              <a:solidFill>
                <a:srgbClr val="000000"/>
              </a:solidFill>
              <a:latin typeface="Arial"/>
            </a:endParaRPr>
          </a:p>
        </p:txBody>
      </p:sp>
      <p:sp>
        <p:nvSpPr>
          <p:cNvPr id="97" name="PlaceHolder 2"/>
          <p:cNvSpPr>
            <a:spLocks noGrp="1"/>
          </p:cNvSpPr>
          <p:nvPr>
            <p:ph type="subTitle"/>
          </p:nvPr>
        </p:nvSpPr>
        <p:spPr>
          <a:xfrm>
            <a:off x="914400" y="2406960"/>
            <a:ext cx="16458480" cy="5965560"/>
          </a:xfrm>
          <a:prstGeom prst="rect">
            <a:avLst/>
          </a:prstGeom>
          <a:noFill/>
          <a:ln w="0">
            <a:noFill/>
          </a:ln>
        </p:spPr>
        <p:txBody>
          <a:bodyPr lIns="0" tIns="0" rIns="0" bIns="0" anchor="ctr">
            <a:noAutofit/>
          </a:bodyPr>
          <a:lstStyle/>
          <a:p>
            <a:pPr indent="0" algn="ctr">
              <a:buNone/>
            </a:pPr>
            <a:endParaRPr lang="de-AT" sz="1800" b="0" strike="noStrike" spc="-1">
              <a:solidFill>
                <a:srgbClr val="000000"/>
              </a:solidFill>
              <a:latin typeface="Arial"/>
              <a:ea typeface="Arial"/>
            </a:endParaRPr>
          </a:p>
        </p:txBody>
      </p:sp>
      <p:sp>
        <p:nvSpPr>
          <p:cNvPr id="98" name="Google Shape;51;p 2"/>
          <p:cNvSpPr/>
          <p:nvPr/>
        </p:nvSpPr>
        <p:spPr>
          <a:xfrm>
            <a:off x="4611600" y="7753680"/>
            <a:ext cx="806364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Core message: </a:t>
            </a:r>
            <a:r>
              <a:rPr lang="en-US" sz="2400" b="0" strike="noStrike" spc="-1">
                <a:solidFill>
                  <a:schemeClr val="dk1"/>
                </a:solidFill>
                <a:latin typeface="Century Gothic"/>
                <a:ea typeface="Century Gothic"/>
              </a:rPr>
              <a:t>The paper moves the debate from opinions about ChatGPT to experimental evidence about learning.</a:t>
            </a:r>
            <a:endParaRPr lang="de-AT" sz="2400" b="0" strike="noStrike" spc="-1">
              <a:solidFill>
                <a:srgbClr val="FFFFFF"/>
              </a:solidFill>
              <a:latin typeface="Arial"/>
            </a:endParaRPr>
          </a:p>
        </p:txBody>
      </p:sp>
      <p:sp>
        <p:nvSpPr>
          <p:cNvPr id="99" name="Google Shape;52;p 2"/>
          <p:cNvSpPr/>
          <p:nvPr/>
        </p:nvSpPr>
        <p:spPr>
          <a:xfrm>
            <a:off x="0" y="2486520"/>
            <a:ext cx="7166880" cy="4524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dirty="0">
                <a:solidFill>
                  <a:schemeClr val="dk1"/>
                </a:solidFill>
                <a:latin typeface="Century Gothic"/>
                <a:ea typeface="Century Gothic"/>
              </a:rPr>
              <a:t>Problem</a:t>
            </a:r>
            <a:endParaRPr lang="de-AT" sz="2400" b="0" strike="noStrike" spc="-1" dirty="0">
              <a:solidFill>
                <a:srgbClr val="FFFFFF"/>
              </a:solidFill>
              <a:latin typeface="Arial"/>
            </a:endParaRPr>
          </a:p>
          <a:p>
            <a:pPr algn="ctr">
              <a:lnSpc>
                <a:spcPct val="100000"/>
              </a:lnSpc>
              <a:tabLst>
                <a:tab pos="0" algn="l"/>
              </a:tabLst>
            </a:pPr>
            <a:endParaRPr lang="de-AT" sz="2400" b="0" strike="noStrike" spc="-1" dirty="0">
              <a:solidFill>
                <a:srgbClr val="FFFFFF"/>
              </a:solidFill>
              <a:latin typeface="Arial"/>
            </a:endParaRPr>
          </a:p>
          <a:p>
            <a:pPr algn="ctr">
              <a:lnSpc>
                <a:spcPct val="100000"/>
              </a:lnSpc>
              <a:tabLst>
                <a:tab pos="0" algn="l"/>
              </a:tabLst>
            </a:pPr>
            <a:r>
              <a:rPr lang="en-US" sz="2000" b="0" strike="noStrike" spc="-1" dirty="0">
                <a:solidFill>
                  <a:schemeClr val="dk1"/>
                </a:solidFill>
                <a:latin typeface="Century Gothic"/>
                <a:ea typeface="Century Gothic"/>
              </a:rPr>
              <a:t>ChatGPT is already used for explanations, writing, feedback and learning support. But many early studies only measured perceptions or correlations, which cannot tell us whether ChatGPT actually causes learning gains.</a:t>
            </a:r>
            <a:endParaRPr lang="de-AT" sz="2000" b="0" strike="noStrike" spc="-1" dirty="0">
              <a:solidFill>
                <a:srgbClr val="FFFFFF"/>
              </a:solidFill>
              <a:latin typeface="Arial"/>
            </a:endParaRPr>
          </a:p>
        </p:txBody>
      </p:sp>
      <p:sp>
        <p:nvSpPr>
          <p:cNvPr id="100" name="Google Shape;53;p 2"/>
          <p:cNvSpPr/>
          <p:nvPr/>
        </p:nvSpPr>
        <p:spPr>
          <a:xfrm flipH="1">
            <a:off x="13970160" y="3701880"/>
            <a:ext cx="4316760" cy="6584760"/>
          </a:xfrm>
          <a:custGeom>
            <a:avLst/>
            <a:gdLst>
              <a:gd name="textAreaLeft" fmla="*/ -360 w 4316760"/>
              <a:gd name="textAreaRight" fmla="*/ 4316760 w 4316760"/>
              <a:gd name="textAreaTop" fmla="*/ 0 h 6584760"/>
              <a:gd name="textAreaBottom" fmla="*/ 6585120 h 6584760"/>
            </a:gdLst>
            <a:ahLst/>
            <a:cxnLst/>
            <a:rect l="textAreaLeft" t="textAreaTop" r="textAreaRight" b="textAreaBottom"/>
            <a:pathLst>
              <a:path w="5718216" h="8780370">
                <a:moveTo>
                  <a:pt x="0" y="0"/>
                </a:moveTo>
                <a:lnTo>
                  <a:pt x="5718216" y="0"/>
                </a:lnTo>
                <a:lnTo>
                  <a:pt x="5718216" y="8780370"/>
                </a:lnTo>
                <a:lnTo>
                  <a:pt x="0" y="8780370"/>
                </a:lnTo>
                <a:lnTo>
                  <a:pt x="0" y="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AT" sz="1400" b="0" strike="noStrike" spc="-1">
              <a:solidFill>
                <a:srgbClr val="000000"/>
              </a:solidFill>
              <a:latin typeface="Arial"/>
            </a:endParaRPr>
          </a:p>
        </p:txBody>
      </p:sp>
      <p:sp>
        <p:nvSpPr>
          <p:cNvPr id="101" name="Google Shape;54;p 2"/>
          <p:cNvSpPr/>
          <p:nvPr/>
        </p:nvSpPr>
        <p:spPr>
          <a:xfrm>
            <a:off x="8180640" y="410400"/>
            <a:ext cx="7166880" cy="4524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dirty="0">
                <a:solidFill>
                  <a:schemeClr val="dk1"/>
                </a:solidFill>
                <a:latin typeface="Century Gothic"/>
                <a:ea typeface="Century Gothic"/>
              </a:rPr>
              <a:t>The review logic</a:t>
            </a:r>
            <a:endParaRPr lang="de-AT" sz="2400" b="0" strike="noStrike" spc="-1" dirty="0">
              <a:solidFill>
                <a:srgbClr val="FFFFFF"/>
              </a:solidFill>
              <a:latin typeface="Arial"/>
            </a:endParaRPr>
          </a:p>
          <a:p>
            <a:pPr algn="ctr">
              <a:lnSpc>
                <a:spcPct val="100000"/>
              </a:lnSpc>
              <a:tabLst>
                <a:tab pos="0" algn="l"/>
              </a:tabLst>
            </a:pPr>
            <a:endParaRPr lang="de-AT" sz="2400" b="0" strike="noStrike" spc="-1" dirty="0">
              <a:solidFill>
                <a:srgbClr val="FFFFFF"/>
              </a:solidFill>
              <a:latin typeface="Arial"/>
            </a:endParaRPr>
          </a:p>
          <a:p>
            <a:pPr algn="ctr">
              <a:lnSpc>
                <a:spcPct val="100000"/>
              </a:lnSpc>
              <a:tabLst>
                <a:tab pos="0" algn="l"/>
              </a:tabLst>
            </a:pPr>
            <a:r>
              <a:rPr lang="en-US" sz="2000" b="0" strike="noStrike" spc="-1" dirty="0">
                <a:solidFill>
                  <a:schemeClr val="dk1"/>
                </a:solidFill>
                <a:latin typeface="Century Gothic"/>
                <a:ea typeface="Century Gothic"/>
              </a:rPr>
              <a:t>Deng et al. focus on experimental and quasi-experimental studies. This makes the review more relevant for causal claims: what happens when students use ChatGPT compared with a control condition?</a:t>
            </a:r>
            <a:endParaRPr lang="de-AT" sz="2000" b="0" strike="noStrike" spc="-1" dirty="0">
              <a:solidFill>
                <a:srgbClr val="FFFFFF"/>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Google Shape;59;p7"/>
          <p:cNvSpPr/>
          <p:nvPr/>
        </p:nvSpPr>
        <p:spPr>
          <a:xfrm>
            <a:off x="8152200" y="6482160"/>
            <a:ext cx="8063640" cy="262944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r>
              <a:rPr lang="en-US" sz="2400" b="1" strike="noStrike" spc="-1">
                <a:solidFill>
                  <a:schemeClr val="dk1"/>
                </a:solidFill>
                <a:latin typeface="Century Gothic"/>
                <a:ea typeface="Century Gothic"/>
              </a:rPr>
              <a:t>Not: </a:t>
            </a:r>
            <a:r>
              <a:rPr lang="en-US" sz="2400" b="0" strike="noStrike" spc="-1">
                <a:solidFill>
                  <a:schemeClr val="dk1"/>
                </a:solidFill>
                <a:latin typeface="Century Gothic"/>
                <a:ea typeface="Century Gothic"/>
              </a:rPr>
              <a:t>“Does ChatGPT work?”</a:t>
            </a:r>
            <a:endParaRPr lang="de-AT" sz="2400" b="0" strike="noStrike" spc="-1">
              <a:solidFill>
                <a:srgbClr val="FFFFFF"/>
              </a:solidFill>
              <a:latin typeface="Arial"/>
            </a:endParaRPr>
          </a:p>
          <a:p>
            <a:pPr>
              <a:lnSpc>
                <a:spcPct val="100000"/>
              </a:lnSpc>
              <a:tabLst>
                <a:tab pos="0" algn="l"/>
              </a:tabLst>
            </a:pPr>
            <a:endParaRPr lang="de-AT" sz="2400" b="0" strike="noStrike" spc="-1">
              <a:solidFill>
                <a:srgbClr val="FFFFFF"/>
              </a:solidFill>
              <a:latin typeface="Arial"/>
            </a:endParaRPr>
          </a:p>
          <a:p>
            <a:pPr algn="r">
              <a:lnSpc>
                <a:spcPct val="100000"/>
              </a:lnSpc>
              <a:tabLst>
                <a:tab pos="0" algn="l"/>
              </a:tabLst>
            </a:pPr>
            <a:r>
              <a:rPr lang="en-US" sz="2400" b="1" strike="noStrike" spc="-1">
                <a:solidFill>
                  <a:schemeClr val="dk1"/>
                </a:solidFill>
                <a:latin typeface="Century Gothic"/>
                <a:ea typeface="Century Gothic"/>
              </a:rPr>
              <a:t>But: </a:t>
            </a:r>
            <a:r>
              <a:rPr lang="en-US" sz="2400" b="0" strike="noStrike" spc="-1">
                <a:solidFill>
                  <a:schemeClr val="dk1"/>
                </a:solidFill>
                <a:latin typeface="Century Gothic"/>
                <a:ea typeface="Century Gothic"/>
              </a:rPr>
              <a:t>“For which outcomes, in which contexts, </a:t>
            </a:r>
            <a:br>
              <a:rPr sz="2400"/>
            </a:br>
            <a:r>
              <a:rPr lang="en-US" sz="2400" b="0" strike="noStrike" spc="-1">
                <a:solidFill>
                  <a:schemeClr val="dk1"/>
                </a:solidFill>
                <a:latin typeface="Century Gothic"/>
                <a:ea typeface="Century Gothic"/>
              </a:rPr>
              <a:t>and with what methodological quality?”</a:t>
            </a:r>
            <a:endParaRPr lang="de-AT" sz="2400" b="0" strike="noStrike" spc="-1">
              <a:solidFill>
                <a:srgbClr val="FFFFFF"/>
              </a:solidFill>
              <a:latin typeface="Arial"/>
            </a:endParaRPr>
          </a:p>
        </p:txBody>
      </p:sp>
      <p:sp>
        <p:nvSpPr>
          <p:cNvPr id="103" name="Google Shape;60;p 2"/>
          <p:cNvSpPr/>
          <p:nvPr/>
        </p:nvSpPr>
        <p:spPr>
          <a:xfrm>
            <a:off x="428400" y="1689480"/>
            <a:ext cx="4373280" cy="377316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dirty="0">
                <a:solidFill>
                  <a:schemeClr val="dk1"/>
                </a:solidFill>
                <a:latin typeface="Century Gothic"/>
                <a:ea typeface="Century Gothic"/>
              </a:rPr>
              <a:t>RQ1: Where and how is ChatGPT used?</a:t>
            </a:r>
            <a:endParaRPr lang="de-AT" sz="2400" b="0" strike="noStrike" spc="-1" dirty="0">
              <a:solidFill>
                <a:srgbClr val="FFFFFF"/>
              </a:solidFill>
              <a:latin typeface="Arial"/>
            </a:endParaRPr>
          </a:p>
          <a:p>
            <a:pPr algn="ctr">
              <a:lnSpc>
                <a:spcPct val="100000"/>
              </a:lnSpc>
              <a:tabLst>
                <a:tab pos="0" algn="l"/>
              </a:tabLst>
            </a:pPr>
            <a:endParaRPr lang="de-AT" sz="24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educational stage</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subject area</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setting</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duration</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application mode</a:t>
            </a:r>
            <a:endParaRPr lang="de-AT" sz="2000" b="0" strike="noStrike" spc="-1" dirty="0">
              <a:solidFill>
                <a:srgbClr val="FFFFFF"/>
              </a:solidFill>
              <a:latin typeface="Arial"/>
            </a:endParaRPr>
          </a:p>
        </p:txBody>
      </p:sp>
      <p:sp>
        <p:nvSpPr>
          <p:cNvPr id="104" name="Google Shape;61;p 2"/>
          <p:cNvSpPr/>
          <p:nvPr/>
        </p:nvSpPr>
        <p:spPr>
          <a:xfrm>
            <a:off x="6377760" y="1689480"/>
            <a:ext cx="4373280" cy="377316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dirty="0">
                <a:solidFill>
                  <a:schemeClr val="dk1"/>
                </a:solidFill>
                <a:latin typeface="Century Gothic"/>
                <a:ea typeface="Century Gothic"/>
              </a:rPr>
              <a:t>RQ2: What outcomes change?</a:t>
            </a:r>
            <a:endParaRPr lang="de-AT" sz="2400" b="0" strike="noStrike" spc="-1" dirty="0">
              <a:solidFill>
                <a:srgbClr val="FFFFFF"/>
              </a:solidFill>
              <a:latin typeface="Arial"/>
            </a:endParaRPr>
          </a:p>
          <a:p>
            <a:pPr algn="ctr">
              <a:lnSpc>
                <a:spcPct val="100000"/>
              </a:lnSpc>
              <a:tabLst>
                <a:tab pos="0" algn="l"/>
              </a:tabLst>
            </a:pPr>
            <a:endParaRPr lang="de-AT" sz="24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academic performance</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motivation</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higher-order thinking</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self-efficacy </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mental effort</a:t>
            </a:r>
            <a:endParaRPr lang="de-AT" sz="2000" b="0" strike="noStrike" spc="-1" dirty="0">
              <a:solidFill>
                <a:srgbClr val="FFFFFF"/>
              </a:solidFill>
              <a:latin typeface="Arial"/>
            </a:endParaRPr>
          </a:p>
        </p:txBody>
      </p:sp>
      <p:sp>
        <p:nvSpPr>
          <p:cNvPr id="105" name="Google Shape;62;p 2"/>
          <p:cNvSpPr/>
          <p:nvPr/>
        </p:nvSpPr>
        <p:spPr>
          <a:xfrm>
            <a:off x="12327120" y="1689480"/>
            <a:ext cx="4373280" cy="377316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RQ3: How robust are the studies?</a:t>
            </a:r>
            <a:endParaRPr lang="de-AT" sz="2400" b="0" strike="noStrike" spc="-1">
              <a:solidFill>
                <a:srgbClr val="FFFFFF"/>
              </a:solidFill>
              <a:latin typeface="Arial"/>
            </a:endParaRPr>
          </a:p>
          <a:p>
            <a:pPr algn="ctr">
              <a:lnSpc>
                <a:spcPct val="100000"/>
              </a:lnSpc>
              <a:tabLst>
                <a:tab pos="0" algn="l"/>
              </a:tabLst>
            </a:pPr>
            <a:endParaRPr lang="de-AT" sz="2400" b="0" strike="noStrike" spc="-1">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a:solidFill>
                  <a:schemeClr val="dk1"/>
                </a:solidFill>
                <a:latin typeface="Century Gothic"/>
                <a:ea typeface="Century Gothic"/>
              </a:rPr>
              <a:t>sample size estimation</a:t>
            </a:r>
            <a:endParaRPr lang="de-AT" sz="2000" b="0" strike="noStrike" spc="-1">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a:solidFill>
                  <a:schemeClr val="dk1"/>
                </a:solidFill>
                <a:latin typeface="Century Gothic"/>
                <a:ea typeface="Century Gothic"/>
              </a:rPr>
              <a:t>baseline-difference control</a:t>
            </a:r>
            <a:endParaRPr lang="de-AT" sz="2000" b="0" strike="noStrike" spc="-1">
              <a:solidFill>
                <a:srgbClr val="FFFFFF"/>
              </a:solidFill>
              <a:latin typeface="Arial"/>
            </a:endParaRPr>
          </a:p>
        </p:txBody>
      </p:sp>
      <p:sp>
        <p:nvSpPr>
          <p:cNvPr id="106" name="Google Shape;63;p 2"/>
          <p:cNvSpPr/>
          <p:nvPr/>
        </p:nvSpPr>
        <p:spPr>
          <a:xfrm>
            <a:off x="-83520" y="5969520"/>
            <a:ext cx="6157080" cy="4317120"/>
          </a:xfrm>
          <a:custGeom>
            <a:avLst/>
            <a:gdLst>
              <a:gd name="textAreaLeft" fmla="*/ 0 w 6157080"/>
              <a:gd name="textAreaRight" fmla="*/ 6157440 w 6157080"/>
              <a:gd name="textAreaTop" fmla="*/ 0 h 4317120"/>
              <a:gd name="textAreaBottom" fmla="*/ 4317480 h 4317120"/>
            </a:gdLst>
            <a:ahLst/>
            <a:cxnLst/>
            <a:rect l="textAreaLeft" t="textAreaTop" r="textAreaRight" b="textAreaBottom"/>
            <a:pathLst>
              <a:path w="7463366" h="4851188">
                <a:moveTo>
                  <a:pt x="0" y="0"/>
                </a:moveTo>
                <a:lnTo>
                  <a:pt x="7463366" y="0"/>
                </a:lnTo>
                <a:lnTo>
                  <a:pt x="7463366" y="4851188"/>
                </a:lnTo>
                <a:lnTo>
                  <a:pt x="0" y="4851188"/>
                </a:lnTo>
                <a:lnTo>
                  <a:pt x="0" y="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AT" sz="1400" b="0" strike="noStrike" spc="-1">
              <a:solidFill>
                <a:srgbClr val="000000"/>
              </a:solidFill>
              <a:latin typeface="Arial"/>
            </a:endParaRPr>
          </a:p>
        </p:txBody>
      </p:sp>
      <p:sp>
        <p:nvSpPr>
          <p:cNvPr id="107" name="Google Shape;64;p 2"/>
          <p:cNvSpPr/>
          <p:nvPr/>
        </p:nvSpPr>
        <p:spPr>
          <a:xfrm>
            <a:off x="784800" y="644760"/>
            <a:ext cx="5724000" cy="2629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tabLst>
                <a:tab pos="0" algn="l"/>
              </a:tabLst>
            </a:pPr>
            <a:r>
              <a:rPr lang="en-US" sz="4400" b="0" strike="noStrike" spc="-1" dirty="0">
                <a:solidFill>
                  <a:schemeClr val="dk1"/>
                </a:solidFill>
                <a:latin typeface="Fredoka"/>
                <a:ea typeface="Fredoka"/>
              </a:rPr>
              <a:t>Research Questions</a:t>
            </a:r>
            <a:endParaRPr lang="de-AT" sz="4400" b="0" strike="noStrike" spc="-1" dirty="0">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Google Shape;69;p8"/>
          <p:cNvSpPr/>
          <p:nvPr/>
        </p:nvSpPr>
        <p:spPr>
          <a:xfrm>
            <a:off x="12707640" y="6745320"/>
            <a:ext cx="5578200" cy="3543840"/>
          </a:xfrm>
          <a:custGeom>
            <a:avLst/>
            <a:gdLst>
              <a:gd name="textAreaLeft" fmla="*/ 0 w 5578200"/>
              <a:gd name="textAreaRight" fmla="*/ 5578560 w 5578200"/>
              <a:gd name="textAreaTop" fmla="*/ 0 h 3543840"/>
              <a:gd name="textAreaBottom" fmla="*/ 3544200 h 3543840"/>
            </a:gdLst>
            <a:ahLst/>
            <a:cxnLst/>
            <a:rect l="textAreaLeft" t="textAreaTop" r="textAreaRight" b="textAreaBottom"/>
            <a:pathLst>
              <a:path w="7538575" h="4871804">
                <a:moveTo>
                  <a:pt x="0" y="0"/>
                </a:moveTo>
                <a:lnTo>
                  <a:pt x="7538575" y="0"/>
                </a:lnTo>
                <a:lnTo>
                  <a:pt x="7538575" y="4871804"/>
                </a:lnTo>
                <a:lnTo>
                  <a:pt x="0" y="4871804"/>
                </a:lnTo>
                <a:lnTo>
                  <a:pt x="0" y="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AT" sz="1400" b="0" strike="noStrike" spc="-1">
              <a:solidFill>
                <a:srgbClr val="000000"/>
              </a:solidFill>
              <a:latin typeface="Arial"/>
            </a:endParaRPr>
          </a:p>
        </p:txBody>
      </p:sp>
      <p:sp>
        <p:nvSpPr>
          <p:cNvPr id="109" name="Google Shape;70;p 2"/>
          <p:cNvSpPr/>
          <p:nvPr/>
        </p:nvSpPr>
        <p:spPr>
          <a:xfrm>
            <a:off x="2238840" y="7654680"/>
            <a:ext cx="806364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Interpretation: </a:t>
            </a:r>
            <a:r>
              <a:rPr lang="en-US" sz="2400" b="0" strike="noStrike" spc="-1">
                <a:solidFill>
                  <a:schemeClr val="dk1"/>
                </a:solidFill>
                <a:latin typeface="Century Gothic"/>
                <a:ea typeface="Century Gothic"/>
              </a:rPr>
              <a:t>the evidence is broad, but strongly shaped by university-level classroom studies.</a:t>
            </a:r>
            <a:endParaRPr lang="de-AT" sz="2400" b="0" strike="noStrike" spc="-1">
              <a:solidFill>
                <a:srgbClr val="FFFFFF"/>
              </a:solidFill>
              <a:latin typeface="Arial"/>
            </a:endParaRPr>
          </a:p>
        </p:txBody>
      </p:sp>
      <p:sp>
        <p:nvSpPr>
          <p:cNvPr id="110" name="Google Shape;71;p 2"/>
          <p:cNvSpPr/>
          <p:nvPr/>
        </p:nvSpPr>
        <p:spPr>
          <a:xfrm>
            <a:off x="3553200" y="1636200"/>
            <a:ext cx="260892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69</a:t>
            </a:r>
            <a:endParaRPr lang="de-AT" sz="2400" b="0" strike="noStrike" spc="-1">
              <a:solidFill>
                <a:srgbClr val="FFFFFF"/>
              </a:solidFill>
              <a:latin typeface="Arial"/>
            </a:endParaRPr>
          </a:p>
          <a:p>
            <a:pPr algn="ctr">
              <a:lnSpc>
                <a:spcPct val="100000"/>
              </a:lnSpc>
              <a:tabLst>
                <a:tab pos="0" algn="l"/>
              </a:tabLst>
            </a:pPr>
            <a:r>
              <a:rPr lang="en-US" sz="2000" b="0" strike="noStrike" spc="-1">
                <a:solidFill>
                  <a:schemeClr val="dk1"/>
                </a:solidFill>
                <a:latin typeface="Century Gothic"/>
                <a:ea typeface="Century Gothic"/>
              </a:rPr>
              <a:t>studies in the systematic review</a:t>
            </a:r>
            <a:endParaRPr lang="de-AT" sz="2000" b="0" strike="noStrike" spc="-1">
              <a:solidFill>
                <a:srgbClr val="FFFFFF"/>
              </a:solidFill>
              <a:latin typeface="Arial"/>
            </a:endParaRPr>
          </a:p>
        </p:txBody>
      </p:sp>
      <p:sp>
        <p:nvSpPr>
          <p:cNvPr id="111" name="Google Shape;72;p 2"/>
          <p:cNvSpPr/>
          <p:nvPr/>
        </p:nvSpPr>
        <p:spPr>
          <a:xfrm>
            <a:off x="6559560" y="1636200"/>
            <a:ext cx="260892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62</a:t>
            </a:r>
            <a:endParaRPr lang="de-AT" sz="2400" b="0" strike="noStrike" spc="-1">
              <a:solidFill>
                <a:srgbClr val="FFFFFF"/>
              </a:solidFill>
              <a:latin typeface="Arial"/>
            </a:endParaRPr>
          </a:p>
          <a:p>
            <a:pPr algn="ctr">
              <a:lnSpc>
                <a:spcPct val="100000"/>
              </a:lnSpc>
              <a:tabLst>
                <a:tab pos="0" algn="l"/>
              </a:tabLst>
            </a:pPr>
            <a:r>
              <a:rPr lang="en-US" sz="2000" b="0" strike="noStrike" spc="-1">
                <a:solidFill>
                  <a:schemeClr val="dk1"/>
                </a:solidFill>
                <a:latin typeface="Century Gothic"/>
                <a:ea typeface="Century Gothic"/>
              </a:rPr>
              <a:t>studies in the meta-analysis</a:t>
            </a:r>
            <a:endParaRPr lang="de-AT" sz="2000" b="0" strike="noStrike" spc="-1">
              <a:solidFill>
                <a:srgbClr val="FFFFFF"/>
              </a:solidFill>
              <a:latin typeface="Arial"/>
            </a:endParaRPr>
          </a:p>
        </p:txBody>
      </p:sp>
      <p:sp>
        <p:nvSpPr>
          <p:cNvPr id="112" name="Google Shape;73;p 2"/>
          <p:cNvSpPr/>
          <p:nvPr/>
        </p:nvSpPr>
        <p:spPr>
          <a:xfrm>
            <a:off x="9565920" y="1636200"/>
            <a:ext cx="260892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84%</a:t>
            </a:r>
            <a:endParaRPr lang="de-AT" sz="2400" b="0" strike="noStrike" spc="-1">
              <a:solidFill>
                <a:srgbClr val="FFFFFF"/>
              </a:solidFill>
              <a:latin typeface="Arial"/>
            </a:endParaRPr>
          </a:p>
          <a:p>
            <a:pPr algn="ctr">
              <a:lnSpc>
                <a:spcPct val="100000"/>
              </a:lnSpc>
              <a:tabLst>
                <a:tab pos="0" algn="l"/>
              </a:tabLst>
            </a:pPr>
            <a:r>
              <a:rPr lang="en-US" sz="2000" b="0" strike="noStrike" spc="-1">
                <a:solidFill>
                  <a:schemeClr val="dk1"/>
                </a:solidFill>
                <a:latin typeface="Century Gothic"/>
                <a:ea typeface="Century Gothic"/>
              </a:rPr>
              <a:t>conducted at university level</a:t>
            </a:r>
            <a:endParaRPr lang="de-AT" sz="2000" b="0" strike="noStrike" spc="-1">
              <a:solidFill>
                <a:srgbClr val="FFFFFF"/>
              </a:solidFill>
              <a:latin typeface="Arial"/>
            </a:endParaRPr>
          </a:p>
        </p:txBody>
      </p:sp>
      <p:sp>
        <p:nvSpPr>
          <p:cNvPr id="113" name="Google Shape;74;p 2"/>
          <p:cNvSpPr/>
          <p:nvPr/>
        </p:nvSpPr>
        <p:spPr>
          <a:xfrm>
            <a:off x="12572280" y="1636200"/>
            <a:ext cx="260892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80%</a:t>
            </a:r>
            <a:endParaRPr lang="de-AT" sz="2400" b="0" strike="noStrike" spc="-1">
              <a:solidFill>
                <a:srgbClr val="FFFFFF"/>
              </a:solidFill>
              <a:latin typeface="Arial"/>
            </a:endParaRPr>
          </a:p>
          <a:p>
            <a:pPr algn="ctr">
              <a:lnSpc>
                <a:spcPct val="100000"/>
              </a:lnSpc>
              <a:tabLst>
                <a:tab pos="0" algn="l"/>
              </a:tabLst>
            </a:pPr>
            <a:r>
              <a:rPr lang="en-US" sz="2000" b="0" strike="noStrike" spc="-1">
                <a:solidFill>
                  <a:schemeClr val="dk1"/>
                </a:solidFill>
                <a:latin typeface="Century Gothic"/>
                <a:ea typeface="Century Gothic"/>
              </a:rPr>
              <a:t>used ChatGPT as a direct learning tool</a:t>
            </a:r>
            <a:endParaRPr lang="de-AT" sz="2000" b="0" strike="noStrike" spc="-1">
              <a:solidFill>
                <a:srgbClr val="FFFFFF"/>
              </a:solidFill>
              <a:latin typeface="Arial"/>
            </a:endParaRPr>
          </a:p>
        </p:txBody>
      </p:sp>
      <p:sp>
        <p:nvSpPr>
          <p:cNvPr id="114" name="Google Shape;75;p 2"/>
          <p:cNvSpPr/>
          <p:nvPr/>
        </p:nvSpPr>
        <p:spPr>
          <a:xfrm>
            <a:off x="1230480" y="3895200"/>
            <a:ext cx="4803120" cy="2850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Subjects / Context</a:t>
            </a:r>
            <a:endParaRPr lang="de-AT" sz="2400" b="0" strike="noStrike" spc="-1">
              <a:solidFill>
                <a:srgbClr val="FFFFFF"/>
              </a:solidFill>
              <a:latin typeface="Arial"/>
            </a:endParaRPr>
          </a:p>
          <a:p>
            <a:pPr algn="ctr">
              <a:lnSpc>
                <a:spcPct val="100000"/>
              </a:lnSpc>
              <a:tabLst>
                <a:tab pos="0" algn="l"/>
              </a:tabLst>
            </a:pPr>
            <a:endParaRPr lang="de-AT" sz="2400" b="0" strike="noStrike" spc="-1">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a:solidFill>
                  <a:schemeClr val="dk1"/>
                </a:solidFill>
                <a:latin typeface="Century Gothic"/>
                <a:ea typeface="Century Gothic"/>
              </a:rPr>
              <a:t>Mainly:	language education, computing and health</a:t>
            </a:r>
            <a:endParaRPr lang="de-AT" sz="2000" b="0" strike="noStrike" spc="-1">
              <a:solidFill>
                <a:srgbClr val="FFFFFF"/>
              </a:solidFill>
              <a:latin typeface="Arial"/>
            </a:endParaRPr>
          </a:p>
          <a:p>
            <a:pPr marL="457200">
              <a:lnSpc>
                <a:spcPct val="100000"/>
              </a:lnSpc>
              <a:tabLst>
                <a:tab pos="0" algn="l"/>
              </a:tabLst>
            </a:pPr>
            <a:endParaRPr lang="de-AT" sz="2000" b="0" strike="noStrike" spc="-1">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a:solidFill>
                  <a:schemeClr val="dk1"/>
                </a:solidFill>
                <a:latin typeface="Century Gothic"/>
                <a:ea typeface="Century Gothic"/>
              </a:rPr>
              <a:t>Fewer: physics and education</a:t>
            </a:r>
            <a:endParaRPr lang="de-AT" sz="2000" b="0" strike="noStrike" spc="-1">
              <a:solidFill>
                <a:srgbClr val="FFFFFF"/>
              </a:solidFill>
              <a:latin typeface="Arial"/>
            </a:endParaRPr>
          </a:p>
        </p:txBody>
      </p:sp>
      <p:sp>
        <p:nvSpPr>
          <p:cNvPr id="115" name="Google Shape;76;p 2"/>
          <p:cNvSpPr/>
          <p:nvPr/>
        </p:nvSpPr>
        <p:spPr>
          <a:xfrm>
            <a:off x="6865200" y="3895200"/>
            <a:ext cx="4803120" cy="2850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Settings</a:t>
            </a:r>
            <a:endParaRPr lang="de-AT" sz="2400" b="0" strike="noStrike" spc="-1">
              <a:solidFill>
                <a:srgbClr val="FFFFFF"/>
              </a:solidFill>
              <a:latin typeface="Arial"/>
            </a:endParaRPr>
          </a:p>
          <a:p>
            <a:pPr algn="ctr">
              <a:lnSpc>
                <a:spcPct val="100000"/>
              </a:lnSpc>
              <a:tabLst>
                <a:tab pos="0" algn="l"/>
              </a:tabLst>
            </a:pPr>
            <a:endParaRPr lang="de-AT" sz="2400" b="0" strike="noStrike" spc="-1">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a:solidFill>
                  <a:schemeClr val="dk1"/>
                </a:solidFill>
                <a:latin typeface="Century Gothic"/>
                <a:ea typeface="Century Gothic"/>
              </a:rPr>
              <a:t>Mainly:	classroom environments</a:t>
            </a:r>
            <a:endParaRPr lang="de-AT" sz="2000" b="0" strike="noStrike" spc="-1">
              <a:solidFill>
                <a:srgbClr val="FFFFFF"/>
              </a:solidFill>
              <a:latin typeface="Arial"/>
            </a:endParaRPr>
          </a:p>
          <a:p>
            <a:pPr marL="457200">
              <a:lnSpc>
                <a:spcPct val="100000"/>
              </a:lnSpc>
              <a:tabLst>
                <a:tab pos="0" algn="l"/>
              </a:tabLst>
            </a:pPr>
            <a:endParaRPr lang="de-AT" sz="2000" b="0" strike="noStrike" spc="-1">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a:solidFill>
                  <a:schemeClr val="dk1"/>
                </a:solidFill>
                <a:latin typeface="Century Gothic"/>
                <a:ea typeface="Century Gothic"/>
              </a:rPr>
              <a:t>Fewer: short isolated lab task</a:t>
            </a:r>
            <a:endParaRPr lang="de-AT" sz="2000" b="0" strike="noStrike" spc="-1">
              <a:solidFill>
                <a:srgbClr val="FFFFFF"/>
              </a:solidFill>
              <a:latin typeface="Arial"/>
            </a:endParaRPr>
          </a:p>
        </p:txBody>
      </p:sp>
      <p:sp>
        <p:nvSpPr>
          <p:cNvPr id="116" name="Google Shape;77;p 2"/>
          <p:cNvSpPr/>
          <p:nvPr/>
        </p:nvSpPr>
        <p:spPr>
          <a:xfrm>
            <a:off x="12499560" y="3895200"/>
            <a:ext cx="4803120" cy="2850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Duration</a:t>
            </a:r>
            <a:endParaRPr lang="de-AT" sz="2400" b="0" strike="noStrike" spc="-1">
              <a:solidFill>
                <a:srgbClr val="FFFFFF"/>
              </a:solidFill>
              <a:latin typeface="Arial"/>
            </a:endParaRPr>
          </a:p>
          <a:p>
            <a:pPr algn="ctr">
              <a:lnSpc>
                <a:spcPct val="100000"/>
              </a:lnSpc>
              <a:tabLst>
                <a:tab pos="0" algn="l"/>
              </a:tabLst>
            </a:pPr>
            <a:endParaRPr lang="de-AT" sz="2400" b="0" strike="noStrike" spc="-1">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a:solidFill>
                  <a:schemeClr val="dk1"/>
                </a:solidFill>
                <a:latin typeface="Century Gothic"/>
                <a:ea typeface="Century Gothic"/>
              </a:rPr>
              <a:t>Many interventions lasted several weeks</a:t>
            </a:r>
            <a:endParaRPr lang="de-AT" sz="2000" b="0" strike="noStrike" spc="-1">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a:solidFill>
                  <a:schemeClr val="dk1"/>
                </a:solidFill>
                <a:latin typeface="Century Gothic"/>
                <a:ea typeface="Century Gothic"/>
              </a:rPr>
              <a:t>very short interventions behaved differently in the moderator analyses</a:t>
            </a:r>
            <a:endParaRPr lang="de-AT" sz="2000" b="0" strike="noStrike" spc="-1">
              <a:solidFill>
                <a:srgbClr val="FFFFFF"/>
              </a:solidFill>
              <a:latin typeface="Arial"/>
            </a:endParaRPr>
          </a:p>
        </p:txBody>
      </p:sp>
      <p:sp>
        <p:nvSpPr>
          <p:cNvPr id="117" name="Google Shape;78;p 2"/>
          <p:cNvSpPr/>
          <p:nvPr/>
        </p:nvSpPr>
        <p:spPr>
          <a:xfrm>
            <a:off x="571320" y="694800"/>
            <a:ext cx="16999920" cy="941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tabLst>
                <a:tab pos="0" algn="l"/>
              </a:tabLst>
            </a:pPr>
            <a:r>
              <a:rPr lang="en-US" sz="4400" b="0" strike="noStrike" spc="-1">
                <a:solidFill>
                  <a:schemeClr val="dk1"/>
                </a:solidFill>
                <a:latin typeface="Fredoka"/>
                <a:ea typeface="Fredoka"/>
              </a:rPr>
              <a:t>What does the evidence base look like? </a:t>
            </a:r>
            <a:endParaRPr lang="de-AT" sz="4400" b="0" strike="noStrike" spc="-1">
              <a:solidFill>
                <a:srgbClr val="000000"/>
              </a:solidFill>
              <a:latin typeface="Arial"/>
            </a:endParaRPr>
          </a:p>
          <a:p>
            <a:pPr algn="ctr">
              <a:lnSpc>
                <a:spcPct val="100000"/>
              </a:lnSpc>
              <a:tabLst>
                <a:tab pos="0" algn="l"/>
              </a:tabLst>
            </a:pPr>
            <a:endParaRPr lang="de-AT" sz="44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Google Shape;84;p9"/>
          <p:cNvSpPr/>
          <p:nvPr/>
        </p:nvSpPr>
        <p:spPr>
          <a:xfrm>
            <a:off x="571320" y="694800"/>
            <a:ext cx="16999920" cy="941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tabLst>
                <a:tab pos="0" algn="l"/>
              </a:tabLst>
            </a:pPr>
            <a:r>
              <a:rPr lang="en-US" sz="4400" b="0" strike="noStrike" spc="-1">
                <a:solidFill>
                  <a:schemeClr val="dk1"/>
                </a:solidFill>
                <a:latin typeface="Fredoka"/>
                <a:ea typeface="Fredoka"/>
              </a:rPr>
              <a:t>Main results: promising, but outcome-specific</a:t>
            </a:r>
            <a:endParaRPr lang="de-AT" sz="4400" b="0" strike="noStrike" spc="-1">
              <a:solidFill>
                <a:srgbClr val="000000"/>
              </a:solidFill>
              <a:latin typeface="Arial"/>
            </a:endParaRPr>
          </a:p>
        </p:txBody>
      </p:sp>
      <p:pic>
        <p:nvPicPr>
          <p:cNvPr id="119" name="Google Shape;85;p 2"/>
          <p:cNvPicPr/>
          <p:nvPr/>
        </p:nvPicPr>
        <p:blipFill>
          <a:blip r:embed="rId3"/>
          <a:stretch/>
        </p:blipFill>
        <p:spPr>
          <a:xfrm>
            <a:off x="571320" y="1636200"/>
            <a:ext cx="11709360" cy="6349320"/>
          </a:xfrm>
          <a:prstGeom prst="rect">
            <a:avLst/>
          </a:prstGeom>
          <a:ln w="0">
            <a:noFill/>
          </a:ln>
        </p:spPr>
      </p:pic>
      <p:sp>
        <p:nvSpPr>
          <p:cNvPr id="120" name="Google Shape;86;p 2"/>
          <p:cNvSpPr/>
          <p:nvPr/>
        </p:nvSpPr>
        <p:spPr>
          <a:xfrm>
            <a:off x="11422440" y="5329080"/>
            <a:ext cx="6865920" cy="4962600"/>
          </a:xfrm>
          <a:custGeom>
            <a:avLst/>
            <a:gdLst>
              <a:gd name="textAreaLeft" fmla="*/ 0 w 6865920"/>
              <a:gd name="textAreaRight" fmla="*/ 6866280 w 6865920"/>
              <a:gd name="textAreaTop" fmla="*/ 0 h 4962600"/>
              <a:gd name="textAreaBottom" fmla="*/ 4962960 h 4962600"/>
            </a:gdLst>
            <a:ahLst/>
            <a:cxnLst/>
            <a:rect l="textAreaLeft" t="textAreaTop" r="textAreaRight" b="textAreaBottom"/>
            <a:pathLst>
              <a:path w="7914843" h="6262620">
                <a:moveTo>
                  <a:pt x="0" y="0"/>
                </a:moveTo>
                <a:lnTo>
                  <a:pt x="7914844" y="0"/>
                </a:lnTo>
                <a:lnTo>
                  <a:pt x="7914844" y="6262620"/>
                </a:lnTo>
                <a:lnTo>
                  <a:pt x="0" y="6262620"/>
                </a:lnTo>
                <a:lnTo>
                  <a:pt x="0" y="0"/>
                </a:lnTo>
                <a:close/>
              </a:path>
            </a:pathLst>
          </a:custGeom>
          <a:blipFill rotWithShape="0">
            <a:blip r:embed="rId4"/>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AT" sz="1400" b="0" strike="noStrike" spc="-1">
              <a:solidFill>
                <a:srgbClr val="000000"/>
              </a:solidFill>
              <a:latin typeface="Arial"/>
            </a:endParaRPr>
          </a:p>
        </p:txBody>
      </p:sp>
      <p:sp>
        <p:nvSpPr>
          <p:cNvPr id="121" name="Google Shape;87;p 2"/>
          <p:cNvSpPr/>
          <p:nvPr/>
        </p:nvSpPr>
        <p:spPr>
          <a:xfrm>
            <a:off x="952200" y="7804080"/>
            <a:ext cx="806364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Takeaway: </a:t>
            </a:r>
            <a:r>
              <a:rPr lang="en-US" sz="2400" b="0" strike="noStrike" spc="-1">
                <a:solidFill>
                  <a:schemeClr val="dk1"/>
                </a:solidFill>
                <a:latin typeface="Century Gothic"/>
                <a:ea typeface="Century Gothic"/>
              </a:rPr>
              <a:t>ChatGPT interventions show positive effects for several learning outcomes, but the pattern depends on what is measured.</a:t>
            </a:r>
            <a:endParaRPr lang="de-AT" sz="2400" b="0" strike="noStrike" spc="-1">
              <a:solidFill>
                <a:srgbClr val="FFFFFF"/>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 name="Google Shape;93;p10"/>
          <p:cNvPicPr/>
          <p:nvPr/>
        </p:nvPicPr>
        <p:blipFill>
          <a:blip r:embed="rId3"/>
          <a:stretch/>
        </p:blipFill>
        <p:spPr>
          <a:xfrm>
            <a:off x="6445800" y="133200"/>
            <a:ext cx="11842200" cy="10020600"/>
          </a:xfrm>
          <a:prstGeom prst="rect">
            <a:avLst/>
          </a:prstGeom>
          <a:ln w="0">
            <a:noFill/>
          </a:ln>
        </p:spPr>
      </p:pic>
      <p:sp>
        <p:nvSpPr>
          <p:cNvPr id="123" name="Google Shape;94;p 2"/>
          <p:cNvSpPr/>
          <p:nvPr/>
        </p:nvSpPr>
        <p:spPr>
          <a:xfrm>
            <a:off x="400680" y="527760"/>
            <a:ext cx="6274440" cy="2629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tabLst>
                <a:tab pos="0" algn="l"/>
              </a:tabLst>
            </a:pPr>
            <a:r>
              <a:rPr lang="en-US" sz="4400" b="0" strike="noStrike" spc="-1">
                <a:solidFill>
                  <a:schemeClr val="dk1"/>
                </a:solidFill>
                <a:latin typeface="Fredoka"/>
                <a:ea typeface="Fredoka"/>
              </a:rPr>
              <a:t>Key Findings Summary</a:t>
            </a:r>
            <a:endParaRPr lang="de-AT" sz="4400" b="0" strike="noStrike" spc="-1">
              <a:solidFill>
                <a:srgbClr val="000000"/>
              </a:solidFill>
              <a:latin typeface="Arial"/>
            </a:endParaRPr>
          </a:p>
        </p:txBody>
      </p:sp>
      <p:sp>
        <p:nvSpPr>
          <p:cNvPr id="124" name="Google Shape;95;p 2"/>
          <p:cNvSpPr/>
          <p:nvPr/>
        </p:nvSpPr>
        <p:spPr>
          <a:xfrm>
            <a:off x="400680" y="2354400"/>
            <a:ext cx="5837040" cy="7426800"/>
          </a:xfrm>
          <a:custGeom>
            <a:avLst/>
            <a:gdLst>
              <a:gd name="textAreaLeft" fmla="*/ 0 w 5837040"/>
              <a:gd name="textAreaRight" fmla="*/ 5837400 w 5837040"/>
              <a:gd name="textAreaTop" fmla="*/ 0 h 7426800"/>
              <a:gd name="textAreaBottom" fmla="*/ 7427160 h 7426800"/>
            </a:gdLst>
            <a:ahLst/>
            <a:cxnLst/>
            <a:rect l="textAreaLeft" t="textAreaTop" r="textAreaRight" b="textAreaBottom"/>
            <a:pathLst>
              <a:path w="6652240" h="8051123">
                <a:moveTo>
                  <a:pt x="0" y="0"/>
                </a:moveTo>
                <a:lnTo>
                  <a:pt x="6652240" y="0"/>
                </a:lnTo>
                <a:lnTo>
                  <a:pt x="6652240" y="8051123"/>
                </a:lnTo>
                <a:lnTo>
                  <a:pt x="0" y="8051123"/>
                </a:lnTo>
                <a:lnTo>
                  <a:pt x="0" y="0"/>
                </a:lnTo>
                <a:close/>
              </a:path>
            </a:pathLst>
          </a:custGeom>
          <a:blipFill rotWithShape="0">
            <a:blip r:embed="rId4"/>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AT" sz="14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5" name="Grafik 4"/>
          <p:cNvPicPr/>
          <p:nvPr/>
        </p:nvPicPr>
        <p:blipFill>
          <a:blip r:embed="rId3"/>
          <a:stretch/>
        </p:blipFill>
        <p:spPr>
          <a:xfrm>
            <a:off x="8229600" y="131400"/>
            <a:ext cx="9753120" cy="10023840"/>
          </a:xfrm>
          <a:prstGeom prst="rect">
            <a:avLst/>
          </a:prstGeom>
          <a:ln w="0">
            <a:solidFill>
              <a:srgbClr val="000000"/>
            </a:solidFill>
          </a:ln>
        </p:spPr>
      </p:pic>
      <p:sp>
        <p:nvSpPr>
          <p:cNvPr id="126" name="Textfeld 6"/>
          <p:cNvSpPr/>
          <p:nvPr/>
        </p:nvSpPr>
        <p:spPr>
          <a:xfrm>
            <a:off x="1152546" y="545354"/>
            <a:ext cx="5844228" cy="156820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de-AT" sz="4800" b="0" strike="noStrike" spc="-1" dirty="0">
                <a:solidFill>
                  <a:schemeClr val="dk1"/>
                </a:solidFill>
                <a:latin typeface="Fredoka"/>
              </a:rPr>
              <a:t>PRISMA-</a:t>
            </a:r>
            <a:r>
              <a:rPr lang="de-AT" sz="4800" b="0" strike="noStrike" spc="-1" dirty="0" err="1">
                <a:solidFill>
                  <a:schemeClr val="dk1"/>
                </a:solidFill>
                <a:latin typeface="Fredoka"/>
              </a:rPr>
              <a:t>guided</a:t>
            </a:r>
            <a:br>
              <a:rPr lang="de-AT" sz="4800" spc="-1" dirty="0">
                <a:solidFill>
                  <a:schemeClr val="dk1"/>
                </a:solidFill>
                <a:latin typeface="Fredoka"/>
              </a:rPr>
            </a:br>
            <a:r>
              <a:rPr lang="de-AT" sz="4800" b="0" strike="noStrike" spc="-1" dirty="0" err="1">
                <a:solidFill>
                  <a:schemeClr val="dk1"/>
                </a:solidFill>
                <a:latin typeface="Fredoka"/>
              </a:rPr>
              <a:t>study</a:t>
            </a:r>
            <a:r>
              <a:rPr lang="de-AT" sz="4800" b="0" strike="noStrike" spc="-1" dirty="0">
                <a:solidFill>
                  <a:schemeClr val="dk1"/>
                </a:solidFill>
                <a:latin typeface="Fredoka"/>
              </a:rPr>
              <a:t> </a:t>
            </a:r>
            <a:r>
              <a:rPr lang="de-AT" sz="4800" b="0" strike="noStrike" spc="-1" dirty="0" err="1">
                <a:solidFill>
                  <a:schemeClr val="dk1"/>
                </a:solidFill>
                <a:latin typeface="Fredoka"/>
              </a:rPr>
              <a:t>selection</a:t>
            </a:r>
            <a:endParaRPr lang="de-AT" sz="4800" b="0" strike="noStrike" spc="-1" dirty="0">
              <a:solidFill>
                <a:srgbClr val="000000"/>
              </a:solidFill>
              <a:latin typeface="Arial"/>
            </a:endParaRPr>
          </a:p>
        </p:txBody>
      </p:sp>
      <p:sp>
        <p:nvSpPr>
          <p:cNvPr id="127" name="Textfeld 7"/>
          <p:cNvSpPr/>
          <p:nvPr/>
        </p:nvSpPr>
        <p:spPr>
          <a:xfrm>
            <a:off x="1501298" y="2545386"/>
            <a:ext cx="5146723" cy="3784198"/>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marL="457200" indent="-457200" algn="just" defTabSz="914400">
              <a:lnSpc>
                <a:spcPct val="100000"/>
              </a:lnSpc>
              <a:buClr>
                <a:srgbClr val="000000"/>
              </a:buClr>
              <a:buFont typeface="Calibri"/>
              <a:buAutoNum type="arabicPeriod"/>
            </a:pPr>
            <a:r>
              <a:rPr lang="de-AT" sz="2400" b="0" strike="noStrike" spc="-1" dirty="0">
                <a:solidFill>
                  <a:schemeClr val="dk1"/>
                </a:solidFill>
                <a:latin typeface="Century Gothic"/>
              </a:rPr>
              <a:t>Search </a:t>
            </a:r>
            <a:r>
              <a:rPr lang="de-AT" sz="2400" b="0" strike="noStrike" spc="-1" dirty="0" err="1">
                <a:solidFill>
                  <a:schemeClr val="dk1"/>
                </a:solidFill>
                <a:latin typeface="Century Gothic"/>
              </a:rPr>
              <a:t>keywords</a:t>
            </a:r>
            <a:r>
              <a:rPr lang="de-AT" sz="2400" b="0" strike="noStrike" spc="-1" dirty="0">
                <a:solidFill>
                  <a:schemeClr val="dk1"/>
                </a:solidFill>
                <a:latin typeface="Century Gothic"/>
              </a:rPr>
              <a:t> (e.g. ChatGPT,…)</a:t>
            </a:r>
            <a:endParaRPr lang="de-AT" sz="2400" b="0" strike="noStrike" spc="-1" dirty="0">
              <a:solidFill>
                <a:srgbClr val="000000"/>
              </a:solidFill>
              <a:latin typeface="Arial"/>
            </a:endParaRPr>
          </a:p>
          <a:p>
            <a:pPr marL="457200" indent="-457200" algn="just" defTabSz="914400">
              <a:lnSpc>
                <a:spcPct val="100000"/>
              </a:lnSpc>
              <a:buClr>
                <a:srgbClr val="000000"/>
              </a:buClr>
              <a:buFont typeface="Calibri"/>
              <a:buAutoNum type="arabicPeriod"/>
            </a:pPr>
            <a:r>
              <a:rPr lang="de-AT" sz="2400" b="0" strike="noStrike" spc="-1" dirty="0" err="1">
                <a:solidFill>
                  <a:schemeClr val="dk1"/>
                </a:solidFill>
                <a:latin typeface="Century Gothic"/>
              </a:rPr>
              <a:t>Inclusion</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criteria</a:t>
            </a:r>
            <a:r>
              <a:rPr lang="de-AT" sz="2400" b="0" strike="noStrike" spc="-1" dirty="0">
                <a:solidFill>
                  <a:schemeClr val="dk1"/>
                </a:solidFill>
                <a:latin typeface="Century Gothic"/>
              </a:rPr>
              <a:t> (e.g. </a:t>
            </a:r>
            <a:r>
              <a:rPr lang="de-AT" sz="2400" b="0" strike="noStrike" spc="-1" dirty="0" err="1">
                <a:solidFill>
                  <a:schemeClr val="dk1"/>
                </a:solidFill>
                <a:latin typeface="Century Gothic"/>
              </a:rPr>
              <a:t>used</a:t>
            </a:r>
            <a:r>
              <a:rPr lang="de-AT" sz="2400" b="0" strike="noStrike" spc="-1" dirty="0">
                <a:solidFill>
                  <a:schemeClr val="dk1"/>
                </a:solidFill>
                <a:latin typeface="Century Gothic"/>
              </a:rPr>
              <a:t> ChatGPT, </a:t>
            </a:r>
            <a:r>
              <a:rPr lang="de-AT" sz="2400" b="0" strike="noStrike" spc="-1" dirty="0" err="1">
                <a:solidFill>
                  <a:schemeClr val="dk1"/>
                </a:solidFill>
                <a:latin typeface="Century Gothic"/>
              </a:rPr>
              <a:t>used</a:t>
            </a:r>
            <a:r>
              <a:rPr lang="de-AT" sz="2400" b="0" strike="noStrike" spc="-1" dirty="0">
                <a:solidFill>
                  <a:schemeClr val="dk1"/>
                </a:solidFill>
                <a:latin typeface="Century Gothic"/>
              </a:rPr>
              <a:t> experimental and quasi-experimental </a:t>
            </a:r>
            <a:r>
              <a:rPr lang="de-AT" sz="2400" b="0" strike="noStrike" spc="-1" dirty="0" err="1">
                <a:solidFill>
                  <a:schemeClr val="dk1"/>
                </a:solidFill>
                <a:latin typeface="Century Gothic"/>
              </a:rPr>
              <a:t>designs</a:t>
            </a:r>
            <a:r>
              <a:rPr lang="de-AT" sz="2400" b="0" strike="noStrike" spc="-1" dirty="0">
                <a:solidFill>
                  <a:schemeClr val="dk1"/>
                </a:solidFill>
                <a:latin typeface="Century Gothic"/>
              </a:rPr>
              <a:t>,…)</a:t>
            </a:r>
            <a:endParaRPr lang="de-AT" sz="2400" b="0" strike="noStrike" spc="-1" dirty="0">
              <a:solidFill>
                <a:srgbClr val="000000"/>
              </a:solidFill>
              <a:latin typeface="Arial"/>
            </a:endParaRPr>
          </a:p>
          <a:p>
            <a:pPr marL="457200" indent="-457200" algn="just" defTabSz="914400">
              <a:lnSpc>
                <a:spcPct val="100000"/>
              </a:lnSpc>
              <a:buClr>
                <a:srgbClr val="000000"/>
              </a:buClr>
              <a:buFont typeface="Calibri"/>
              <a:buAutoNum type="arabicPeriod"/>
            </a:pPr>
            <a:r>
              <a:rPr lang="de-AT" sz="2400" b="0" strike="noStrike" spc="-1" dirty="0" err="1">
                <a:solidFill>
                  <a:schemeClr val="dk1"/>
                </a:solidFill>
                <a:latin typeface="Century Gothic"/>
              </a:rPr>
              <a:t>Exclusion</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criteria</a:t>
            </a:r>
            <a:r>
              <a:rPr lang="de-AT" sz="2400" b="0" strike="noStrike" spc="-1" dirty="0">
                <a:solidFill>
                  <a:schemeClr val="dk1"/>
                </a:solidFill>
                <a:latin typeface="Century Gothic"/>
              </a:rPr>
              <a:t> (e.g. </a:t>
            </a:r>
            <a:r>
              <a:rPr lang="de-AT" sz="2400" b="0" strike="noStrike" spc="-1" dirty="0" err="1">
                <a:solidFill>
                  <a:schemeClr val="dk1"/>
                </a:solidFill>
                <a:latin typeface="Century Gothic"/>
              </a:rPr>
              <a:t>no</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focus</a:t>
            </a:r>
            <a:r>
              <a:rPr lang="de-AT" sz="2400" b="0" strike="noStrike" spc="-1" dirty="0">
                <a:solidFill>
                  <a:schemeClr val="dk1"/>
                </a:solidFill>
                <a:latin typeface="Century Gothic"/>
              </a:rPr>
              <a:t> on </a:t>
            </a:r>
            <a:r>
              <a:rPr lang="de-AT" sz="2400" b="0" strike="noStrike" spc="-1" dirty="0" err="1">
                <a:solidFill>
                  <a:schemeClr val="dk1"/>
                </a:solidFill>
                <a:latin typeface="Century Gothic"/>
              </a:rPr>
              <a:t>rich</a:t>
            </a:r>
            <a:r>
              <a:rPr lang="de-AT" sz="2400" b="0" strike="noStrike" spc="-1" dirty="0">
                <a:solidFill>
                  <a:schemeClr val="dk1"/>
                </a:solidFill>
                <a:latin typeface="Century Gothic"/>
              </a:rPr>
              <a:t> qualitative </a:t>
            </a:r>
            <a:r>
              <a:rPr lang="de-AT" sz="2400" b="0" strike="noStrike" spc="-1" dirty="0" err="1">
                <a:solidFill>
                  <a:schemeClr val="dk1"/>
                </a:solidFill>
                <a:latin typeface="Century Gothic"/>
              </a:rPr>
              <a:t>data</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focus</a:t>
            </a:r>
            <a:r>
              <a:rPr lang="de-AT" sz="2400" b="0" strike="noStrike" spc="-1" dirty="0">
                <a:solidFill>
                  <a:schemeClr val="dk1"/>
                </a:solidFill>
                <a:latin typeface="Century Gothic"/>
              </a:rPr>
              <a:t> on </a:t>
            </a:r>
            <a:r>
              <a:rPr lang="de-AT" sz="2400" b="0" strike="noStrike" spc="-1" dirty="0" err="1">
                <a:solidFill>
                  <a:schemeClr val="dk1"/>
                </a:solidFill>
                <a:latin typeface="Century Gothic"/>
              </a:rPr>
              <a:t>broader</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impact</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of</a:t>
            </a:r>
            <a:r>
              <a:rPr lang="de-AT" sz="2400" b="0" strike="noStrike" spc="-1" dirty="0">
                <a:solidFill>
                  <a:schemeClr val="dk1"/>
                </a:solidFill>
                <a:latin typeface="Century Gothic"/>
              </a:rPr>
              <a:t> non-gen AI,…)</a:t>
            </a:r>
            <a:endParaRPr lang="de-AT" sz="2400" b="0" strike="noStrike" spc="-1" dirty="0">
              <a:solidFill>
                <a:srgbClr val="000000"/>
              </a:solidFill>
              <a:latin typeface="Arial"/>
            </a:endParaRPr>
          </a:p>
        </p:txBody>
      </p:sp>
      <p:sp>
        <p:nvSpPr>
          <p:cNvPr id="128" name="Freeform 2"/>
          <p:cNvSpPr/>
          <p:nvPr/>
        </p:nvSpPr>
        <p:spPr>
          <a:xfrm>
            <a:off x="1501298" y="6467830"/>
            <a:ext cx="5253480" cy="3493080"/>
          </a:xfrm>
          <a:custGeom>
            <a:avLst/>
            <a:gdLst>
              <a:gd name="textAreaLeft" fmla="*/ 0 w 5253480"/>
              <a:gd name="textAreaRight" fmla="*/ 5253840 w 5253480"/>
              <a:gd name="textAreaTop" fmla="*/ 0 h 3493080"/>
              <a:gd name="textAreaBottom" fmla="*/ 3493440 h 3493080"/>
            </a:gdLst>
            <a:ahLst/>
            <a:cxnLst/>
            <a:rect l="textAreaLeft" t="textAreaTop" r="textAreaRight" b="textAreaBottom"/>
            <a:pathLst>
              <a:path w="7709622" h="4770328">
                <a:moveTo>
                  <a:pt x="0" y="0"/>
                </a:moveTo>
                <a:lnTo>
                  <a:pt x="7709621" y="0"/>
                </a:lnTo>
                <a:lnTo>
                  <a:pt x="7709621" y="4770328"/>
                </a:lnTo>
                <a:lnTo>
                  <a:pt x="0" y="477032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9" name="Grafik 2"/>
          <p:cNvPicPr/>
          <p:nvPr/>
        </p:nvPicPr>
        <p:blipFill>
          <a:blip r:embed="rId3"/>
          <a:stretch/>
        </p:blipFill>
        <p:spPr>
          <a:xfrm>
            <a:off x="1789560" y="0"/>
            <a:ext cx="14708520" cy="10231920"/>
          </a:xfrm>
          <a:prstGeom prst="rect">
            <a:avLst/>
          </a:prstGeom>
          <a:ln w="0">
            <a:solidFill>
              <a:srgbClr val="000000"/>
            </a:solidFill>
          </a:ln>
        </p:spPr>
      </p:pic>
      <p:sp>
        <p:nvSpPr>
          <p:cNvPr id="130" name="Rechteck: abgerundete Ecken 3"/>
          <p:cNvSpPr/>
          <p:nvPr/>
        </p:nvSpPr>
        <p:spPr>
          <a:xfrm>
            <a:off x="1238400" y="8344080"/>
            <a:ext cx="15811200" cy="1888200"/>
          </a:xfrm>
          <a:prstGeom prst="roundRect">
            <a:avLst>
              <a:gd name="adj" fmla="val 50000"/>
            </a:avLst>
          </a:prstGeom>
          <a:noFill/>
          <a:ln>
            <a:solidFill>
              <a:schemeClr val="accent1"/>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AT" sz="1800" b="0" strike="noStrike" spc="-1">
              <a:solidFill>
                <a:schemeClr val="lt1"/>
              </a:solidFill>
              <a:latin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 name="Textfeld 6"/>
          <p:cNvSpPr/>
          <p:nvPr/>
        </p:nvSpPr>
        <p:spPr>
          <a:xfrm>
            <a:off x="6477120" y="1083594"/>
            <a:ext cx="103629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5400" b="0" strike="noStrike" spc="-1" dirty="0">
                <a:solidFill>
                  <a:schemeClr val="dk1"/>
                </a:solidFill>
                <a:latin typeface="Fredoka"/>
              </a:rPr>
              <a:t>Quality</a:t>
            </a:r>
            <a:r>
              <a:rPr lang="de-AT" sz="2800" b="0" strike="noStrike" spc="-1" dirty="0">
                <a:solidFill>
                  <a:schemeClr val="dk1"/>
                </a:solidFill>
                <a:latin typeface="Fredoka"/>
              </a:rPr>
              <a:t> </a:t>
            </a:r>
            <a:r>
              <a:rPr lang="de-AT" sz="5400" b="0" strike="noStrike" spc="-1" dirty="0">
                <a:solidFill>
                  <a:schemeClr val="dk1"/>
                </a:solidFill>
                <a:latin typeface="Fredoka"/>
              </a:rPr>
              <a:t>Assessment </a:t>
            </a:r>
            <a:r>
              <a:rPr lang="de-AT" sz="5400" b="0" strike="noStrike" spc="-1" dirty="0" err="1">
                <a:solidFill>
                  <a:schemeClr val="dk1"/>
                </a:solidFill>
                <a:latin typeface="Fredoka"/>
              </a:rPr>
              <a:t>using</a:t>
            </a:r>
            <a:r>
              <a:rPr lang="de-AT" sz="5400" b="0" strike="noStrike" spc="-1" dirty="0">
                <a:solidFill>
                  <a:schemeClr val="dk1"/>
                </a:solidFill>
                <a:latin typeface="Fredoka"/>
              </a:rPr>
              <a:t> MAGIC</a:t>
            </a:r>
            <a:endParaRPr lang="de-AT" sz="5400" b="0" strike="noStrike" spc="-1" dirty="0">
              <a:solidFill>
                <a:srgbClr val="000000"/>
              </a:solidFill>
              <a:latin typeface="Fredoka"/>
            </a:endParaRPr>
          </a:p>
        </p:txBody>
      </p:sp>
      <p:graphicFrame>
        <p:nvGraphicFramePr>
          <p:cNvPr id="132" name="Tabelle 7"/>
          <p:cNvGraphicFramePr/>
          <p:nvPr>
            <p:extLst>
              <p:ext uri="{D42A27DB-BD31-4B8C-83A1-F6EECF244321}">
                <p14:modId xmlns:p14="http://schemas.microsoft.com/office/powerpoint/2010/main" val="371097151"/>
              </p:ext>
            </p:extLst>
          </p:nvPr>
        </p:nvGraphicFramePr>
        <p:xfrm>
          <a:off x="5486400" y="2441880"/>
          <a:ext cx="12344400" cy="7313760"/>
        </p:xfrm>
        <a:graphic>
          <a:graphicData uri="http://schemas.openxmlformats.org/drawingml/2006/table">
            <a:tbl>
              <a:tblPr/>
              <a:tblGrid>
                <a:gridCol w="4114800">
                  <a:extLst>
                    <a:ext uri="{9D8B030D-6E8A-4147-A177-3AD203B41FA5}">
                      <a16:colId xmlns:a16="http://schemas.microsoft.com/office/drawing/2014/main" val="20000"/>
                    </a:ext>
                  </a:extLst>
                </a:gridCol>
                <a:gridCol w="8229600">
                  <a:extLst>
                    <a:ext uri="{9D8B030D-6E8A-4147-A177-3AD203B41FA5}">
                      <a16:colId xmlns:a16="http://schemas.microsoft.com/office/drawing/2014/main" val="20001"/>
                    </a:ext>
                  </a:extLst>
                </a:gridCol>
              </a:tblGrid>
              <a:tr h="705960">
                <a:tc>
                  <a:txBody>
                    <a:bodyPr/>
                    <a:lstStyle/>
                    <a:p>
                      <a:pPr defTabSz="914400">
                        <a:lnSpc>
                          <a:spcPct val="100000"/>
                        </a:lnSpc>
                      </a:pPr>
                      <a:r>
                        <a:rPr lang="de-AT" sz="4000" b="1" strike="noStrike" spc="-1" dirty="0">
                          <a:solidFill>
                            <a:schemeClr val="lt1"/>
                          </a:solidFill>
                          <a:latin typeface="Century Gothic" panose="020B0502020202020204" pitchFamily="34" charset="0"/>
                        </a:rPr>
                        <a:t>Criterion</a:t>
                      </a:r>
                      <a:endParaRPr lang="de-AT" sz="4000" b="1" strike="noStrike" spc="-1" dirty="0">
                        <a:solidFill>
                          <a:srgbClr val="FFFFFF"/>
                        </a:solidFill>
                        <a:latin typeface="Century Gothic" panose="020B0502020202020204" pitchFamily="34" charset="0"/>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tx2"/>
                    </a:solidFill>
                  </a:tcPr>
                </a:tc>
                <a:tc>
                  <a:txBody>
                    <a:bodyPr/>
                    <a:lstStyle/>
                    <a:p>
                      <a:pPr defTabSz="914400">
                        <a:lnSpc>
                          <a:spcPct val="100000"/>
                        </a:lnSpc>
                      </a:pPr>
                      <a:r>
                        <a:rPr lang="de-AT" sz="4000" b="1" strike="noStrike" spc="-1" dirty="0">
                          <a:solidFill>
                            <a:schemeClr val="lt1"/>
                          </a:solidFill>
                          <a:latin typeface="Century Gothic" panose="020B0502020202020204" pitchFamily="34" charset="0"/>
                        </a:rPr>
                        <a:t>Assessment</a:t>
                      </a:r>
                      <a:endParaRPr lang="de-AT" sz="4000" b="1" strike="noStrike" spc="-1" dirty="0">
                        <a:solidFill>
                          <a:srgbClr val="FFFFFF"/>
                        </a:solidFill>
                        <a:latin typeface="Century Gothic" panose="020B0502020202020204" pitchFamily="34" charset="0"/>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tx2"/>
                    </a:solidFill>
                  </a:tcPr>
                </a:tc>
                <a:extLst>
                  <a:ext uri="{0D108BD9-81ED-4DB2-BD59-A6C34878D82A}">
                    <a16:rowId xmlns:a16="http://schemas.microsoft.com/office/drawing/2014/main" val="10000"/>
                  </a:ext>
                </a:extLst>
              </a:tr>
              <a:tr h="1321560">
                <a:tc>
                  <a:txBody>
                    <a:bodyPr/>
                    <a:lstStyle/>
                    <a:p>
                      <a:pPr defTabSz="914400">
                        <a:lnSpc>
                          <a:spcPct val="100000"/>
                        </a:lnSpc>
                      </a:pPr>
                      <a:r>
                        <a:rPr lang="de-AT" sz="3600" b="1" strike="noStrike" spc="-1" dirty="0">
                          <a:solidFill>
                            <a:schemeClr val="dk1"/>
                          </a:solidFill>
                          <a:latin typeface="Century Gothic"/>
                        </a:rPr>
                        <a:t>M</a:t>
                      </a:r>
                      <a:r>
                        <a:rPr lang="de-AT" sz="3600" b="0" strike="noStrike" spc="-1" dirty="0">
                          <a:solidFill>
                            <a:schemeClr val="dk1"/>
                          </a:solidFill>
                          <a:latin typeface="Century Gothic"/>
                        </a:rPr>
                        <a:t>agnitude</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solidFill>
                      <a:srgbClr val="97A2DD"/>
                    </a:solidFill>
                  </a:tcPr>
                </a:tc>
                <a:tc>
                  <a:txBody>
                    <a:bodyPr/>
                    <a:lstStyle/>
                    <a:p>
                      <a:pPr defTabSz="914400">
                        <a:lnSpc>
                          <a:spcPct val="100000"/>
                        </a:lnSpc>
                      </a:pPr>
                      <a:r>
                        <a:rPr lang="de-AT" sz="3600" b="0" strike="noStrike" spc="-1" dirty="0">
                          <a:solidFill>
                            <a:schemeClr val="dk1"/>
                          </a:solidFill>
                          <a:latin typeface="Century Gothic"/>
                        </a:rPr>
                        <a:t>Positive </a:t>
                      </a:r>
                      <a:r>
                        <a:rPr lang="de-AT" sz="3600" b="0" strike="noStrike" spc="-1" dirty="0" err="1">
                          <a:solidFill>
                            <a:schemeClr val="dk1"/>
                          </a:solidFill>
                          <a:latin typeface="Century Gothic"/>
                        </a:rPr>
                        <a:t>overall</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effect</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solidFill>
                      <a:srgbClr val="97A2DD"/>
                    </a:solidFill>
                  </a:tcPr>
                </a:tc>
                <a:extLst>
                  <a:ext uri="{0D108BD9-81ED-4DB2-BD59-A6C34878D82A}">
                    <a16:rowId xmlns:a16="http://schemas.microsoft.com/office/drawing/2014/main" val="10001"/>
                  </a:ext>
                </a:extLst>
              </a:tr>
              <a:tr h="1321560">
                <a:tc>
                  <a:txBody>
                    <a:bodyPr/>
                    <a:lstStyle/>
                    <a:p>
                      <a:pPr defTabSz="914400">
                        <a:lnSpc>
                          <a:spcPct val="100000"/>
                        </a:lnSpc>
                      </a:pPr>
                      <a:r>
                        <a:rPr lang="de-AT" sz="3600" b="1" strike="noStrike" spc="-1" dirty="0" err="1">
                          <a:solidFill>
                            <a:schemeClr val="dk1"/>
                          </a:solidFill>
                          <a:latin typeface="Century Gothic"/>
                        </a:rPr>
                        <a:t>A</a:t>
                      </a:r>
                      <a:r>
                        <a:rPr lang="de-AT" sz="3600" b="0" strike="noStrike" spc="-1" dirty="0" err="1">
                          <a:solidFill>
                            <a:schemeClr val="dk1"/>
                          </a:solidFill>
                          <a:latin typeface="Century Gothic"/>
                        </a:rPr>
                        <a:t>rticulation</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5">
                        <a:lumMod val="20000"/>
                        <a:lumOff val="80000"/>
                      </a:schemeClr>
                    </a:solidFill>
                  </a:tcPr>
                </a:tc>
                <a:tc>
                  <a:txBody>
                    <a:bodyPr/>
                    <a:lstStyle/>
                    <a:p>
                      <a:pPr defTabSz="914400">
                        <a:lnSpc>
                          <a:spcPct val="100000"/>
                        </a:lnSpc>
                      </a:pPr>
                      <a:r>
                        <a:rPr lang="de-AT" sz="3600" b="0" strike="noStrike" spc="-1" dirty="0">
                          <a:solidFill>
                            <a:schemeClr val="dk1"/>
                          </a:solidFill>
                          <a:latin typeface="Century Gothic"/>
                        </a:rPr>
                        <a:t>Clear </a:t>
                      </a:r>
                      <a:r>
                        <a:rPr lang="de-AT" sz="3600" b="0" strike="noStrike" spc="-1" dirty="0" err="1">
                          <a:solidFill>
                            <a:schemeClr val="dk1"/>
                          </a:solidFill>
                          <a:latin typeface="Century Gothic"/>
                        </a:rPr>
                        <a:t>research</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question</a:t>
                      </a:r>
                      <a:r>
                        <a:rPr lang="de-AT" sz="3600" b="0" strike="noStrike" spc="-1" dirty="0">
                          <a:solidFill>
                            <a:schemeClr val="dk1"/>
                          </a:solidFill>
                          <a:latin typeface="Century Gothic"/>
                        </a:rPr>
                        <a:t> and </a:t>
                      </a:r>
                      <a:r>
                        <a:rPr lang="de-AT" sz="3600" b="0" strike="noStrike" spc="-1" dirty="0" err="1">
                          <a:solidFill>
                            <a:schemeClr val="dk1"/>
                          </a:solidFill>
                          <a:latin typeface="Century Gothic"/>
                        </a:rPr>
                        <a:t>methods</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5">
                        <a:lumMod val="20000"/>
                        <a:lumOff val="80000"/>
                      </a:schemeClr>
                    </a:solidFill>
                  </a:tcPr>
                </a:tc>
                <a:extLst>
                  <a:ext uri="{0D108BD9-81ED-4DB2-BD59-A6C34878D82A}">
                    <a16:rowId xmlns:a16="http://schemas.microsoft.com/office/drawing/2014/main" val="10002"/>
                  </a:ext>
                </a:extLst>
              </a:tr>
              <a:tr h="1321560">
                <a:tc>
                  <a:txBody>
                    <a:bodyPr/>
                    <a:lstStyle/>
                    <a:p>
                      <a:pPr defTabSz="914400">
                        <a:lnSpc>
                          <a:spcPct val="100000"/>
                        </a:lnSpc>
                      </a:pPr>
                      <a:r>
                        <a:rPr lang="de-AT" sz="3600" b="1" strike="noStrike" spc="-1" dirty="0" err="1">
                          <a:solidFill>
                            <a:schemeClr val="dk1"/>
                          </a:solidFill>
                          <a:latin typeface="Century Gothic"/>
                        </a:rPr>
                        <a:t>G</a:t>
                      </a:r>
                      <a:r>
                        <a:rPr lang="de-AT" sz="3600" b="0" strike="noStrike" spc="-1" dirty="0" err="1">
                          <a:solidFill>
                            <a:schemeClr val="dk1"/>
                          </a:solidFill>
                          <a:latin typeface="Century Gothic"/>
                        </a:rPr>
                        <a:t>enerality</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97A2DD"/>
                    </a:solidFill>
                  </a:tcPr>
                </a:tc>
                <a:tc>
                  <a:txBody>
                    <a:bodyPr/>
                    <a:lstStyle/>
                    <a:p>
                      <a:pPr defTabSz="914400">
                        <a:lnSpc>
                          <a:spcPct val="100000"/>
                        </a:lnSpc>
                      </a:pPr>
                      <a:r>
                        <a:rPr lang="de-AT" sz="3600" b="0" strike="noStrike" spc="-1" dirty="0">
                          <a:solidFill>
                            <a:schemeClr val="dk1"/>
                          </a:solidFill>
                          <a:latin typeface="Century Gothic"/>
                        </a:rPr>
                        <a:t>Multiple </a:t>
                      </a:r>
                      <a:r>
                        <a:rPr lang="de-AT" sz="3600" b="0" strike="noStrike" spc="-1" dirty="0" err="1">
                          <a:solidFill>
                            <a:schemeClr val="dk1"/>
                          </a:solidFill>
                          <a:latin typeface="Century Gothic"/>
                        </a:rPr>
                        <a:t>educational</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contexts</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97A2DD"/>
                    </a:solidFill>
                  </a:tcPr>
                </a:tc>
                <a:extLst>
                  <a:ext uri="{0D108BD9-81ED-4DB2-BD59-A6C34878D82A}">
                    <a16:rowId xmlns:a16="http://schemas.microsoft.com/office/drawing/2014/main" val="10003"/>
                  </a:ext>
                </a:extLst>
              </a:tr>
              <a:tr h="1321560">
                <a:tc>
                  <a:txBody>
                    <a:bodyPr/>
                    <a:lstStyle/>
                    <a:p>
                      <a:pPr defTabSz="914400">
                        <a:lnSpc>
                          <a:spcPct val="100000"/>
                        </a:lnSpc>
                      </a:pPr>
                      <a:r>
                        <a:rPr lang="de-AT" sz="3600" b="1" strike="noStrike" spc="-1" dirty="0" err="1">
                          <a:solidFill>
                            <a:schemeClr val="dk1"/>
                          </a:solidFill>
                          <a:latin typeface="Century Gothic"/>
                        </a:rPr>
                        <a:t>I</a:t>
                      </a:r>
                      <a:r>
                        <a:rPr lang="de-AT" sz="3600" b="0" strike="noStrike" spc="-1" dirty="0" err="1">
                          <a:solidFill>
                            <a:schemeClr val="dk1"/>
                          </a:solidFill>
                          <a:latin typeface="Century Gothic"/>
                        </a:rPr>
                        <a:t>nterestingness</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5">
                        <a:lumMod val="20000"/>
                        <a:lumOff val="80000"/>
                      </a:schemeClr>
                    </a:solidFill>
                  </a:tcPr>
                </a:tc>
                <a:tc>
                  <a:txBody>
                    <a:bodyPr/>
                    <a:lstStyle/>
                    <a:p>
                      <a:pPr defTabSz="914400">
                        <a:lnSpc>
                          <a:spcPct val="100000"/>
                        </a:lnSpc>
                      </a:pPr>
                      <a:r>
                        <a:rPr lang="de-AT" sz="3600" b="0" strike="noStrike" spc="-1" dirty="0">
                          <a:solidFill>
                            <a:schemeClr val="dk1"/>
                          </a:solidFill>
                          <a:latin typeface="Century Gothic"/>
                        </a:rPr>
                        <a:t>High </a:t>
                      </a:r>
                      <a:r>
                        <a:rPr lang="de-AT" sz="3600" b="0" strike="noStrike" spc="-1" dirty="0" err="1">
                          <a:solidFill>
                            <a:schemeClr val="dk1"/>
                          </a:solidFill>
                          <a:latin typeface="Century Gothic"/>
                        </a:rPr>
                        <a:t>relevance</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for</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education</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5">
                        <a:lumMod val="20000"/>
                        <a:lumOff val="80000"/>
                      </a:schemeClr>
                    </a:solidFill>
                  </a:tcPr>
                </a:tc>
                <a:extLst>
                  <a:ext uri="{0D108BD9-81ED-4DB2-BD59-A6C34878D82A}">
                    <a16:rowId xmlns:a16="http://schemas.microsoft.com/office/drawing/2014/main" val="10004"/>
                  </a:ext>
                </a:extLst>
              </a:tr>
              <a:tr h="1321560">
                <a:tc>
                  <a:txBody>
                    <a:bodyPr/>
                    <a:lstStyle/>
                    <a:p>
                      <a:pPr defTabSz="914400">
                        <a:lnSpc>
                          <a:spcPct val="100000"/>
                        </a:lnSpc>
                      </a:pPr>
                      <a:r>
                        <a:rPr lang="de-AT" sz="3600" b="1" strike="noStrike" spc="-1" dirty="0">
                          <a:solidFill>
                            <a:schemeClr val="dk1"/>
                          </a:solidFill>
                          <a:latin typeface="Century Gothic"/>
                        </a:rPr>
                        <a:t>C</a:t>
                      </a:r>
                      <a:r>
                        <a:rPr lang="de-AT" sz="3600" b="0" strike="noStrike" spc="-1" dirty="0">
                          <a:solidFill>
                            <a:schemeClr val="dk1"/>
                          </a:solidFill>
                          <a:latin typeface="Century Gothic"/>
                        </a:rPr>
                        <a:t>redibility</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97A2DD"/>
                    </a:solidFill>
                  </a:tcPr>
                </a:tc>
                <a:tc>
                  <a:txBody>
                    <a:bodyPr/>
                    <a:lstStyle/>
                    <a:p>
                      <a:pPr defTabSz="914400">
                        <a:lnSpc>
                          <a:spcPct val="100000"/>
                        </a:lnSpc>
                      </a:pPr>
                      <a:r>
                        <a:rPr lang="de-AT" sz="3600" b="0" strike="noStrike" spc="-1" dirty="0">
                          <a:solidFill>
                            <a:schemeClr val="dk1"/>
                          </a:solidFill>
                          <a:latin typeface="Century Gothic"/>
                        </a:rPr>
                        <a:t>PRISMA and </a:t>
                      </a:r>
                      <a:r>
                        <a:rPr lang="de-AT" sz="3600" b="0" strike="noStrike" spc="-1" dirty="0" err="1">
                          <a:solidFill>
                            <a:schemeClr val="dk1"/>
                          </a:solidFill>
                          <a:latin typeface="Century Gothic"/>
                        </a:rPr>
                        <a:t>quality</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appraisal</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97A2DD"/>
                    </a:solidFill>
                  </a:tcPr>
                </a:tc>
                <a:extLst>
                  <a:ext uri="{0D108BD9-81ED-4DB2-BD59-A6C34878D82A}">
                    <a16:rowId xmlns:a16="http://schemas.microsoft.com/office/drawing/2014/main" val="10005"/>
                  </a:ext>
                </a:extLst>
              </a:tr>
            </a:tbl>
          </a:graphicData>
        </a:graphic>
      </p:graphicFrame>
      <p:sp>
        <p:nvSpPr>
          <p:cNvPr id="133" name="Freeform 2"/>
          <p:cNvSpPr/>
          <p:nvPr/>
        </p:nvSpPr>
        <p:spPr>
          <a:xfrm>
            <a:off x="442080" y="4381560"/>
            <a:ext cx="4708080" cy="5407200"/>
          </a:xfrm>
          <a:custGeom>
            <a:avLst/>
            <a:gdLst>
              <a:gd name="textAreaLeft" fmla="*/ 0 w 4708080"/>
              <a:gd name="textAreaRight" fmla="*/ 4708440 w 4708080"/>
              <a:gd name="textAreaTop" fmla="*/ 0 h 5407200"/>
              <a:gd name="textAreaBottom" fmla="*/ 5407560 h 5407200"/>
            </a:gdLst>
            <a:ahLst/>
            <a:cxnLst/>
            <a:rect l="textAreaLeft" t="textAreaTop" r="textAreaRight" b="textAreaBottom"/>
            <a:pathLst>
              <a:path w="6871547" h="7290766">
                <a:moveTo>
                  <a:pt x="0" y="0"/>
                </a:moveTo>
                <a:lnTo>
                  <a:pt x="6871547" y="0"/>
                </a:lnTo>
                <a:lnTo>
                  <a:pt x="6871547" y="7290766"/>
                </a:lnTo>
                <a:lnTo>
                  <a:pt x="0" y="7290766"/>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pic>
        <p:nvPicPr>
          <p:cNvPr id="134" name="Grafik 11" descr="Sterne mit einfarbiger Füllung"/>
          <p:cNvPicPr/>
          <p:nvPr/>
        </p:nvPicPr>
        <p:blipFill>
          <a:blip>
            <a:extLst>
              <a:ext uri="{96DAC541-7B7A-43D3-8B79-37D633B846F1}">
                <asvg:svgBlip xmlns:asvg="http://schemas.microsoft.com/office/drawing/2016/SVG/main" r:embed="rId4"/>
              </a:ext>
            </a:extLst>
          </a:blip>
          <a:stretch/>
        </p:blipFill>
        <p:spPr>
          <a:xfrm>
            <a:off x="15473636" y="647184"/>
            <a:ext cx="914040" cy="914040"/>
          </a:xfrm>
          <a:prstGeom prst="rect">
            <a:avLst/>
          </a:prstGeom>
          <a:ln w="0">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Textfeld 4"/>
          <p:cNvSpPr/>
          <p:nvPr/>
        </p:nvSpPr>
        <p:spPr>
          <a:xfrm>
            <a:off x="1295280" y="874080"/>
            <a:ext cx="1234404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5400" b="0" strike="noStrike" spc="-1" dirty="0" err="1">
                <a:solidFill>
                  <a:schemeClr val="dk1"/>
                </a:solidFill>
                <a:latin typeface="Fredoka"/>
              </a:rPr>
              <a:t>Limitations</a:t>
            </a:r>
            <a:r>
              <a:rPr lang="de-AT" sz="5400" b="0" strike="noStrike" spc="-1" dirty="0">
                <a:solidFill>
                  <a:schemeClr val="dk1"/>
                </a:solidFill>
                <a:latin typeface="Calibri"/>
              </a:rPr>
              <a:t> </a:t>
            </a:r>
            <a:r>
              <a:rPr lang="de-AT" sz="5400" b="0" strike="noStrike" spc="-1" dirty="0">
                <a:solidFill>
                  <a:schemeClr val="dk1"/>
                </a:solidFill>
                <a:latin typeface="Fredoka"/>
              </a:rPr>
              <a:t>and Potential </a:t>
            </a:r>
            <a:r>
              <a:rPr lang="de-AT" sz="5400" b="0" strike="noStrike" spc="-1" dirty="0" err="1">
                <a:solidFill>
                  <a:schemeClr val="dk1"/>
                </a:solidFill>
                <a:latin typeface="Fredoka"/>
              </a:rPr>
              <a:t>Biases</a:t>
            </a:r>
            <a:endParaRPr lang="de-AT" sz="5400" b="0" strike="noStrike" spc="-1" dirty="0">
              <a:solidFill>
                <a:srgbClr val="000000"/>
              </a:solidFill>
              <a:latin typeface="Arial"/>
            </a:endParaRPr>
          </a:p>
        </p:txBody>
      </p:sp>
      <p:sp>
        <p:nvSpPr>
          <p:cNvPr id="136" name="Textfeld 6"/>
          <p:cNvSpPr/>
          <p:nvPr/>
        </p:nvSpPr>
        <p:spPr>
          <a:xfrm>
            <a:off x="1597622" y="2727371"/>
            <a:ext cx="16992360" cy="35379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2" spcCol="0" anchor="t">
            <a:spAutoFit/>
          </a:bodyPr>
          <a:lstStyle/>
          <a:p>
            <a:pPr defTabSz="914400">
              <a:lnSpc>
                <a:spcPct val="100000"/>
              </a:lnSpc>
            </a:pPr>
            <a:r>
              <a:rPr lang="de-AT" sz="4400" b="1" strike="noStrike" spc="-1" dirty="0" err="1">
                <a:solidFill>
                  <a:schemeClr val="dk1"/>
                </a:solidFill>
                <a:latin typeface="Century Gothic" panose="020B0502020202020204" pitchFamily="34" charset="0"/>
              </a:rPr>
              <a:t>Limitations</a:t>
            </a:r>
            <a:endParaRPr lang="de-AT" sz="4400" b="0" strike="noStrike" spc="-1" dirty="0">
              <a:solidFill>
                <a:srgbClr val="000000"/>
              </a:solidFill>
              <a:latin typeface="Century Gothic" panose="020B0502020202020204" pitchFamily="34" charset="0"/>
            </a:endParaRPr>
          </a:p>
          <a:p>
            <a:pPr defTabSz="914400">
              <a:lnSpc>
                <a:spcPct val="100000"/>
              </a:lnSpc>
            </a:pPr>
            <a:endParaRPr lang="de-AT" sz="3600" b="0" strike="noStrike" spc="-1" dirty="0">
              <a:solidFill>
                <a:srgbClr val="000000"/>
              </a:solidFill>
              <a:latin typeface="Century Gothic" panose="020B0502020202020204" pitchFamily="34" charset="0"/>
            </a:endParaRPr>
          </a:p>
          <a:p>
            <a:pPr marL="457200" indent="-457200" defTabSz="914400">
              <a:lnSpc>
                <a:spcPct val="100000"/>
              </a:lnSpc>
              <a:buClr>
                <a:srgbClr val="000000"/>
              </a:buClr>
              <a:buFont typeface="Arial"/>
              <a:buChar char="•"/>
            </a:pPr>
            <a:r>
              <a:rPr lang="de-AT" sz="3600" b="0" strike="noStrike" spc="-1" dirty="0" err="1">
                <a:solidFill>
                  <a:schemeClr val="dk1"/>
                </a:solidFill>
                <a:latin typeface="Century Gothic" panose="020B0502020202020204" pitchFamily="34" charset="0"/>
              </a:rPr>
              <a:t>Rapidly</a:t>
            </a:r>
            <a:r>
              <a:rPr lang="de-AT" sz="3600" b="0" strike="noStrike" spc="-1" dirty="0">
                <a:solidFill>
                  <a:schemeClr val="dk1"/>
                </a:solidFill>
                <a:latin typeface="Century Gothic" panose="020B0502020202020204" pitchFamily="34" charset="0"/>
              </a:rPr>
              <a:t> </a:t>
            </a:r>
            <a:r>
              <a:rPr lang="de-AT" sz="3600" b="0" strike="noStrike" spc="-1" dirty="0" err="1">
                <a:solidFill>
                  <a:schemeClr val="dk1"/>
                </a:solidFill>
                <a:latin typeface="Century Gothic" panose="020B0502020202020204" pitchFamily="34" charset="0"/>
              </a:rPr>
              <a:t>evolving</a:t>
            </a:r>
            <a:r>
              <a:rPr lang="de-AT" sz="3600" b="0" strike="noStrike" spc="-1" dirty="0">
                <a:solidFill>
                  <a:schemeClr val="dk1"/>
                </a:solidFill>
                <a:latin typeface="Century Gothic" panose="020B0502020202020204" pitchFamily="34" charset="0"/>
              </a:rPr>
              <a:t> </a:t>
            </a:r>
            <a:r>
              <a:rPr lang="de-AT" sz="3600" b="0" strike="noStrike" spc="-1" dirty="0" err="1">
                <a:solidFill>
                  <a:schemeClr val="dk1"/>
                </a:solidFill>
                <a:latin typeface="Century Gothic" panose="020B0502020202020204" pitchFamily="34" charset="0"/>
              </a:rPr>
              <a:t>technology</a:t>
            </a:r>
            <a:r>
              <a:rPr lang="de-AT" sz="3600" b="0" strike="noStrike" spc="-1" dirty="0">
                <a:solidFill>
                  <a:schemeClr val="dk1"/>
                </a:solidFill>
                <a:latin typeface="Century Gothic" panose="020B0502020202020204" pitchFamily="34" charset="0"/>
              </a:rPr>
              <a:t> </a:t>
            </a:r>
            <a:endParaRPr lang="de-AT" sz="3600" b="0" strike="noStrike" spc="-1" dirty="0">
              <a:solidFill>
                <a:srgbClr val="000000"/>
              </a:solidFill>
              <a:latin typeface="Century Gothic" panose="020B0502020202020204" pitchFamily="34" charset="0"/>
            </a:endParaRPr>
          </a:p>
          <a:p>
            <a:pPr marL="457200" indent="-457200" defTabSz="914400">
              <a:lnSpc>
                <a:spcPct val="100000"/>
              </a:lnSpc>
              <a:buClr>
                <a:srgbClr val="000000"/>
              </a:buClr>
              <a:buFont typeface="Arial"/>
              <a:buChar char="•"/>
            </a:pPr>
            <a:r>
              <a:rPr lang="de-AT" sz="3600" b="0" strike="noStrike" spc="-1" dirty="0">
                <a:solidFill>
                  <a:schemeClr val="dk1"/>
                </a:solidFill>
                <a:latin typeface="Century Gothic" panose="020B0502020202020204" pitchFamily="34" charset="0"/>
              </a:rPr>
              <a:t>Short-term </a:t>
            </a:r>
            <a:r>
              <a:rPr lang="de-AT" sz="3600" b="0" strike="noStrike" spc="-1" dirty="0" err="1">
                <a:solidFill>
                  <a:schemeClr val="dk1"/>
                </a:solidFill>
                <a:latin typeface="Century Gothic" panose="020B0502020202020204" pitchFamily="34" charset="0"/>
              </a:rPr>
              <a:t>interventions</a:t>
            </a:r>
            <a:r>
              <a:rPr lang="de-AT" sz="3600" b="0" strike="noStrike" spc="-1" dirty="0">
                <a:solidFill>
                  <a:schemeClr val="dk1"/>
                </a:solidFill>
                <a:latin typeface="Century Gothic" panose="020B0502020202020204" pitchFamily="34" charset="0"/>
              </a:rPr>
              <a:t> </a:t>
            </a:r>
            <a:endParaRPr lang="de-AT" sz="3600" b="0" strike="noStrike" spc="-1" dirty="0">
              <a:solidFill>
                <a:srgbClr val="000000"/>
              </a:solidFill>
              <a:latin typeface="Century Gothic" panose="020B0502020202020204" pitchFamily="34" charset="0"/>
            </a:endParaRPr>
          </a:p>
          <a:p>
            <a:pPr marL="457200" indent="-457200" defTabSz="914400">
              <a:lnSpc>
                <a:spcPct val="100000"/>
              </a:lnSpc>
              <a:buClr>
                <a:srgbClr val="000000"/>
              </a:buClr>
              <a:buFont typeface="Arial"/>
              <a:buChar char="•"/>
            </a:pPr>
            <a:r>
              <a:rPr lang="de-AT" sz="3600" b="0" strike="noStrike" spc="-1" dirty="0" err="1">
                <a:solidFill>
                  <a:schemeClr val="dk1"/>
                </a:solidFill>
                <a:latin typeface="Century Gothic" panose="020B0502020202020204" pitchFamily="34" charset="0"/>
              </a:rPr>
              <a:t>Heterogeneity</a:t>
            </a:r>
            <a:r>
              <a:rPr lang="de-AT" sz="3600" b="0" strike="noStrike" spc="-1" dirty="0">
                <a:solidFill>
                  <a:schemeClr val="dk1"/>
                </a:solidFill>
                <a:latin typeface="Century Gothic" panose="020B0502020202020204" pitchFamily="34" charset="0"/>
              </a:rPr>
              <a:t> </a:t>
            </a:r>
            <a:r>
              <a:rPr lang="de-AT" sz="3600" b="0" strike="noStrike" spc="-1" dirty="0" err="1">
                <a:solidFill>
                  <a:schemeClr val="dk1"/>
                </a:solidFill>
                <a:latin typeface="Century Gothic" panose="020B0502020202020204" pitchFamily="34" charset="0"/>
              </a:rPr>
              <a:t>across</a:t>
            </a:r>
            <a:r>
              <a:rPr lang="de-AT" sz="3600" b="0" strike="noStrike" spc="-1" dirty="0">
                <a:solidFill>
                  <a:schemeClr val="dk1"/>
                </a:solidFill>
                <a:latin typeface="Century Gothic" panose="020B0502020202020204" pitchFamily="34" charset="0"/>
              </a:rPr>
              <a:t> </a:t>
            </a:r>
            <a:r>
              <a:rPr lang="de-AT" sz="3600" b="0" strike="noStrike" spc="-1" dirty="0" err="1">
                <a:solidFill>
                  <a:schemeClr val="dk1"/>
                </a:solidFill>
                <a:latin typeface="Century Gothic" panose="020B0502020202020204" pitchFamily="34" charset="0"/>
              </a:rPr>
              <a:t>studies</a:t>
            </a:r>
            <a:r>
              <a:rPr lang="de-AT" sz="3600" b="0" strike="noStrike" spc="-1" dirty="0">
                <a:solidFill>
                  <a:schemeClr val="dk1"/>
                </a:solidFill>
                <a:latin typeface="Century Gothic" panose="020B0502020202020204" pitchFamily="34" charset="0"/>
              </a:rPr>
              <a:t> </a:t>
            </a:r>
            <a:endParaRPr lang="de-AT" sz="3600" b="0" strike="noStrike" spc="-1" dirty="0">
              <a:solidFill>
                <a:srgbClr val="000000"/>
              </a:solidFill>
              <a:latin typeface="Century Gothic" panose="020B0502020202020204" pitchFamily="34" charset="0"/>
            </a:endParaRPr>
          </a:p>
          <a:p>
            <a:pPr marL="457200" indent="-457200" defTabSz="914400">
              <a:lnSpc>
                <a:spcPct val="100000"/>
              </a:lnSpc>
              <a:buClr>
                <a:srgbClr val="000000"/>
              </a:buClr>
              <a:buFont typeface="Arial"/>
              <a:buChar char="•"/>
            </a:pPr>
            <a:r>
              <a:rPr lang="de-AT" sz="3600" b="0" strike="noStrike" spc="-1" dirty="0">
                <a:solidFill>
                  <a:schemeClr val="dk1"/>
                </a:solidFill>
                <a:latin typeface="Century Gothic" panose="020B0502020202020204" pitchFamily="34" charset="0"/>
              </a:rPr>
              <a:t>Limited </a:t>
            </a:r>
            <a:r>
              <a:rPr lang="de-AT" sz="3600" b="0" strike="noStrike" spc="-1" dirty="0" err="1">
                <a:solidFill>
                  <a:schemeClr val="dk1"/>
                </a:solidFill>
                <a:latin typeface="Century Gothic" panose="020B0502020202020204" pitchFamily="34" charset="0"/>
              </a:rPr>
              <a:t>long</a:t>
            </a:r>
            <a:r>
              <a:rPr lang="de-AT" sz="3600" b="0" strike="noStrike" spc="-1" dirty="0">
                <a:solidFill>
                  <a:schemeClr val="dk1"/>
                </a:solidFill>
                <a:latin typeface="Century Gothic" panose="020B0502020202020204" pitchFamily="34" charset="0"/>
              </a:rPr>
              <a:t>-term </a:t>
            </a:r>
            <a:r>
              <a:rPr lang="de-AT" sz="3600" b="0" strike="noStrike" spc="-1" dirty="0" err="1">
                <a:solidFill>
                  <a:schemeClr val="dk1"/>
                </a:solidFill>
                <a:latin typeface="Century Gothic" panose="020B0502020202020204" pitchFamily="34" charset="0"/>
              </a:rPr>
              <a:t>evidence</a:t>
            </a:r>
            <a:r>
              <a:rPr lang="de-AT" sz="3600" b="0" strike="noStrike" spc="-1" dirty="0">
                <a:solidFill>
                  <a:schemeClr val="dk1"/>
                </a:solidFill>
                <a:latin typeface="Century Gothic" panose="020B0502020202020204" pitchFamily="34" charset="0"/>
              </a:rPr>
              <a:t> </a:t>
            </a:r>
            <a:endParaRPr lang="de-AT" sz="3600" b="0" strike="noStrike" spc="-1" dirty="0">
              <a:solidFill>
                <a:srgbClr val="000000"/>
              </a:solidFill>
              <a:latin typeface="Century Gothic" panose="020B0502020202020204" pitchFamily="34" charset="0"/>
            </a:endParaRPr>
          </a:p>
          <a:p>
            <a:pPr defTabSz="914400">
              <a:lnSpc>
                <a:spcPct val="100000"/>
              </a:lnSpc>
            </a:pPr>
            <a:r>
              <a:rPr lang="de-AT" sz="4400" b="1" strike="noStrike" spc="-1" dirty="0">
                <a:solidFill>
                  <a:schemeClr val="dk1"/>
                </a:solidFill>
                <a:latin typeface="Century Gothic" panose="020B0502020202020204" pitchFamily="34" charset="0"/>
              </a:rPr>
              <a:t>Potential </a:t>
            </a:r>
            <a:r>
              <a:rPr lang="de-AT" sz="4400" b="1" strike="noStrike" spc="-1" dirty="0" err="1">
                <a:solidFill>
                  <a:schemeClr val="dk1"/>
                </a:solidFill>
                <a:latin typeface="Century Gothic" panose="020B0502020202020204" pitchFamily="34" charset="0"/>
              </a:rPr>
              <a:t>Biases</a:t>
            </a:r>
            <a:endParaRPr lang="de-AT" sz="4400" b="0" strike="noStrike" spc="-1" dirty="0">
              <a:solidFill>
                <a:srgbClr val="000000"/>
              </a:solidFill>
              <a:latin typeface="Century Gothic" panose="020B0502020202020204" pitchFamily="34" charset="0"/>
            </a:endParaRPr>
          </a:p>
          <a:p>
            <a:pPr defTabSz="914400">
              <a:lnSpc>
                <a:spcPct val="100000"/>
              </a:lnSpc>
            </a:pPr>
            <a:endParaRPr lang="de-AT" sz="3600" b="0" strike="noStrike" spc="-1" dirty="0">
              <a:solidFill>
                <a:srgbClr val="000000"/>
              </a:solidFill>
              <a:latin typeface="Arial"/>
            </a:endParaRPr>
          </a:p>
          <a:p>
            <a:pPr marL="457200" indent="-457200" defTabSz="914400">
              <a:lnSpc>
                <a:spcPct val="100000"/>
              </a:lnSpc>
              <a:buClr>
                <a:srgbClr val="000000"/>
              </a:buClr>
              <a:buFont typeface="Arial"/>
              <a:buChar char="•"/>
            </a:pPr>
            <a:r>
              <a:rPr lang="de-AT" sz="3600" b="0" strike="noStrike" spc="-1" dirty="0" err="1">
                <a:solidFill>
                  <a:schemeClr val="dk1"/>
                </a:solidFill>
                <a:latin typeface="Century Gothic"/>
              </a:rPr>
              <a:t>Publication</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bias</a:t>
            </a:r>
            <a:r>
              <a:rPr lang="de-AT" sz="3600" b="0" strike="noStrike" spc="-1" dirty="0">
                <a:solidFill>
                  <a:schemeClr val="dk1"/>
                </a:solidFill>
                <a:latin typeface="Century Gothic"/>
              </a:rPr>
              <a:t> </a:t>
            </a:r>
            <a:endParaRPr lang="de-AT" sz="3600" b="0" strike="noStrike" spc="-1" dirty="0">
              <a:solidFill>
                <a:srgbClr val="000000"/>
              </a:solidFill>
              <a:latin typeface="Arial"/>
            </a:endParaRPr>
          </a:p>
          <a:p>
            <a:pPr marL="457200" indent="-457200" defTabSz="914400">
              <a:lnSpc>
                <a:spcPct val="100000"/>
              </a:lnSpc>
              <a:buClr>
                <a:srgbClr val="000000"/>
              </a:buClr>
              <a:buFont typeface="Arial"/>
              <a:buChar char="•"/>
            </a:pPr>
            <a:r>
              <a:rPr lang="de-AT" sz="3600" b="0" strike="noStrike" spc="-1" dirty="0">
                <a:solidFill>
                  <a:schemeClr val="dk1"/>
                </a:solidFill>
                <a:latin typeface="Century Gothic"/>
              </a:rPr>
              <a:t>Small </a:t>
            </a:r>
            <a:r>
              <a:rPr lang="de-AT" sz="3600" b="0" strike="noStrike" spc="-1" dirty="0" err="1">
                <a:solidFill>
                  <a:schemeClr val="dk1"/>
                </a:solidFill>
                <a:latin typeface="Century Gothic"/>
              </a:rPr>
              <a:t>study</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effects</a:t>
            </a:r>
            <a:r>
              <a:rPr lang="de-AT" sz="3600" b="0" strike="noStrike" spc="-1" dirty="0">
                <a:solidFill>
                  <a:schemeClr val="dk1"/>
                </a:solidFill>
                <a:latin typeface="Century Gothic"/>
              </a:rPr>
              <a:t> </a:t>
            </a:r>
            <a:endParaRPr lang="de-AT" sz="3600" b="0" strike="noStrike" spc="-1" dirty="0">
              <a:solidFill>
                <a:srgbClr val="000000"/>
              </a:solidFill>
              <a:latin typeface="Arial"/>
            </a:endParaRPr>
          </a:p>
          <a:p>
            <a:pPr marL="457200" indent="-457200" defTabSz="914400">
              <a:lnSpc>
                <a:spcPct val="100000"/>
              </a:lnSpc>
              <a:buClr>
                <a:srgbClr val="000000"/>
              </a:buClr>
              <a:buFont typeface="Arial"/>
              <a:buChar char="•"/>
            </a:pPr>
            <a:r>
              <a:rPr lang="de-AT" sz="3600" b="0" strike="noStrike" spc="-1" dirty="0" err="1">
                <a:solidFill>
                  <a:schemeClr val="dk1"/>
                </a:solidFill>
                <a:latin typeface="Century Gothic"/>
              </a:rPr>
              <a:t>Novelty</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effect</a:t>
            </a:r>
            <a:r>
              <a:rPr lang="de-AT" sz="3600" b="0" strike="noStrike" spc="-1" dirty="0">
                <a:solidFill>
                  <a:schemeClr val="dk1"/>
                </a:solidFill>
                <a:latin typeface="Century Gothic"/>
              </a:rPr>
              <a:t> </a:t>
            </a:r>
            <a:endParaRPr lang="de-AT" sz="3600" b="0" strike="noStrike" spc="-1" dirty="0">
              <a:solidFill>
                <a:srgbClr val="000000"/>
              </a:solidFill>
              <a:latin typeface="Arial"/>
            </a:endParaRPr>
          </a:p>
          <a:p>
            <a:pPr marL="457200" indent="-457200" defTabSz="914400">
              <a:lnSpc>
                <a:spcPct val="100000"/>
              </a:lnSpc>
              <a:buClr>
                <a:srgbClr val="000000"/>
              </a:buClr>
              <a:buFont typeface="Arial"/>
              <a:buChar char="•"/>
            </a:pPr>
            <a:r>
              <a:rPr lang="de-AT" sz="3600" b="0" strike="noStrike" spc="-1" dirty="0">
                <a:solidFill>
                  <a:schemeClr val="dk1"/>
                </a:solidFill>
                <a:latin typeface="Century Gothic"/>
              </a:rPr>
              <a:t>Different ChatGPT </a:t>
            </a:r>
            <a:r>
              <a:rPr lang="de-AT" sz="3600" b="0" strike="noStrike" spc="-1" dirty="0" err="1">
                <a:solidFill>
                  <a:schemeClr val="dk1"/>
                </a:solidFill>
                <a:latin typeface="Century Gothic"/>
              </a:rPr>
              <a:t>versions</a:t>
            </a:r>
            <a:endParaRPr lang="de-AT" sz="3600" b="0" strike="noStrike" spc="-1" dirty="0">
              <a:solidFill>
                <a:srgbClr val="000000"/>
              </a:solidFill>
              <a:latin typeface="Arial"/>
            </a:endParaRPr>
          </a:p>
        </p:txBody>
      </p:sp>
      <p:sp>
        <p:nvSpPr>
          <p:cNvPr id="137" name="Textfeld 8"/>
          <p:cNvSpPr/>
          <p:nvPr/>
        </p:nvSpPr>
        <p:spPr>
          <a:xfrm>
            <a:off x="2400300" y="9412920"/>
            <a:ext cx="13487040" cy="577440"/>
          </a:xfrm>
          <a:prstGeom prst="rect">
            <a:avLst/>
          </a:prstGeom>
          <a:solidFill>
            <a:srgbClr val="97A2DD"/>
          </a:solidFill>
          <a:ln w="0">
            <a:solidFill>
              <a:schemeClr val="tx1"/>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de-AT" sz="3200" b="0" strike="noStrike" spc="-1" dirty="0">
                <a:solidFill>
                  <a:schemeClr val="dk1"/>
                </a:solidFill>
                <a:latin typeface="Fredoka"/>
              </a:rPr>
              <a:t>Key Message: </a:t>
            </a:r>
            <a:r>
              <a:rPr lang="de-AT" sz="3200" b="0" strike="noStrike" spc="-1" dirty="0" err="1">
                <a:solidFill>
                  <a:schemeClr val="dk1"/>
                </a:solidFill>
                <a:latin typeface="Candara"/>
              </a:rPr>
              <a:t>Results</a:t>
            </a:r>
            <a:r>
              <a:rPr lang="de-AT" sz="3200" b="0" strike="noStrike" spc="-1" dirty="0">
                <a:solidFill>
                  <a:schemeClr val="dk1"/>
                </a:solidFill>
                <a:latin typeface="Candara"/>
              </a:rPr>
              <a:t> </a:t>
            </a:r>
            <a:r>
              <a:rPr lang="de-AT" sz="3200" b="0" strike="noStrike" spc="-1" dirty="0" err="1">
                <a:solidFill>
                  <a:schemeClr val="dk1"/>
                </a:solidFill>
                <a:latin typeface="Candara"/>
              </a:rPr>
              <a:t>are</a:t>
            </a:r>
            <a:r>
              <a:rPr lang="de-AT" sz="3200" b="0" strike="noStrike" spc="-1" dirty="0">
                <a:solidFill>
                  <a:schemeClr val="dk1"/>
                </a:solidFill>
                <a:latin typeface="Candara"/>
              </a:rPr>
              <a:t> promising, but </a:t>
            </a:r>
            <a:r>
              <a:rPr lang="de-AT" sz="3200" b="0" strike="noStrike" spc="-1" dirty="0" err="1">
                <a:solidFill>
                  <a:schemeClr val="dk1"/>
                </a:solidFill>
                <a:latin typeface="Candara"/>
              </a:rPr>
              <a:t>should</a:t>
            </a:r>
            <a:r>
              <a:rPr lang="de-AT" sz="3200" b="0" strike="noStrike" spc="-1" dirty="0">
                <a:solidFill>
                  <a:schemeClr val="dk1"/>
                </a:solidFill>
                <a:latin typeface="Candara"/>
              </a:rPr>
              <a:t> </a:t>
            </a:r>
            <a:r>
              <a:rPr lang="de-AT" sz="3200" b="0" strike="noStrike" spc="-1" dirty="0" err="1">
                <a:solidFill>
                  <a:schemeClr val="dk1"/>
                </a:solidFill>
                <a:latin typeface="Candara"/>
              </a:rPr>
              <a:t>be</a:t>
            </a:r>
            <a:r>
              <a:rPr lang="de-AT" sz="3200" b="0" strike="noStrike" spc="-1" dirty="0">
                <a:solidFill>
                  <a:schemeClr val="dk1"/>
                </a:solidFill>
                <a:latin typeface="Candara"/>
              </a:rPr>
              <a:t> </a:t>
            </a:r>
            <a:r>
              <a:rPr lang="de-AT" sz="3200" b="0" strike="noStrike" spc="-1" dirty="0" err="1">
                <a:solidFill>
                  <a:schemeClr val="dk1"/>
                </a:solidFill>
                <a:latin typeface="Candara"/>
              </a:rPr>
              <a:t>interpreted</a:t>
            </a:r>
            <a:r>
              <a:rPr lang="de-AT" sz="3200" b="0" strike="noStrike" spc="-1" dirty="0">
                <a:solidFill>
                  <a:schemeClr val="dk1"/>
                </a:solidFill>
                <a:latin typeface="Candara"/>
              </a:rPr>
              <a:t> </a:t>
            </a:r>
            <a:r>
              <a:rPr lang="de-AT" sz="3200" b="0" strike="noStrike" spc="-1" dirty="0" err="1">
                <a:solidFill>
                  <a:schemeClr val="dk1"/>
                </a:solidFill>
                <a:latin typeface="Candara"/>
              </a:rPr>
              <a:t>cautiously</a:t>
            </a:r>
            <a:r>
              <a:rPr lang="de-AT" sz="3200" b="0" strike="noStrike" spc="-1" dirty="0">
                <a:solidFill>
                  <a:schemeClr val="dk1"/>
                </a:solidFill>
                <a:latin typeface="Candara"/>
              </a:rPr>
              <a:t>.</a:t>
            </a:r>
            <a:endParaRPr lang="de-AT" sz="3200" b="0" strike="noStrike" spc="-1" dirty="0">
              <a:solidFill>
                <a:srgbClr val="FFFFFF"/>
              </a:solidFill>
              <a:latin typeface="Arial"/>
            </a:endParaRPr>
          </a:p>
        </p:txBody>
      </p:sp>
      <p:sp>
        <p:nvSpPr>
          <p:cNvPr id="138" name="Freeform 2"/>
          <p:cNvSpPr/>
          <p:nvPr/>
        </p:nvSpPr>
        <p:spPr>
          <a:xfrm>
            <a:off x="6661800" y="6515280"/>
            <a:ext cx="4964040" cy="3011400"/>
          </a:xfrm>
          <a:custGeom>
            <a:avLst/>
            <a:gdLst>
              <a:gd name="textAreaLeft" fmla="*/ 0 w 4964040"/>
              <a:gd name="textAreaRight" fmla="*/ 4964400 w 4964040"/>
              <a:gd name="textAreaTop" fmla="*/ 0 h 3011400"/>
              <a:gd name="textAreaBottom" fmla="*/ 3011760 h 3011400"/>
            </a:gdLst>
            <a:ahLst/>
            <a:cxnLst/>
            <a:rect l="textAreaLeft" t="textAreaTop" r="textAreaRight" b="textAreaBottom"/>
            <a:pathLst>
              <a:path w="7846135" h="4668450">
                <a:moveTo>
                  <a:pt x="0" y="0"/>
                </a:moveTo>
                <a:lnTo>
                  <a:pt x="7846135" y="0"/>
                </a:lnTo>
                <a:lnTo>
                  <a:pt x="7846135" y="4668450"/>
                </a:lnTo>
                <a:lnTo>
                  <a:pt x="0" y="4668450"/>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37"/>
                                        </p:tgtEl>
                                        <p:attrNameLst>
                                          <p:attrName>style.visibility</p:attrName>
                                        </p:attrNameLst>
                                      </p:cBhvr>
                                      <p:to>
                                        <p:strVal val="visible"/>
                                      </p:to>
                                    </p:set>
                                    <p:animEffect transition="in" filter="fade">
                                      <p:cBhvr additive="repl">
                                        <p:cTn id="7" dur="500"/>
                                        <p:tgtEl>
                                          <p:spTgt spid="1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Freeform 2"/>
          <p:cNvSpPr/>
          <p:nvPr/>
        </p:nvSpPr>
        <p:spPr>
          <a:xfrm>
            <a:off x="363240" y="8014320"/>
            <a:ext cx="3072240" cy="2273040"/>
          </a:xfrm>
          <a:custGeom>
            <a:avLst/>
            <a:gdLst>
              <a:gd name="textAreaLeft" fmla="*/ 0 w 3072240"/>
              <a:gd name="textAreaRight" fmla="*/ 3072600 w 3072240"/>
              <a:gd name="textAreaTop" fmla="*/ 0 h 2273040"/>
              <a:gd name="textAreaBottom" fmla="*/ 2273400 h 2273040"/>
            </a:gdLst>
            <a:ahLst/>
            <a:cxnLst/>
            <a:rect l="textAreaLeft" t="textAreaTop" r="textAreaRight" b="textAreaBottom"/>
            <a:pathLst>
              <a:path w="7709622" h="4770328">
                <a:moveTo>
                  <a:pt x="0" y="0"/>
                </a:moveTo>
                <a:lnTo>
                  <a:pt x="7709621" y="0"/>
                </a:lnTo>
                <a:lnTo>
                  <a:pt x="7709621" y="4770328"/>
                </a:lnTo>
                <a:lnTo>
                  <a:pt x="0" y="4770328"/>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140" name="Textfeld 6"/>
          <p:cNvSpPr/>
          <p:nvPr/>
        </p:nvSpPr>
        <p:spPr>
          <a:xfrm>
            <a:off x="363240" y="730260"/>
            <a:ext cx="6788880" cy="100548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algn="ctr" defTabSz="914400">
              <a:lnSpc>
                <a:spcPct val="100000"/>
              </a:lnSpc>
            </a:pPr>
            <a:r>
              <a:rPr lang="de-AT" sz="6000" b="0" strike="noStrike" spc="-1" dirty="0">
                <a:solidFill>
                  <a:schemeClr val="dk1"/>
                </a:solidFill>
                <a:latin typeface="Fredoka"/>
              </a:rPr>
              <a:t>Stakeholders</a:t>
            </a:r>
            <a:endParaRPr lang="de-AT" sz="6000" b="0" strike="noStrike" spc="-1" dirty="0">
              <a:solidFill>
                <a:srgbClr val="000000"/>
              </a:solidFill>
              <a:latin typeface="Arial"/>
            </a:endParaRPr>
          </a:p>
        </p:txBody>
      </p:sp>
      <p:sp>
        <p:nvSpPr>
          <p:cNvPr id="141" name="CaixaDeTexto 6"/>
          <p:cNvSpPr/>
          <p:nvPr/>
        </p:nvSpPr>
        <p:spPr>
          <a:xfrm>
            <a:off x="-2384223" y="2123820"/>
            <a:ext cx="9143640" cy="830997"/>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algn="ctr" defTabSz="914400">
              <a:lnSpc>
                <a:spcPct val="100000"/>
              </a:lnSpc>
            </a:pPr>
            <a:br>
              <a:rPr sz="2000" dirty="0">
                <a:latin typeface="Century Gothic" panose="020B0502020202020204" pitchFamily="34" charset="0"/>
              </a:rPr>
            </a:br>
            <a:r>
              <a:rPr lang="de-AT" sz="2800" b="0" strike="noStrike" spc="-1" dirty="0" err="1">
                <a:solidFill>
                  <a:srgbClr val="000000"/>
                </a:solidFill>
                <a:latin typeface="Century Gothic" panose="020B0502020202020204" pitchFamily="34" charset="0"/>
                <a:ea typeface="Segoe UI"/>
              </a:rPr>
              <a:t>Students</a:t>
            </a:r>
            <a:endParaRPr lang="de-AT" sz="2800" b="0" strike="noStrike" spc="-1" dirty="0">
              <a:solidFill>
                <a:srgbClr val="000000"/>
              </a:solidFill>
              <a:latin typeface="Century Gothic" panose="020B0502020202020204" pitchFamily="34" charset="0"/>
            </a:endParaRPr>
          </a:p>
        </p:txBody>
      </p:sp>
      <p:sp>
        <p:nvSpPr>
          <p:cNvPr id="142" name="CaixaDeTexto 7"/>
          <p:cNvSpPr/>
          <p:nvPr/>
        </p:nvSpPr>
        <p:spPr>
          <a:xfrm>
            <a:off x="5885280" y="2306160"/>
            <a:ext cx="1076508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Cultivate AI literacy, foster their prompt skills together and critical evaluate the AI generated content, ensuring more accuracy of the explanations.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43" name="CaixaDeTexto 9"/>
          <p:cNvSpPr/>
          <p:nvPr/>
        </p:nvSpPr>
        <p:spPr>
          <a:xfrm>
            <a:off x="1313280" y="3587040"/>
            <a:ext cx="9143640" cy="76944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800" b="0" strike="noStrike" spc="-1">
                <a:solidFill>
                  <a:schemeClr val="dk1"/>
                </a:solidFill>
                <a:latin typeface="Century Gothic" panose="020B0502020202020204" pitchFamily="34" charset="0"/>
              </a:rPr>
              <a:t>Teachers</a:t>
            </a:r>
            <a:endParaRPr lang="de-AT" sz="28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44" name="CaixaDeTexto 10"/>
          <p:cNvSpPr/>
          <p:nvPr/>
        </p:nvSpPr>
        <p:spPr>
          <a:xfrm>
            <a:off x="5885280" y="3587040"/>
            <a:ext cx="1077300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Focus more on developing critical thinking and problem-solving skills, shifting to project-based assessments.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45" name="CaixaDeTexto 11"/>
          <p:cNvSpPr/>
          <p:nvPr/>
        </p:nvSpPr>
        <p:spPr>
          <a:xfrm>
            <a:off x="1313280" y="4819320"/>
            <a:ext cx="9143640" cy="1015663"/>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800" b="0" strike="noStrike" spc="-1" dirty="0">
                <a:solidFill>
                  <a:schemeClr val="dk1"/>
                </a:solidFill>
                <a:latin typeface="Century Gothic" panose="020B0502020202020204" pitchFamily="34" charset="0"/>
              </a:rPr>
              <a:t>Universities</a:t>
            </a:r>
            <a:endParaRPr lang="de-AT" sz="2800" b="0" strike="noStrike" spc="-1" dirty="0">
              <a:solidFill>
                <a:srgbClr val="000000"/>
              </a:solidFill>
              <a:latin typeface="Century Gothic" panose="020B0502020202020204" pitchFamily="34" charset="0"/>
            </a:endParaRPr>
          </a:p>
          <a:p>
            <a:pPr defTabSz="914400">
              <a:lnSpc>
                <a:spcPct val="100000"/>
              </a:lnSpc>
            </a:pPr>
            <a:endParaRPr lang="de-AT" sz="16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
        <p:nvSpPr>
          <p:cNvPr id="146" name="CaixaDeTexto 12"/>
          <p:cNvSpPr/>
          <p:nvPr/>
        </p:nvSpPr>
        <p:spPr>
          <a:xfrm>
            <a:off x="5885280" y="4819320"/>
            <a:ext cx="1075680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Need to incorporate authenticity and quality metrics and tasks that involves unique contexts and personal experiences, together with more quality evaluations.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
        <p:nvSpPr>
          <p:cNvPr id="147" name="CaixaDeTexto 13"/>
          <p:cNvSpPr/>
          <p:nvPr/>
        </p:nvSpPr>
        <p:spPr>
          <a:xfrm>
            <a:off x="1313280" y="6059520"/>
            <a:ext cx="9143640" cy="76944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800" b="0" strike="noStrike" spc="-1">
                <a:solidFill>
                  <a:schemeClr val="dk1"/>
                </a:solidFill>
                <a:latin typeface="Century Gothic" panose="020B0502020202020204" pitchFamily="34" charset="0"/>
              </a:rPr>
              <a:t>Researchers</a:t>
            </a:r>
            <a:endParaRPr lang="de-AT" sz="28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48" name="CaixaDeTexto 14"/>
          <p:cNvSpPr/>
          <p:nvPr/>
        </p:nvSpPr>
        <p:spPr>
          <a:xfrm>
            <a:off x="5885280" y="6059520"/>
            <a:ext cx="1100808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Must develop experimental designs, conduct power analyses to ensure sufficient sample sizes and evaluate long-term impacts.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
        <p:nvSpPr>
          <p:cNvPr id="149" name="CaixaDeTexto 15"/>
          <p:cNvSpPr/>
          <p:nvPr/>
        </p:nvSpPr>
        <p:spPr>
          <a:xfrm>
            <a:off x="1313280" y="7113240"/>
            <a:ext cx="9143640" cy="76944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800" b="0" strike="noStrike" spc="-1">
                <a:solidFill>
                  <a:schemeClr val="dk1"/>
                </a:solidFill>
                <a:latin typeface="Century Gothic" panose="020B0502020202020204" pitchFamily="34" charset="0"/>
              </a:rPr>
              <a:t>Policy makers</a:t>
            </a:r>
            <a:endParaRPr lang="de-AT" sz="28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50" name="CaixaDeTexto 16"/>
          <p:cNvSpPr/>
          <p:nvPr/>
        </p:nvSpPr>
        <p:spPr>
          <a:xfrm>
            <a:off x="5885280" y="7170120"/>
            <a:ext cx="1062720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Prioritize evidence based on AI integration to a more responsible implementation grounded in a comprehension of its impacts on learning outcomes.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cxnSp>
        <p:nvCxnSpPr>
          <p:cNvPr id="151" name="Conector de Seta Reta 17"/>
          <p:cNvCxnSpPr/>
          <p:nvPr/>
        </p:nvCxnSpPr>
        <p:spPr>
          <a:xfrm flipV="1">
            <a:off x="4391280" y="2629440"/>
            <a:ext cx="1128240" cy="3240"/>
          </a:xfrm>
          <a:prstGeom prst="straightConnector1">
            <a:avLst/>
          </a:prstGeom>
          <a:ln>
            <a:solidFill>
              <a:srgbClr val="000000"/>
            </a:solidFill>
            <a:round/>
            <a:tailEnd type="triangle" w="med" len="med"/>
          </a:ln>
        </p:spPr>
      </p:cxnSp>
      <p:cxnSp>
        <p:nvCxnSpPr>
          <p:cNvPr id="152" name="Conector de Seta Reta 18"/>
          <p:cNvCxnSpPr/>
          <p:nvPr/>
        </p:nvCxnSpPr>
        <p:spPr>
          <a:xfrm flipV="1">
            <a:off x="4391280" y="3966840"/>
            <a:ext cx="1128240" cy="3240"/>
          </a:xfrm>
          <a:prstGeom prst="straightConnector1">
            <a:avLst/>
          </a:prstGeom>
          <a:ln>
            <a:solidFill>
              <a:srgbClr val="000000"/>
            </a:solidFill>
            <a:round/>
            <a:tailEnd type="triangle" w="med" len="med"/>
          </a:ln>
        </p:spPr>
      </p:cxnSp>
      <p:cxnSp>
        <p:nvCxnSpPr>
          <p:cNvPr id="153" name="Conector de Seta Reta 19"/>
          <p:cNvCxnSpPr/>
          <p:nvPr/>
        </p:nvCxnSpPr>
        <p:spPr>
          <a:xfrm flipV="1">
            <a:off x="4391280" y="5142240"/>
            <a:ext cx="1128240" cy="3240"/>
          </a:xfrm>
          <a:prstGeom prst="straightConnector1">
            <a:avLst/>
          </a:prstGeom>
          <a:ln>
            <a:solidFill>
              <a:srgbClr val="000000"/>
            </a:solidFill>
            <a:round/>
            <a:tailEnd type="triangle" w="med" len="med"/>
          </a:ln>
        </p:spPr>
      </p:cxnSp>
      <p:cxnSp>
        <p:nvCxnSpPr>
          <p:cNvPr id="154" name="Conector de Seta Reta 20"/>
          <p:cNvCxnSpPr/>
          <p:nvPr/>
        </p:nvCxnSpPr>
        <p:spPr>
          <a:xfrm flipV="1">
            <a:off x="4391280" y="6439320"/>
            <a:ext cx="1128240" cy="3240"/>
          </a:xfrm>
          <a:prstGeom prst="straightConnector1">
            <a:avLst/>
          </a:prstGeom>
          <a:ln>
            <a:solidFill>
              <a:srgbClr val="000000"/>
            </a:solidFill>
            <a:round/>
            <a:tailEnd type="triangle" w="med" len="med"/>
          </a:ln>
        </p:spPr>
      </p:cxnSp>
      <p:cxnSp>
        <p:nvCxnSpPr>
          <p:cNvPr id="155" name="Conector de Seta Reta 21"/>
          <p:cNvCxnSpPr/>
          <p:nvPr/>
        </p:nvCxnSpPr>
        <p:spPr>
          <a:xfrm flipV="1">
            <a:off x="4391280" y="7501320"/>
            <a:ext cx="1128240" cy="3240"/>
          </a:xfrm>
          <a:prstGeom prst="straightConnector1">
            <a:avLst/>
          </a:prstGeom>
          <a:ln>
            <a:solidFill>
              <a:srgbClr val="000000"/>
            </a:solidFill>
            <a:round/>
            <a:tailEnd type="triangle" w="med" len="med"/>
          </a:ln>
        </p:spPr>
      </p:cxn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Elipse 7"/>
          <p:cNvSpPr/>
          <p:nvPr/>
        </p:nvSpPr>
        <p:spPr>
          <a:xfrm>
            <a:off x="1788840" y="2075040"/>
            <a:ext cx="4379040" cy="247932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tIns="45000" rIns="90000" bIns="45000" anchor="ctr">
            <a:noAutofit/>
          </a:bodyPr>
          <a:lstStyle/>
          <a:p>
            <a:pPr algn="ctr" defTabSz="914400">
              <a:lnSpc>
                <a:spcPct val="100000"/>
              </a:lnSpc>
            </a:pPr>
            <a:endParaRPr lang="pt-BR" sz="1600" b="0" strike="noStrike" spc="-1">
              <a:solidFill>
                <a:schemeClr val="dk1"/>
              </a:solidFill>
              <a:latin typeface="Century Gothic" panose="020B0502020202020204" pitchFamily="34" charset="0"/>
            </a:endParaRPr>
          </a:p>
        </p:txBody>
      </p:sp>
      <p:sp>
        <p:nvSpPr>
          <p:cNvPr id="157" name="Freeform 2"/>
          <p:cNvSpPr/>
          <p:nvPr/>
        </p:nvSpPr>
        <p:spPr>
          <a:xfrm>
            <a:off x="14915160" y="7463880"/>
            <a:ext cx="2821680" cy="2823480"/>
          </a:xfrm>
          <a:custGeom>
            <a:avLst/>
            <a:gdLst>
              <a:gd name="textAreaLeft" fmla="*/ 0 w 2821680"/>
              <a:gd name="textAreaRight" fmla="*/ 2822040 w 2821680"/>
              <a:gd name="textAreaTop" fmla="*/ 0 h 2823480"/>
              <a:gd name="textAreaBottom" fmla="*/ 2823840 h 2823480"/>
            </a:gdLst>
            <a:ahLst/>
            <a:cxnLst/>
            <a:rect l="textAreaLeft" t="textAreaTop" r="textAreaRight" b="textAreaBottom"/>
            <a:pathLst>
              <a:path w="7886250" h="7334212">
                <a:moveTo>
                  <a:pt x="0" y="0"/>
                </a:moveTo>
                <a:lnTo>
                  <a:pt x="7886249" y="0"/>
                </a:lnTo>
                <a:lnTo>
                  <a:pt x="7886249" y="7334212"/>
                </a:lnTo>
                <a:lnTo>
                  <a:pt x="0" y="7334212"/>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158" name="Textfeld 6"/>
          <p:cNvSpPr/>
          <p:nvPr/>
        </p:nvSpPr>
        <p:spPr>
          <a:xfrm>
            <a:off x="990720" y="419040"/>
            <a:ext cx="6788880" cy="100548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algn="ctr" defTabSz="914400">
              <a:lnSpc>
                <a:spcPct val="100000"/>
              </a:lnSpc>
            </a:pPr>
            <a:r>
              <a:rPr lang="de-AT" sz="6000" b="0" strike="noStrike" spc="-1">
                <a:solidFill>
                  <a:schemeClr val="dk1"/>
                </a:solidFill>
                <a:latin typeface="Fredoka"/>
              </a:rPr>
              <a:t>Conclusion</a:t>
            </a:r>
            <a:endParaRPr lang="de-AT" sz="6000" b="0" strike="noStrike" spc="-1">
              <a:solidFill>
                <a:srgbClr val="000000"/>
              </a:solidFill>
              <a:latin typeface="Arial"/>
            </a:endParaRPr>
          </a:p>
        </p:txBody>
      </p:sp>
      <p:sp>
        <p:nvSpPr>
          <p:cNvPr id="159" name="CaixaDeTexto 6"/>
          <p:cNvSpPr/>
          <p:nvPr/>
        </p:nvSpPr>
        <p:spPr>
          <a:xfrm>
            <a:off x="2180520" y="2576160"/>
            <a:ext cx="358704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algn="ctr" defTabSz="914400">
              <a:lnSpc>
                <a:spcPct val="100000"/>
              </a:lnSpc>
            </a:pPr>
            <a:r>
              <a:rPr lang="en-US" sz="2000" b="0" strike="noStrike" spc="-1">
                <a:solidFill>
                  <a:srgbClr val="303030"/>
                </a:solidFill>
                <a:latin typeface="Century Gothic" panose="020B0502020202020204" pitchFamily="34" charset="0"/>
              </a:rPr>
              <a:t>Early research focus on perceptions and attitudes of students and instructors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cxnSp>
        <p:nvCxnSpPr>
          <p:cNvPr id="160" name="Conector de Seta Reta 9"/>
          <p:cNvCxnSpPr/>
          <p:nvPr/>
        </p:nvCxnSpPr>
        <p:spPr>
          <a:xfrm flipV="1">
            <a:off x="6642000" y="3183480"/>
            <a:ext cx="1128600" cy="2880"/>
          </a:xfrm>
          <a:prstGeom prst="straightConnector1">
            <a:avLst/>
          </a:prstGeom>
          <a:ln>
            <a:solidFill>
              <a:srgbClr val="000000"/>
            </a:solidFill>
            <a:round/>
            <a:tailEnd type="triangle" w="med" len="med"/>
          </a:ln>
        </p:spPr>
      </p:cxnSp>
      <p:sp>
        <p:nvSpPr>
          <p:cNvPr id="161" name="CaixaDeTexto 10"/>
          <p:cNvSpPr/>
          <p:nvPr/>
        </p:nvSpPr>
        <p:spPr>
          <a:xfrm>
            <a:off x="8168040" y="2759040"/>
            <a:ext cx="995256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Do not provide concrete evidence of the actual impact.</a:t>
            </a:r>
            <a:endParaRPr lang="de-AT" sz="2000" b="0" strike="noStrike" spc="-1">
              <a:solidFill>
                <a:srgbClr val="000000"/>
              </a:solidFill>
              <a:latin typeface="Century Gothic" panose="020B0502020202020204" pitchFamily="34" charset="0"/>
            </a:endParaRPr>
          </a:p>
          <a:p>
            <a:pPr defTabSz="914400">
              <a:lnSpc>
                <a:spcPct val="100000"/>
              </a:lnSpc>
            </a:pPr>
            <a:r>
              <a:rPr lang="en-US" sz="2000" b="0" strike="noStrike" spc="-1">
                <a:solidFill>
                  <a:srgbClr val="303030"/>
                </a:solidFill>
                <a:latin typeface="Century Gothic" panose="020B0502020202020204" pitchFamily="34" charset="0"/>
                <a:ea typeface="Calibri"/>
              </a:rPr>
              <a:t>Effort to manage determining sufficient sample sizes.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62" name="Elipse 11"/>
          <p:cNvSpPr/>
          <p:nvPr/>
        </p:nvSpPr>
        <p:spPr>
          <a:xfrm>
            <a:off x="1769760" y="5486400"/>
            <a:ext cx="4379040" cy="247932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anchor="ctr">
            <a:noAutofit/>
          </a:bodyPr>
          <a:lstStyle/>
          <a:p>
            <a:pPr algn="ctr" defTabSz="914400">
              <a:lnSpc>
                <a:spcPct val="100000"/>
              </a:lnSpc>
            </a:pPr>
            <a:r>
              <a:rPr lang="en-US" sz="2000" b="0" strike="noStrike" spc="-1">
                <a:solidFill>
                  <a:srgbClr val="303030"/>
                </a:solidFill>
                <a:latin typeface="Century Gothic" panose="020B0502020202020204" pitchFamily="34" charset="0"/>
              </a:rPr>
              <a:t>Cross-sectional research</a:t>
            </a:r>
            <a:endParaRPr lang="de-AT" sz="2000" b="0" strike="noStrike" spc="-1">
              <a:solidFill>
                <a:srgbClr val="000000"/>
              </a:solidFill>
              <a:latin typeface="Century Gothic" panose="020B0502020202020204" pitchFamily="34" charset="0"/>
            </a:endParaRPr>
          </a:p>
        </p:txBody>
      </p:sp>
      <p:cxnSp>
        <p:nvCxnSpPr>
          <p:cNvPr id="163" name="Conector de Seta Reta 12"/>
          <p:cNvCxnSpPr/>
          <p:nvPr/>
        </p:nvCxnSpPr>
        <p:spPr>
          <a:xfrm flipV="1">
            <a:off x="6642000" y="6726600"/>
            <a:ext cx="1128600" cy="3240"/>
          </a:xfrm>
          <a:prstGeom prst="straightConnector1">
            <a:avLst/>
          </a:prstGeom>
          <a:ln>
            <a:solidFill>
              <a:srgbClr val="000000"/>
            </a:solidFill>
            <a:round/>
            <a:tailEnd type="triangle" w="med" len="med"/>
          </a:ln>
        </p:spPr>
      </p:cxnSp>
      <p:sp>
        <p:nvSpPr>
          <p:cNvPr id="164" name="CaixaDeTexto 13"/>
          <p:cNvSpPr/>
          <p:nvPr/>
        </p:nvSpPr>
        <p:spPr>
          <a:xfrm>
            <a:off x="8168040" y="6356880"/>
            <a:ext cx="914364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Do not determine if it can lead to an improvement or diminishment of performance or vice-versa.</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Textfeld 6"/>
          <p:cNvSpPr/>
          <p:nvPr/>
        </p:nvSpPr>
        <p:spPr>
          <a:xfrm>
            <a:off x="990720" y="419040"/>
            <a:ext cx="6788880" cy="100548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algn="ctr" defTabSz="914400">
              <a:lnSpc>
                <a:spcPct val="100000"/>
              </a:lnSpc>
            </a:pPr>
            <a:r>
              <a:rPr lang="de-AT" sz="6000" b="0" strike="noStrike" spc="-1">
                <a:solidFill>
                  <a:schemeClr val="dk1"/>
                </a:solidFill>
                <a:latin typeface="Fredoka"/>
              </a:rPr>
              <a:t>Conclusion</a:t>
            </a:r>
            <a:endParaRPr lang="de-AT" sz="6000" b="0" strike="noStrike" spc="-1">
              <a:solidFill>
                <a:srgbClr val="000000"/>
              </a:solidFill>
              <a:latin typeface="Arial"/>
            </a:endParaRPr>
          </a:p>
        </p:txBody>
      </p:sp>
      <p:sp>
        <p:nvSpPr>
          <p:cNvPr id="166" name="Freeform 2"/>
          <p:cNvSpPr/>
          <p:nvPr/>
        </p:nvSpPr>
        <p:spPr>
          <a:xfrm>
            <a:off x="141120" y="7028280"/>
            <a:ext cx="5219640" cy="3258360"/>
          </a:xfrm>
          <a:custGeom>
            <a:avLst/>
            <a:gdLst>
              <a:gd name="textAreaLeft" fmla="*/ 0 w 5219640"/>
              <a:gd name="textAreaRight" fmla="*/ 5220000 w 5219640"/>
              <a:gd name="textAreaTop" fmla="*/ 0 h 3258360"/>
              <a:gd name="textAreaBottom" fmla="*/ 3258720 h 3258360"/>
            </a:gdLst>
            <a:ahLst/>
            <a:cxnLst/>
            <a:rect l="textAreaLeft" t="textAreaTop" r="textAreaRight" b="textAreaBottom"/>
            <a:pathLst>
              <a:path w="7538575" h="4871804">
                <a:moveTo>
                  <a:pt x="0" y="0"/>
                </a:moveTo>
                <a:lnTo>
                  <a:pt x="7538575" y="0"/>
                </a:lnTo>
                <a:lnTo>
                  <a:pt x="7538575" y="4871804"/>
                </a:lnTo>
                <a:lnTo>
                  <a:pt x="0" y="4871804"/>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167" name="CaixaDeTexto 5"/>
          <p:cNvSpPr/>
          <p:nvPr/>
        </p:nvSpPr>
        <p:spPr>
          <a:xfrm>
            <a:off x="1977840" y="1836000"/>
            <a:ext cx="482292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algn="ctr" defTabSz="914400">
              <a:lnSpc>
                <a:spcPct val="100000"/>
              </a:lnSpc>
            </a:pPr>
            <a:r>
              <a:rPr lang="en-US" sz="2000" b="0" strike="noStrike" spc="-1">
                <a:solidFill>
                  <a:srgbClr val="303030"/>
                </a:solidFill>
                <a:latin typeface="Century Gothic" panose="020B0502020202020204" pitchFamily="34" charset="0"/>
              </a:rPr>
              <a:t>Systematic review and meta – analysis to sinthesize the research findings.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68" name="CaixaDeTexto 8"/>
          <p:cNvSpPr/>
          <p:nvPr/>
        </p:nvSpPr>
        <p:spPr>
          <a:xfrm>
            <a:off x="9678960" y="1836000"/>
            <a:ext cx="367200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algn="ctr" defTabSz="914400">
              <a:lnSpc>
                <a:spcPct val="100000"/>
              </a:lnSpc>
            </a:pPr>
            <a:r>
              <a:rPr lang="en-US" sz="2000" b="0" strike="noStrike" spc="-1">
                <a:solidFill>
                  <a:srgbClr val="303030"/>
                </a:solidFill>
                <a:latin typeface="Century Gothic" panose="020B0502020202020204" pitchFamily="34" charset="0"/>
              </a:rPr>
              <a:t>Contributions to the field of technology – enhanced learning.</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cxnSp>
        <p:nvCxnSpPr>
          <p:cNvPr id="169" name="Conector de Seta Reta 15"/>
          <p:cNvCxnSpPr/>
          <p:nvPr/>
        </p:nvCxnSpPr>
        <p:spPr>
          <a:xfrm flipV="1">
            <a:off x="7460640" y="2170080"/>
            <a:ext cx="1128600" cy="2880"/>
          </a:xfrm>
          <a:prstGeom prst="straightConnector1">
            <a:avLst/>
          </a:prstGeom>
          <a:ln>
            <a:solidFill>
              <a:srgbClr val="000000"/>
            </a:solidFill>
            <a:round/>
            <a:tailEnd type="triangle" w="med" len="med"/>
          </a:ln>
        </p:spPr>
      </p:cxnSp>
      <p:sp>
        <p:nvSpPr>
          <p:cNvPr id="170" name="Retângulo: Cantos Arredondados 16"/>
          <p:cNvSpPr/>
          <p:nvPr/>
        </p:nvSpPr>
        <p:spPr>
          <a:xfrm>
            <a:off x="2248200" y="3872520"/>
            <a:ext cx="3987000" cy="1824840"/>
          </a:xfrm>
          <a:prstGeom prst="roundRect">
            <a:avLst>
              <a:gd name="adj" fmla="val 16667"/>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tIns="45000" rIns="90000" bIns="45000" anchor="ctr">
            <a:noAutofit/>
          </a:bodyPr>
          <a:lstStyle/>
          <a:p>
            <a:pPr algn="ctr" defTabSz="914400">
              <a:lnSpc>
                <a:spcPct val="100000"/>
              </a:lnSpc>
            </a:pPr>
            <a:r>
              <a:rPr lang="pt-BR" sz="2000" b="0" strike="noStrike" spc="-1">
                <a:solidFill>
                  <a:schemeClr val="dk1"/>
                </a:solidFill>
                <a:latin typeface="Century Gothic" panose="020B0502020202020204" pitchFamily="34" charset="0"/>
                <a:ea typeface="Calibri"/>
              </a:rPr>
              <a:t>ChatGPT interventions</a:t>
            </a:r>
            <a:endParaRPr lang="de-AT" sz="2000" b="0" strike="noStrike" spc="-1">
              <a:solidFill>
                <a:srgbClr val="000000"/>
              </a:solidFill>
              <a:latin typeface="Century Gothic" panose="020B0502020202020204" pitchFamily="34" charset="0"/>
            </a:endParaRPr>
          </a:p>
        </p:txBody>
      </p:sp>
      <p:cxnSp>
        <p:nvCxnSpPr>
          <p:cNvPr id="171" name="Conector de Seta Reta 17"/>
          <p:cNvCxnSpPr/>
          <p:nvPr/>
        </p:nvCxnSpPr>
        <p:spPr>
          <a:xfrm flipV="1">
            <a:off x="6455520" y="4010040"/>
            <a:ext cx="1128600" cy="3240"/>
          </a:xfrm>
          <a:prstGeom prst="straightConnector1">
            <a:avLst/>
          </a:prstGeom>
          <a:ln>
            <a:solidFill>
              <a:srgbClr val="000000"/>
            </a:solidFill>
            <a:round/>
            <a:tailEnd type="triangle" w="med" len="med"/>
          </a:ln>
        </p:spPr>
      </p:cxnSp>
      <p:sp>
        <p:nvSpPr>
          <p:cNvPr id="172" name="CaixaDeTexto 20"/>
          <p:cNvSpPr/>
          <p:nvPr/>
        </p:nvSpPr>
        <p:spPr>
          <a:xfrm>
            <a:off x="7782120" y="3870720"/>
            <a:ext cx="59090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University level</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cxnSp>
        <p:nvCxnSpPr>
          <p:cNvPr id="173" name="Conector de Seta Reta 21"/>
          <p:cNvCxnSpPr/>
          <p:nvPr/>
        </p:nvCxnSpPr>
        <p:spPr>
          <a:xfrm flipV="1">
            <a:off x="6455520" y="4601880"/>
            <a:ext cx="1128600" cy="3240"/>
          </a:xfrm>
          <a:prstGeom prst="straightConnector1">
            <a:avLst/>
          </a:prstGeom>
          <a:ln>
            <a:solidFill>
              <a:srgbClr val="000000"/>
            </a:solidFill>
            <a:round/>
            <a:tailEnd type="triangle" w="med" len="med"/>
          </a:ln>
        </p:spPr>
      </p:cxnSp>
      <p:sp>
        <p:nvSpPr>
          <p:cNvPr id="174" name="CaixaDeTexto 22"/>
          <p:cNvSpPr/>
          <p:nvPr/>
        </p:nvSpPr>
        <p:spPr>
          <a:xfrm>
            <a:off x="7782120" y="441396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Authentic classroom environments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cxnSp>
        <p:nvCxnSpPr>
          <p:cNvPr id="175" name="Conector de Seta Reta 23"/>
          <p:cNvCxnSpPr/>
          <p:nvPr/>
        </p:nvCxnSpPr>
        <p:spPr>
          <a:xfrm flipV="1">
            <a:off x="6455520" y="5136840"/>
            <a:ext cx="1128600" cy="3240"/>
          </a:xfrm>
          <a:prstGeom prst="straightConnector1">
            <a:avLst/>
          </a:prstGeom>
          <a:ln>
            <a:solidFill>
              <a:srgbClr val="000000"/>
            </a:solidFill>
            <a:round/>
            <a:tailEnd type="triangle" w="med" len="med"/>
          </a:ln>
        </p:spPr>
      </p:cxnSp>
      <p:sp>
        <p:nvSpPr>
          <p:cNvPr id="176" name="CaixaDeTexto 24"/>
          <p:cNvSpPr/>
          <p:nvPr/>
        </p:nvSpPr>
        <p:spPr>
          <a:xfrm>
            <a:off x="7782120" y="494892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Emphasis on language education</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cxnSp>
        <p:nvCxnSpPr>
          <p:cNvPr id="177" name="Conector de Seta Reta 25"/>
          <p:cNvCxnSpPr/>
          <p:nvPr/>
        </p:nvCxnSpPr>
        <p:spPr>
          <a:xfrm flipV="1">
            <a:off x="6455520" y="5680080"/>
            <a:ext cx="1128600" cy="3240"/>
          </a:xfrm>
          <a:prstGeom prst="straightConnector1">
            <a:avLst/>
          </a:prstGeom>
          <a:ln>
            <a:solidFill>
              <a:srgbClr val="000000"/>
            </a:solidFill>
            <a:round/>
            <a:tailEnd type="triangle" w="med" len="med"/>
          </a:ln>
        </p:spPr>
      </p:cxnSp>
      <p:sp>
        <p:nvSpPr>
          <p:cNvPr id="178" name="CaixaDeTexto 26"/>
          <p:cNvSpPr/>
          <p:nvPr/>
        </p:nvSpPr>
        <p:spPr>
          <a:xfrm>
            <a:off x="7782120" y="553248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Direct learning tools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79" name="CaixaDeTexto 1"/>
          <p:cNvSpPr/>
          <p:nvPr/>
        </p:nvSpPr>
        <p:spPr>
          <a:xfrm>
            <a:off x="7020000" y="7688880"/>
            <a:ext cx="914364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1" strike="noStrike" spc="-1">
                <a:solidFill>
                  <a:srgbClr val="303030"/>
                </a:solidFill>
                <a:latin typeface="Century Gothic" panose="020B0502020202020204" pitchFamily="34" charset="0"/>
              </a:rPr>
              <a:t>ChatGPT can potentially improve academic performance, but there is a need of caution interpreting the results.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 name="Textfeld 6"/>
          <p:cNvSpPr/>
          <p:nvPr/>
        </p:nvSpPr>
        <p:spPr>
          <a:xfrm>
            <a:off x="990720" y="419040"/>
            <a:ext cx="6788880" cy="100548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algn="ctr" defTabSz="914400">
              <a:lnSpc>
                <a:spcPct val="100000"/>
              </a:lnSpc>
            </a:pPr>
            <a:r>
              <a:rPr lang="de-AT" sz="6000" b="0" strike="noStrike" spc="-1">
                <a:solidFill>
                  <a:schemeClr val="dk1"/>
                </a:solidFill>
                <a:latin typeface="Fredoka"/>
              </a:rPr>
              <a:t>Conclusion</a:t>
            </a:r>
            <a:endParaRPr lang="de-AT" sz="6000" b="0" strike="noStrike" spc="-1">
              <a:solidFill>
                <a:srgbClr val="000000"/>
              </a:solidFill>
              <a:latin typeface="Arial"/>
            </a:endParaRPr>
          </a:p>
        </p:txBody>
      </p:sp>
      <p:sp>
        <p:nvSpPr>
          <p:cNvPr id="181" name="CaixaDeTexto 5"/>
          <p:cNvSpPr/>
          <p:nvPr/>
        </p:nvSpPr>
        <p:spPr>
          <a:xfrm>
            <a:off x="1977840" y="1836000"/>
            <a:ext cx="482292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Can potentially improve academic performance.</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
        <p:nvSpPr>
          <p:cNvPr id="182" name="Freeform 2"/>
          <p:cNvSpPr/>
          <p:nvPr/>
        </p:nvSpPr>
        <p:spPr>
          <a:xfrm>
            <a:off x="13371840" y="7462440"/>
            <a:ext cx="4919400" cy="2949480"/>
          </a:xfrm>
          <a:custGeom>
            <a:avLst/>
            <a:gdLst>
              <a:gd name="textAreaLeft" fmla="*/ 0 w 4919400"/>
              <a:gd name="textAreaRight" fmla="*/ 4919760 w 4919400"/>
              <a:gd name="textAreaTop" fmla="*/ 0 h 2949480"/>
              <a:gd name="textAreaBottom" fmla="*/ 2949840 h 2949480"/>
            </a:gdLst>
            <a:ahLst/>
            <a:cxnLst/>
            <a:rect l="textAreaLeft" t="textAreaTop" r="textAreaRight" b="textAreaBottom"/>
            <a:pathLst>
              <a:path w="7846135" h="4668450">
                <a:moveTo>
                  <a:pt x="0" y="0"/>
                </a:moveTo>
                <a:lnTo>
                  <a:pt x="7846135" y="0"/>
                </a:lnTo>
                <a:lnTo>
                  <a:pt x="7846135" y="4668450"/>
                </a:lnTo>
                <a:lnTo>
                  <a:pt x="0" y="4668450"/>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183" name="CaixaDeTexto 6"/>
          <p:cNvSpPr/>
          <p:nvPr/>
        </p:nvSpPr>
        <p:spPr>
          <a:xfrm>
            <a:off x="1977840" y="293040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Caution when interpreting the results.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84" name="CaixaDeTexto 7"/>
          <p:cNvSpPr/>
          <p:nvPr/>
        </p:nvSpPr>
        <p:spPr>
          <a:xfrm>
            <a:off x="1977840" y="3660120"/>
            <a:ext cx="914364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Interventions enhance affective motivational states and higher order thinking propensities, reducing mental effort.</a:t>
            </a:r>
            <a:endParaRPr lang="de-AT" sz="2000" b="0" strike="noStrike" spc="-1">
              <a:solidFill>
                <a:srgbClr val="000000"/>
              </a:solidFill>
              <a:latin typeface="Century Gothic" panose="020B0502020202020204" pitchFamily="34" charset="0"/>
            </a:endParaRPr>
          </a:p>
          <a:p>
            <a:pPr defTabSz="914400">
              <a:lnSpc>
                <a:spcPct val="100000"/>
              </a:lnSpc>
            </a:pP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85" name="CaixaDeTexto 9"/>
          <p:cNvSpPr/>
          <p:nvPr/>
        </p:nvSpPr>
        <p:spPr>
          <a:xfrm>
            <a:off x="4572000" y="514368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Lack of experimental research</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86" name="CaixaDeTexto 10"/>
          <p:cNvSpPr/>
          <p:nvPr/>
        </p:nvSpPr>
        <p:spPr>
          <a:xfrm>
            <a:off x="4572000" y="6043320"/>
            <a:ext cx="914364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Future research: explore long term impact, disentangle the quality from the intervention effects and assess if the students' improvements are related to the skills.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
            <a:extLst>
              <a:ext uri="{FF2B5EF4-FFF2-40B4-BE49-F238E27FC236}">
                <a16:creationId xmlns:a16="http://schemas.microsoft.com/office/drawing/2014/main" id="{42D6FD6D-9A10-632D-BF3C-34F4841F1A6A}"/>
              </a:ext>
            </a:extLst>
          </p:cNvPr>
          <p:cNvGrpSpPr/>
          <p:nvPr/>
        </p:nvGrpSpPr>
        <p:grpSpPr>
          <a:xfrm flipH="1">
            <a:off x="-100080" y="-79200"/>
            <a:ext cx="9295920" cy="10445040"/>
            <a:chOff x="8991720" y="-135360"/>
            <a:chExt cx="9295920" cy="10445040"/>
          </a:xfrm>
        </p:grpSpPr>
        <p:sp>
          <p:nvSpPr>
            <p:cNvPr id="3" name="Freeform 4">
              <a:extLst>
                <a:ext uri="{FF2B5EF4-FFF2-40B4-BE49-F238E27FC236}">
                  <a16:creationId xmlns:a16="http://schemas.microsoft.com/office/drawing/2014/main" id="{3027A94C-06CD-135E-B6E1-DFC4DE567F22}"/>
                </a:ext>
              </a:extLst>
            </p:cNvPr>
            <p:cNvSpPr/>
            <p:nvPr/>
          </p:nvSpPr>
          <p:spPr>
            <a:xfrm>
              <a:off x="8991720" y="0"/>
              <a:ext cx="9295920" cy="10309680"/>
            </a:xfrm>
            <a:custGeom>
              <a:avLst/>
              <a:gdLst>
                <a:gd name="textAreaLeft" fmla="*/ 0 w 9295920"/>
                <a:gd name="textAreaRight" fmla="*/ 9296280 w 9295920"/>
                <a:gd name="textAreaTop" fmla="*/ 0 h 10309680"/>
                <a:gd name="textAreaBottom" fmla="*/ 10310040 h 10309680"/>
              </a:gdLst>
              <a:ahLst/>
              <a:cxnLst/>
              <a:rect l="textAreaLeft" t="textAreaTop" r="textAreaRight" b="textAreaBottom"/>
              <a:pathLst>
                <a:path w="2570205" h="2899719">
                  <a:moveTo>
                    <a:pt x="0" y="0"/>
                  </a:moveTo>
                  <a:lnTo>
                    <a:pt x="2570205" y="0"/>
                  </a:lnTo>
                  <a:lnTo>
                    <a:pt x="2570205" y="2899719"/>
                  </a:lnTo>
                  <a:lnTo>
                    <a:pt x="0" y="2899719"/>
                  </a:lnTo>
                  <a:close/>
                </a:path>
              </a:pathLst>
            </a:custGeom>
            <a:solidFill>
              <a:srgbClr val="6D98BA"/>
            </a:solidFill>
            <a:ln w="28575" cap="sq">
              <a:solidFill>
                <a:srgbClr val="000000"/>
              </a:solidFill>
              <a:miter/>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4" name="TextBox 5">
              <a:extLst>
                <a:ext uri="{FF2B5EF4-FFF2-40B4-BE49-F238E27FC236}">
                  <a16:creationId xmlns:a16="http://schemas.microsoft.com/office/drawing/2014/main" id="{67A7DF8D-B50A-3E41-076D-780979C94C54}"/>
                </a:ext>
              </a:extLst>
            </p:cNvPr>
            <p:cNvSpPr/>
            <p:nvPr/>
          </p:nvSpPr>
          <p:spPr>
            <a:xfrm>
              <a:off x="8991720" y="-135360"/>
              <a:ext cx="9295920" cy="10445040"/>
            </a:xfrm>
            <a:prstGeom prst="rect">
              <a:avLst/>
            </a:prstGeom>
            <a:solidFill>
              <a:srgbClr val="6D98BA"/>
            </a:solidFill>
            <a:ln w="0">
              <a:solidFill>
                <a:srgbClr val="000000"/>
              </a:solidFill>
            </a:ln>
          </p:spPr>
          <p:style>
            <a:lnRef idx="0">
              <a:scrgbClr r="0" g="0" b="0"/>
            </a:lnRef>
            <a:fillRef idx="0">
              <a:scrgbClr r="0" g="0" b="0"/>
            </a:fillRef>
            <a:effectRef idx="0">
              <a:scrgbClr r="0" g="0" b="0"/>
            </a:effectRef>
            <a:fontRef idx="minor"/>
          </p:style>
          <p:txBody>
            <a:bodyPr lIns="50760" tIns="50760" rIns="50760" bIns="50760" anchor="ctr">
              <a:noAutofit/>
            </a:bodyPr>
            <a:lstStyle/>
            <a:p>
              <a:pPr algn="ctr" defTabSz="914400">
                <a:lnSpc>
                  <a:spcPts val="2659"/>
                </a:lnSpc>
              </a:pPr>
              <a:endParaRPr lang="en-US" sz="1800" b="0" strike="noStrike" spc="-1">
                <a:solidFill>
                  <a:schemeClr val="dk1"/>
                </a:solidFill>
                <a:latin typeface="Calibri"/>
              </a:endParaRPr>
            </a:p>
          </p:txBody>
        </p:sp>
      </p:grpSp>
      <p:sp>
        <p:nvSpPr>
          <p:cNvPr id="190" name="TextBox 6"/>
          <p:cNvSpPr/>
          <p:nvPr/>
        </p:nvSpPr>
        <p:spPr>
          <a:xfrm>
            <a:off x="744480" y="2197800"/>
            <a:ext cx="7616520" cy="387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5270"/>
              </a:lnSpc>
            </a:pPr>
            <a:r>
              <a:rPr lang="en-US" sz="10910" b="0" strike="noStrike" spc="-1" dirty="0">
                <a:solidFill>
                  <a:srgbClr val="000000"/>
                </a:solidFill>
                <a:latin typeface="Fredoka"/>
                <a:ea typeface="Fredoka"/>
              </a:rPr>
              <a:t>THANK</a:t>
            </a:r>
            <a:endParaRPr lang="de-AT" sz="10910" b="0" strike="noStrike" spc="-1" dirty="0">
              <a:solidFill>
                <a:srgbClr val="000000"/>
              </a:solidFill>
              <a:latin typeface="Arial"/>
            </a:endParaRPr>
          </a:p>
          <a:p>
            <a:pPr algn="ctr" defTabSz="914400">
              <a:lnSpc>
                <a:spcPts val="15270"/>
              </a:lnSpc>
            </a:pPr>
            <a:r>
              <a:rPr lang="en-US" sz="10910" b="0" strike="noStrike" spc="-1" dirty="0">
                <a:solidFill>
                  <a:srgbClr val="000000"/>
                </a:solidFill>
                <a:latin typeface="Fredoka"/>
                <a:ea typeface="Fredoka"/>
              </a:rPr>
              <a:t>YOU!</a:t>
            </a:r>
            <a:endParaRPr lang="de-AT" sz="10910" b="0" strike="noStrike" spc="-1" dirty="0">
              <a:solidFill>
                <a:srgbClr val="000000"/>
              </a:solidFill>
              <a:latin typeface="Arial"/>
            </a:endParaRPr>
          </a:p>
        </p:txBody>
      </p:sp>
      <p:sp>
        <p:nvSpPr>
          <p:cNvPr id="191" name="TextBox 7"/>
          <p:cNvSpPr/>
          <p:nvPr/>
        </p:nvSpPr>
        <p:spPr>
          <a:xfrm>
            <a:off x="899640" y="6069600"/>
            <a:ext cx="7281360" cy="103874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8104"/>
              </a:lnSpc>
            </a:pPr>
            <a:r>
              <a:rPr lang="en-US" sz="7369" b="0" strike="noStrike" spc="-1" dirty="0">
                <a:solidFill>
                  <a:srgbClr val="000000"/>
                </a:solidFill>
                <a:latin typeface="Century Gothic" panose="020B0502020202020204" pitchFamily="34" charset="0"/>
                <a:ea typeface="KG Primary Penmanship"/>
              </a:rPr>
              <a:t>Discussion time!</a:t>
            </a:r>
            <a:endParaRPr lang="de-AT" sz="7369" b="0" strike="noStrike" spc="-1" dirty="0">
              <a:solidFill>
                <a:srgbClr val="000000"/>
              </a:solidFill>
              <a:latin typeface="Century Gothic" panose="020B0502020202020204" pitchFamily="34" charset="0"/>
            </a:endParaRPr>
          </a:p>
        </p:txBody>
      </p:sp>
      <p:pic>
        <p:nvPicPr>
          <p:cNvPr id="192" name="Grafik 14"/>
          <p:cNvPicPr/>
          <p:nvPr/>
        </p:nvPicPr>
        <p:blipFill>
          <a:blip r:embed="rId3"/>
          <a:stretch/>
        </p:blipFill>
        <p:spPr>
          <a:xfrm>
            <a:off x="10210680" y="1514520"/>
            <a:ext cx="7344720" cy="7257600"/>
          </a:xfrm>
          <a:prstGeom prst="rect">
            <a:avLst/>
          </a:prstGeom>
          <a:ln w="0">
            <a:noFill/>
          </a:ln>
        </p:spPr>
      </p:pic>
      <p:sp>
        <p:nvSpPr>
          <p:cNvPr id="193" name="Textfeld 15"/>
          <p:cNvSpPr/>
          <p:nvPr/>
        </p:nvSpPr>
        <p:spPr>
          <a:xfrm>
            <a:off x="10210680" y="8783640"/>
            <a:ext cx="27428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Calibri"/>
              </a:rPr>
              <a:t>Source: imgflip.com</a:t>
            </a:r>
            <a:endParaRPr lang="de-AT" sz="1800" b="0" strike="noStrike" spc="-1">
              <a:solidFill>
                <a:srgbClr val="000000"/>
              </a:solidFill>
              <a:latin typeface="Arial"/>
            </a:endParaRPr>
          </a:p>
        </p:txBody>
      </p:sp>
      <p:sp>
        <p:nvSpPr>
          <p:cNvPr id="5" name="Textfeld 5">
            <a:hlinkClick r:id="rId4"/>
            <a:extLst>
              <a:ext uri="{FF2B5EF4-FFF2-40B4-BE49-F238E27FC236}">
                <a16:creationId xmlns:a16="http://schemas.microsoft.com/office/drawing/2014/main" id="{95853635-0A3D-6454-58EF-5E931F1533EB}"/>
              </a:ext>
            </a:extLst>
          </p:cNvPr>
          <p:cNvSpPr txBox="1"/>
          <p:nvPr/>
        </p:nvSpPr>
        <p:spPr>
          <a:xfrm>
            <a:off x="-240630" y="7210109"/>
            <a:ext cx="9384630" cy="369332"/>
          </a:xfrm>
          <a:prstGeom prst="rect">
            <a:avLst/>
          </a:prstGeom>
          <a:noFill/>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AT"/>
              <a:t>Website</a:t>
            </a:r>
            <a:endParaRPr lang="de-AT"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3811</Words>
  <Application>Microsoft Office PowerPoint</Application>
  <PresentationFormat>Benutzerdefiniert</PresentationFormat>
  <Paragraphs>290</Paragraphs>
  <Slides>15</Slides>
  <Notes>12</Notes>
  <HiddenSlides>0</HiddenSlides>
  <MMClips>0</MMClips>
  <ScaleCrop>false</ScaleCrop>
  <HeadingPairs>
    <vt:vector size="6" baseType="variant">
      <vt:variant>
        <vt:lpstr>Verwendete Schriftarten</vt:lpstr>
      </vt:variant>
      <vt:variant>
        <vt:i4>11</vt:i4>
      </vt:variant>
      <vt:variant>
        <vt:lpstr>Design</vt:lpstr>
      </vt:variant>
      <vt:variant>
        <vt:i4>4</vt:i4>
      </vt:variant>
      <vt:variant>
        <vt:lpstr>Folientitel</vt:lpstr>
      </vt:variant>
      <vt:variant>
        <vt:i4>15</vt:i4>
      </vt:variant>
    </vt:vector>
  </HeadingPairs>
  <TitlesOfParts>
    <vt:vector size="30" baseType="lpstr">
      <vt:lpstr>Arial</vt:lpstr>
      <vt:lpstr>Calibri</vt:lpstr>
      <vt:lpstr>Candara</vt:lpstr>
      <vt:lpstr>Century Gothic</vt:lpstr>
      <vt:lpstr>Fredoka</vt:lpstr>
      <vt:lpstr>OpenSymbol</vt:lpstr>
      <vt:lpstr>Roboto Mono</vt:lpstr>
      <vt:lpstr>Symbol</vt:lpstr>
      <vt:lpstr>Times New Roman</vt:lpstr>
      <vt:lpstr>Wingdings</vt:lpstr>
      <vt:lpstr>Wingdings 2</vt:lpstr>
      <vt:lpstr>Office Theme</vt:lpstr>
      <vt:lpstr>Office Theme</vt:lpstr>
      <vt:lpstr>Office Theme</vt:lpstr>
      <vt:lpstr>Office Theme</vt:lpstr>
      <vt:lpstr>PowerPoint-Präsentation</vt:lpstr>
      <vt:lpstr>Why this meta-analysis?</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Knes, Christina Sophie</cp:lastModifiedBy>
  <cp:revision>2</cp:revision>
  <dcterms:created xsi:type="dcterms:W3CDTF">2006-08-16T00:00:00Z</dcterms:created>
  <dcterms:modified xsi:type="dcterms:W3CDTF">2026-06-22T11:09:39Z</dcterms:modified>
  <dc:identifier>DAHMD6YqX8Q</dc:identifier>
  <dc:language>de-AT</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vt:i4>
  </property>
  <property fmtid="{D5CDD505-2E9C-101B-9397-08002B2CF9AE}" pid="3" name="PresentationFormat">
    <vt:lpwstr>Benutzerdefiniert</vt:lpwstr>
  </property>
  <property fmtid="{D5CDD505-2E9C-101B-9397-08002B2CF9AE}" pid="4" name="Slides">
    <vt:i4>22</vt:i4>
  </property>
</Properties>
</file>