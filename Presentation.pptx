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2"/>
    <p:sldMasterId id="2147483670" r:id="rId3"/>
    <p:sldMasterId id="2147483672" r:id="rId4"/>
  </p:sldMasterIdLst>
  <p:notesMasterIdLst>
    <p:notesMasterId r:id="rId20"/>
  </p:notesMasterIdLst>
  <p:sldIdLst>
    <p:sldId id="256" r:id="rId5"/>
    <p:sldId id="258" r:id="rId6"/>
    <p:sldId id="259" r:id="rId7"/>
    <p:sldId id="263" r:id="rId8"/>
    <p:sldId id="264" r:id="rId9"/>
    <p:sldId id="265" r:id="rId10"/>
    <p:sldId id="260" r:id="rId11"/>
    <p:sldId id="261" r:id="rId12"/>
    <p:sldId id="262" r:id="rId13"/>
    <p:sldId id="266" r:id="rId14"/>
    <p:sldId id="267" r:id="rId15"/>
    <p:sldId id="268" r:id="rId16"/>
    <p:sldId id="269" r:id="rId17"/>
    <p:sldId id="270" r:id="rId18"/>
    <p:sldId id="271" r:id="rId19"/>
  </p:sldIdLst>
  <p:sldSz cx="18288000" cy="10287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98BA"/>
    <a:srgbClr val="97A2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725B31-4962-41AA-844B-8672FCF03F15}" v="5" dt="2026-06-22T11:54:00.2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608" autoAdjust="0"/>
  </p:normalViewPr>
  <p:slideViewPr>
    <p:cSldViewPr snapToGrid="0">
      <p:cViewPr varScale="1">
        <p:scale>
          <a:sx n="33" d="100"/>
          <a:sy n="33" d="100"/>
        </p:scale>
        <p:origin x="1954" y="43"/>
      </p:cViewPr>
      <p:guideLst/>
    </p:cSldViewPr>
  </p:slideViewPr>
  <p:notesTextViewPr>
    <p:cViewPr>
      <p:scale>
        <a:sx n="1" d="1"/>
        <a:sy n="1" d="1"/>
      </p:scale>
      <p:origin x="0" y="-1742"/>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na Knes" userId="7e9737a164333dbd" providerId="LiveId" clId="{72053980-4108-4AED-A5B7-3290F7F82C69}"/>
    <pc:docChg chg="undo custSel addSld delSld modSld sldOrd delMainMaster modMainMaster">
      <pc:chgData name="Christina Knes" userId="7e9737a164333dbd" providerId="LiveId" clId="{72053980-4108-4AED-A5B7-3290F7F82C69}" dt="2026-06-22T11:54:58.869" v="361" actId="20577"/>
      <pc:docMkLst>
        <pc:docMk/>
      </pc:docMkLst>
      <pc:sldChg chg="modTransition">
        <pc:chgData name="Christina Knes" userId="7e9737a164333dbd" providerId="LiveId" clId="{72053980-4108-4AED-A5B7-3290F7F82C69}" dt="2026-06-22T10:20:26.343" v="6"/>
        <pc:sldMkLst>
          <pc:docMk/>
          <pc:sldMk cId="0" sldId="256"/>
        </pc:sldMkLst>
      </pc:sldChg>
      <pc:sldChg chg="del modTransition">
        <pc:chgData name="Christina Knes" userId="7e9737a164333dbd" providerId="LiveId" clId="{72053980-4108-4AED-A5B7-3290F7F82C69}" dt="2026-06-22T10:20:31.580" v="7" actId="2696"/>
        <pc:sldMkLst>
          <pc:docMk/>
          <pc:sldMk cId="0" sldId="257"/>
        </pc:sldMkLst>
      </pc:sldChg>
      <pc:sldChg chg="modTransition">
        <pc:chgData name="Christina Knes" userId="7e9737a164333dbd" providerId="LiveId" clId="{72053980-4108-4AED-A5B7-3290F7F82C69}" dt="2026-06-22T10:20:26.343" v="6"/>
        <pc:sldMkLst>
          <pc:docMk/>
          <pc:sldMk cId="0" sldId="258"/>
        </pc:sldMkLst>
      </pc:sldChg>
      <pc:sldChg chg="modTransition">
        <pc:chgData name="Christina Knes" userId="7e9737a164333dbd" providerId="LiveId" clId="{72053980-4108-4AED-A5B7-3290F7F82C69}" dt="2026-06-22T10:20:26.343" v="6"/>
        <pc:sldMkLst>
          <pc:docMk/>
          <pc:sldMk cId="0" sldId="259"/>
        </pc:sldMkLst>
      </pc:sldChg>
      <pc:sldChg chg="modSp mod modTransition">
        <pc:chgData name="Christina Knes" userId="7e9737a164333dbd" providerId="LiveId" clId="{72053980-4108-4AED-A5B7-3290F7F82C69}" dt="2026-06-22T11:44:09.261" v="102" actId="208"/>
        <pc:sldMkLst>
          <pc:docMk/>
          <pc:sldMk cId="0" sldId="260"/>
        </pc:sldMkLst>
        <pc:spChg chg="mod">
          <ac:chgData name="Christina Knes" userId="7e9737a164333dbd" providerId="LiveId" clId="{72053980-4108-4AED-A5B7-3290F7F82C69}" dt="2026-06-22T11:44:09.261" v="102" actId="208"/>
          <ac:spMkLst>
            <pc:docMk/>
            <pc:sldMk cId="0" sldId="260"/>
            <ac:spMk id="115" creationId="{00000000-0000-0000-0000-000000000000}"/>
          </ac:spMkLst>
        </pc:spChg>
      </pc:sldChg>
      <pc:sldChg chg="modTransition">
        <pc:chgData name="Christina Knes" userId="7e9737a164333dbd" providerId="LiveId" clId="{72053980-4108-4AED-A5B7-3290F7F82C69}" dt="2026-06-22T10:20:26.343" v="6"/>
        <pc:sldMkLst>
          <pc:docMk/>
          <pc:sldMk cId="0" sldId="261"/>
        </pc:sldMkLst>
      </pc:sldChg>
      <pc:sldChg chg="modSp mod modTransition">
        <pc:chgData name="Christina Knes" userId="7e9737a164333dbd" providerId="LiveId" clId="{72053980-4108-4AED-A5B7-3290F7F82C69}" dt="2026-06-22T10:20:26.343" v="6"/>
        <pc:sldMkLst>
          <pc:docMk/>
          <pc:sldMk cId="0" sldId="262"/>
        </pc:sldMkLst>
        <pc:picChg chg="mod">
          <ac:chgData name="Christina Knes" userId="7e9737a164333dbd" providerId="LiveId" clId="{72053980-4108-4AED-A5B7-3290F7F82C69}" dt="2026-06-22T10:19:36.903" v="1" actId="1076"/>
          <ac:picMkLst>
            <pc:docMk/>
            <pc:sldMk cId="0" sldId="262"/>
            <ac:picMk id="122" creationId="{00000000-0000-0000-0000-000000000000}"/>
          </ac:picMkLst>
        </pc:picChg>
      </pc:sldChg>
      <pc:sldChg chg="modSp mod ord modTransition modNotesTx">
        <pc:chgData name="Christina Knes" userId="7e9737a164333dbd" providerId="LiveId" clId="{72053980-4108-4AED-A5B7-3290F7F82C69}" dt="2026-06-22T11:49:16.090" v="129" actId="20577"/>
        <pc:sldMkLst>
          <pc:docMk/>
          <pc:sldMk cId="0" sldId="263"/>
        </pc:sldMkLst>
        <pc:spChg chg="mod">
          <ac:chgData name="Christina Knes" userId="7e9737a164333dbd" providerId="LiveId" clId="{72053980-4108-4AED-A5B7-3290F7F82C69}" dt="2026-06-22T10:26:25.010" v="51" actId="1076"/>
          <ac:spMkLst>
            <pc:docMk/>
            <pc:sldMk cId="0" sldId="263"/>
            <ac:spMk id="126" creationId="{00000000-0000-0000-0000-000000000000}"/>
          </ac:spMkLst>
        </pc:spChg>
        <pc:spChg chg="mod">
          <ac:chgData name="Christina Knes" userId="7e9737a164333dbd" providerId="LiveId" clId="{72053980-4108-4AED-A5B7-3290F7F82C69}" dt="2026-06-22T10:27:01.012" v="53" actId="1076"/>
          <ac:spMkLst>
            <pc:docMk/>
            <pc:sldMk cId="0" sldId="263"/>
            <ac:spMk id="127" creationId="{00000000-0000-0000-0000-000000000000}"/>
          </ac:spMkLst>
        </pc:spChg>
        <pc:spChg chg="mod">
          <ac:chgData name="Christina Knes" userId="7e9737a164333dbd" providerId="LiveId" clId="{72053980-4108-4AED-A5B7-3290F7F82C69}" dt="2026-06-22T10:27:05.031" v="54" actId="1076"/>
          <ac:spMkLst>
            <pc:docMk/>
            <pc:sldMk cId="0" sldId="263"/>
            <ac:spMk id="128" creationId="{00000000-0000-0000-0000-000000000000}"/>
          </ac:spMkLst>
        </pc:spChg>
      </pc:sldChg>
      <pc:sldChg chg="modSp mod ord modTransition modNotesTx">
        <pc:chgData name="Christina Knes" userId="7e9737a164333dbd" providerId="LiveId" clId="{72053980-4108-4AED-A5B7-3290F7F82C69}" dt="2026-06-22T11:50:49.925" v="154" actId="20577"/>
        <pc:sldMkLst>
          <pc:docMk/>
          <pc:sldMk cId="0" sldId="264"/>
        </pc:sldMkLst>
        <pc:spChg chg="mod">
          <ac:chgData name="Christina Knes" userId="7e9737a164333dbd" providerId="LiveId" clId="{72053980-4108-4AED-A5B7-3290F7F82C69}" dt="2026-06-22T10:25:59.555" v="46" actId="208"/>
          <ac:spMkLst>
            <pc:docMk/>
            <pc:sldMk cId="0" sldId="264"/>
            <ac:spMk id="130" creationId="{00000000-0000-0000-0000-000000000000}"/>
          </ac:spMkLst>
        </pc:spChg>
      </pc:sldChg>
      <pc:sldChg chg="modSp mod ord modTransition modNotesTx">
        <pc:chgData name="Christina Knes" userId="7e9737a164333dbd" providerId="LiveId" clId="{72053980-4108-4AED-A5B7-3290F7F82C69}" dt="2026-06-22T11:52:15.662" v="173" actId="20577"/>
        <pc:sldMkLst>
          <pc:docMk/>
          <pc:sldMk cId="0" sldId="265"/>
        </pc:sldMkLst>
        <pc:spChg chg="mod">
          <ac:chgData name="Christina Knes" userId="7e9737a164333dbd" providerId="LiveId" clId="{72053980-4108-4AED-A5B7-3290F7F82C69}" dt="2026-06-22T10:25:41.225" v="44" actId="1076"/>
          <ac:spMkLst>
            <pc:docMk/>
            <pc:sldMk cId="0" sldId="265"/>
            <ac:spMk id="131" creationId="{00000000-0000-0000-0000-000000000000}"/>
          </ac:spMkLst>
        </pc:spChg>
        <pc:graphicFrameChg chg="modGraphic">
          <ac:chgData name="Christina Knes" userId="7e9737a164333dbd" providerId="LiveId" clId="{72053980-4108-4AED-A5B7-3290F7F82C69}" dt="2026-06-22T11:44:36.991" v="108" actId="207"/>
          <ac:graphicFrameMkLst>
            <pc:docMk/>
            <pc:sldMk cId="0" sldId="265"/>
            <ac:graphicFrameMk id="132" creationId="{00000000-0000-0000-0000-000000000000}"/>
          </ac:graphicFrameMkLst>
        </pc:graphicFrameChg>
        <pc:picChg chg="mod">
          <ac:chgData name="Christina Knes" userId="7e9737a164333dbd" providerId="LiveId" clId="{72053980-4108-4AED-A5B7-3290F7F82C69}" dt="2026-06-22T10:25:45.541" v="45" actId="1076"/>
          <ac:picMkLst>
            <pc:docMk/>
            <pc:sldMk cId="0" sldId="265"/>
            <ac:picMk id="134" creationId="{00000000-0000-0000-0000-000000000000}"/>
          </ac:picMkLst>
        </pc:picChg>
      </pc:sldChg>
      <pc:sldChg chg="modSp mod modTransition modNotesTx">
        <pc:chgData name="Christina Knes" userId="7e9737a164333dbd" providerId="LiveId" clId="{72053980-4108-4AED-A5B7-3290F7F82C69}" dt="2026-06-22T11:54:58.869" v="361" actId="20577"/>
        <pc:sldMkLst>
          <pc:docMk/>
          <pc:sldMk cId="0" sldId="266"/>
        </pc:sldMkLst>
        <pc:spChg chg="mod">
          <ac:chgData name="Christina Knes" userId="7e9737a164333dbd" providerId="LiveId" clId="{72053980-4108-4AED-A5B7-3290F7F82C69}" dt="2026-06-22T10:21:20.255" v="8" actId="404"/>
          <ac:spMkLst>
            <pc:docMk/>
            <pc:sldMk cId="0" sldId="266"/>
            <ac:spMk id="135" creationId="{00000000-0000-0000-0000-000000000000}"/>
          </ac:spMkLst>
        </pc:spChg>
        <pc:spChg chg="mod">
          <ac:chgData name="Christina Knes" userId="7e9737a164333dbd" providerId="LiveId" clId="{72053980-4108-4AED-A5B7-3290F7F82C69}" dt="2026-06-22T11:54:01.759" v="179" actId="20577"/>
          <ac:spMkLst>
            <pc:docMk/>
            <pc:sldMk cId="0" sldId="266"/>
            <ac:spMk id="136" creationId="{00000000-0000-0000-0000-000000000000}"/>
          </ac:spMkLst>
        </pc:spChg>
        <pc:spChg chg="mod">
          <ac:chgData name="Christina Knes" userId="7e9737a164333dbd" providerId="LiveId" clId="{72053980-4108-4AED-A5B7-3290F7F82C69}" dt="2026-06-22T10:24:10.409" v="34" actId="208"/>
          <ac:spMkLst>
            <pc:docMk/>
            <pc:sldMk cId="0" sldId="266"/>
            <ac:spMk id="137" creationId="{00000000-0000-0000-0000-000000000000}"/>
          </ac:spMkLst>
        </pc:spChg>
      </pc:sldChg>
      <pc:sldChg chg="modSp mod modTransition">
        <pc:chgData name="Christina Knes" userId="7e9737a164333dbd" providerId="LiveId" clId="{72053980-4108-4AED-A5B7-3290F7F82C69}" dt="2026-06-22T11:00:47.509" v="67" actId="1076"/>
        <pc:sldMkLst>
          <pc:docMk/>
          <pc:sldMk cId="0" sldId="267"/>
        </pc:sldMkLst>
        <pc:spChg chg="mod">
          <ac:chgData name="Christina Knes" userId="7e9737a164333dbd" providerId="LiveId" clId="{72053980-4108-4AED-A5B7-3290F7F82C69}" dt="2026-06-22T10:21:40.057" v="10" actId="1076"/>
          <ac:spMkLst>
            <pc:docMk/>
            <pc:sldMk cId="0" sldId="267"/>
            <ac:spMk id="140" creationId="{00000000-0000-0000-0000-000000000000}"/>
          </ac:spMkLst>
        </pc:spChg>
        <pc:spChg chg="mod">
          <ac:chgData name="Christina Knes" userId="7e9737a164333dbd" providerId="LiveId" clId="{72053980-4108-4AED-A5B7-3290F7F82C69}" dt="2026-06-22T11:00:47.509" v="67" actId="1076"/>
          <ac:spMkLst>
            <pc:docMk/>
            <pc:sldMk cId="0" sldId="267"/>
            <ac:spMk id="141" creationId="{00000000-0000-0000-0000-000000000000}"/>
          </ac:spMkLst>
        </pc:spChg>
        <pc:spChg chg="mod">
          <ac:chgData name="Christina Knes" userId="7e9737a164333dbd" providerId="LiveId" clId="{72053980-4108-4AED-A5B7-3290F7F82C69}" dt="2026-06-22T11:00:36.027" v="66" actId="404"/>
          <ac:spMkLst>
            <pc:docMk/>
            <pc:sldMk cId="0" sldId="267"/>
            <ac:spMk id="142" creationId="{00000000-0000-0000-0000-000000000000}"/>
          </ac:spMkLst>
        </pc:spChg>
        <pc:spChg chg="mod">
          <ac:chgData name="Christina Knes" userId="7e9737a164333dbd" providerId="LiveId" clId="{72053980-4108-4AED-A5B7-3290F7F82C69}" dt="2026-06-22T11:00:36.027" v="66" actId="404"/>
          <ac:spMkLst>
            <pc:docMk/>
            <pc:sldMk cId="0" sldId="267"/>
            <ac:spMk id="143" creationId="{00000000-0000-0000-0000-000000000000}"/>
          </ac:spMkLst>
        </pc:spChg>
        <pc:spChg chg="mod">
          <ac:chgData name="Christina Knes" userId="7e9737a164333dbd" providerId="LiveId" clId="{72053980-4108-4AED-A5B7-3290F7F82C69}" dt="2026-06-22T11:00:36.027" v="66" actId="404"/>
          <ac:spMkLst>
            <pc:docMk/>
            <pc:sldMk cId="0" sldId="267"/>
            <ac:spMk id="144" creationId="{00000000-0000-0000-0000-000000000000}"/>
          </ac:spMkLst>
        </pc:spChg>
        <pc:spChg chg="mod">
          <ac:chgData name="Christina Knes" userId="7e9737a164333dbd" providerId="LiveId" clId="{72053980-4108-4AED-A5B7-3290F7F82C69}" dt="2026-06-22T11:00:36.027" v="66" actId="404"/>
          <ac:spMkLst>
            <pc:docMk/>
            <pc:sldMk cId="0" sldId="267"/>
            <ac:spMk id="145" creationId="{00000000-0000-0000-0000-000000000000}"/>
          </ac:spMkLst>
        </pc:spChg>
        <pc:spChg chg="mod">
          <ac:chgData name="Christina Knes" userId="7e9737a164333dbd" providerId="LiveId" clId="{72053980-4108-4AED-A5B7-3290F7F82C69}" dt="2026-06-22T11:00:36.027" v="66" actId="404"/>
          <ac:spMkLst>
            <pc:docMk/>
            <pc:sldMk cId="0" sldId="267"/>
            <ac:spMk id="146" creationId="{00000000-0000-0000-0000-000000000000}"/>
          </ac:spMkLst>
        </pc:spChg>
        <pc:spChg chg="mod">
          <ac:chgData name="Christina Knes" userId="7e9737a164333dbd" providerId="LiveId" clId="{72053980-4108-4AED-A5B7-3290F7F82C69}" dt="2026-06-22T11:00:36.027" v="66" actId="404"/>
          <ac:spMkLst>
            <pc:docMk/>
            <pc:sldMk cId="0" sldId="267"/>
            <ac:spMk id="147" creationId="{00000000-0000-0000-0000-000000000000}"/>
          </ac:spMkLst>
        </pc:spChg>
        <pc:spChg chg="mod">
          <ac:chgData name="Christina Knes" userId="7e9737a164333dbd" providerId="LiveId" clId="{72053980-4108-4AED-A5B7-3290F7F82C69}" dt="2026-06-22T11:00:36.027" v="66" actId="404"/>
          <ac:spMkLst>
            <pc:docMk/>
            <pc:sldMk cId="0" sldId="267"/>
            <ac:spMk id="148" creationId="{00000000-0000-0000-0000-000000000000}"/>
          </ac:spMkLst>
        </pc:spChg>
        <pc:spChg chg="mod">
          <ac:chgData name="Christina Knes" userId="7e9737a164333dbd" providerId="LiveId" clId="{72053980-4108-4AED-A5B7-3290F7F82C69}" dt="2026-06-22T11:00:36.027" v="66" actId="404"/>
          <ac:spMkLst>
            <pc:docMk/>
            <pc:sldMk cId="0" sldId="267"/>
            <ac:spMk id="149" creationId="{00000000-0000-0000-0000-000000000000}"/>
          </ac:spMkLst>
        </pc:spChg>
        <pc:spChg chg="mod">
          <ac:chgData name="Christina Knes" userId="7e9737a164333dbd" providerId="LiveId" clId="{72053980-4108-4AED-A5B7-3290F7F82C69}" dt="2026-06-22T11:00:36.027" v="66" actId="404"/>
          <ac:spMkLst>
            <pc:docMk/>
            <pc:sldMk cId="0" sldId="267"/>
            <ac:spMk id="150" creationId="{00000000-0000-0000-0000-000000000000}"/>
          </ac:spMkLst>
        </pc:spChg>
      </pc:sldChg>
      <pc:sldChg chg="modSp mod modTransition">
        <pc:chgData name="Christina Knes" userId="7e9737a164333dbd" providerId="LiveId" clId="{72053980-4108-4AED-A5B7-3290F7F82C69}" dt="2026-06-22T11:00:58.709" v="69" actId="404"/>
        <pc:sldMkLst>
          <pc:docMk/>
          <pc:sldMk cId="0" sldId="268"/>
        </pc:sldMkLst>
        <pc:spChg chg="mod">
          <ac:chgData name="Christina Knes" userId="7e9737a164333dbd" providerId="LiveId" clId="{72053980-4108-4AED-A5B7-3290F7F82C69}" dt="2026-06-22T11:00:58.709" v="69" actId="404"/>
          <ac:spMkLst>
            <pc:docMk/>
            <pc:sldMk cId="0" sldId="268"/>
            <ac:spMk id="156" creationId="{00000000-0000-0000-0000-000000000000}"/>
          </ac:spMkLst>
        </pc:spChg>
        <pc:spChg chg="mod">
          <ac:chgData name="Christina Knes" userId="7e9737a164333dbd" providerId="LiveId" clId="{72053980-4108-4AED-A5B7-3290F7F82C69}" dt="2026-06-22T11:00:58.709" v="69" actId="404"/>
          <ac:spMkLst>
            <pc:docMk/>
            <pc:sldMk cId="0" sldId="268"/>
            <ac:spMk id="159" creationId="{00000000-0000-0000-0000-000000000000}"/>
          </ac:spMkLst>
        </pc:spChg>
        <pc:spChg chg="mod">
          <ac:chgData name="Christina Knes" userId="7e9737a164333dbd" providerId="LiveId" clId="{72053980-4108-4AED-A5B7-3290F7F82C69}" dt="2026-06-22T11:00:58.709" v="69" actId="404"/>
          <ac:spMkLst>
            <pc:docMk/>
            <pc:sldMk cId="0" sldId="268"/>
            <ac:spMk id="161" creationId="{00000000-0000-0000-0000-000000000000}"/>
          </ac:spMkLst>
        </pc:spChg>
        <pc:spChg chg="mod">
          <ac:chgData name="Christina Knes" userId="7e9737a164333dbd" providerId="LiveId" clId="{72053980-4108-4AED-A5B7-3290F7F82C69}" dt="2026-06-22T11:00:58.709" v="69" actId="404"/>
          <ac:spMkLst>
            <pc:docMk/>
            <pc:sldMk cId="0" sldId="268"/>
            <ac:spMk id="162" creationId="{00000000-0000-0000-0000-000000000000}"/>
          </ac:spMkLst>
        </pc:spChg>
        <pc:spChg chg="mod">
          <ac:chgData name="Christina Knes" userId="7e9737a164333dbd" providerId="LiveId" clId="{72053980-4108-4AED-A5B7-3290F7F82C69}" dt="2026-06-22T11:00:58.709" v="69" actId="404"/>
          <ac:spMkLst>
            <pc:docMk/>
            <pc:sldMk cId="0" sldId="268"/>
            <ac:spMk id="164" creationId="{00000000-0000-0000-0000-000000000000}"/>
          </ac:spMkLst>
        </pc:spChg>
      </pc:sldChg>
      <pc:sldChg chg="modSp mod modTransition">
        <pc:chgData name="Christina Knes" userId="7e9737a164333dbd" providerId="LiveId" clId="{72053980-4108-4AED-A5B7-3290F7F82C69}" dt="2026-06-22T11:01:10.277" v="71" actId="404"/>
        <pc:sldMkLst>
          <pc:docMk/>
          <pc:sldMk cId="0" sldId="269"/>
        </pc:sldMkLst>
        <pc:spChg chg="mod">
          <ac:chgData name="Christina Knes" userId="7e9737a164333dbd" providerId="LiveId" clId="{72053980-4108-4AED-A5B7-3290F7F82C69}" dt="2026-06-22T11:01:10.277" v="71" actId="404"/>
          <ac:spMkLst>
            <pc:docMk/>
            <pc:sldMk cId="0" sldId="269"/>
            <ac:spMk id="167" creationId="{00000000-0000-0000-0000-000000000000}"/>
          </ac:spMkLst>
        </pc:spChg>
        <pc:spChg chg="mod">
          <ac:chgData name="Christina Knes" userId="7e9737a164333dbd" providerId="LiveId" clId="{72053980-4108-4AED-A5B7-3290F7F82C69}" dt="2026-06-22T11:01:10.277" v="71" actId="404"/>
          <ac:spMkLst>
            <pc:docMk/>
            <pc:sldMk cId="0" sldId="269"/>
            <ac:spMk id="168" creationId="{00000000-0000-0000-0000-000000000000}"/>
          </ac:spMkLst>
        </pc:spChg>
        <pc:spChg chg="mod">
          <ac:chgData name="Christina Knes" userId="7e9737a164333dbd" providerId="LiveId" clId="{72053980-4108-4AED-A5B7-3290F7F82C69}" dt="2026-06-22T11:01:10.277" v="71" actId="404"/>
          <ac:spMkLst>
            <pc:docMk/>
            <pc:sldMk cId="0" sldId="269"/>
            <ac:spMk id="170" creationId="{00000000-0000-0000-0000-000000000000}"/>
          </ac:spMkLst>
        </pc:spChg>
        <pc:spChg chg="mod">
          <ac:chgData name="Christina Knes" userId="7e9737a164333dbd" providerId="LiveId" clId="{72053980-4108-4AED-A5B7-3290F7F82C69}" dt="2026-06-22T11:01:10.277" v="71" actId="404"/>
          <ac:spMkLst>
            <pc:docMk/>
            <pc:sldMk cId="0" sldId="269"/>
            <ac:spMk id="172" creationId="{00000000-0000-0000-0000-000000000000}"/>
          </ac:spMkLst>
        </pc:spChg>
        <pc:spChg chg="mod">
          <ac:chgData name="Christina Knes" userId="7e9737a164333dbd" providerId="LiveId" clId="{72053980-4108-4AED-A5B7-3290F7F82C69}" dt="2026-06-22T11:01:10.277" v="71" actId="404"/>
          <ac:spMkLst>
            <pc:docMk/>
            <pc:sldMk cId="0" sldId="269"/>
            <ac:spMk id="174" creationId="{00000000-0000-0000-0000-000000000000}"/>
          </ac:spMkLst>
        </pc:spChg>
        <pc:spChg chg="mod">
          <ac:chgData name="Christina Knes" userId="7e9737a164333dbd" providerId="LiveId" clId="{72053980-4108-4AED-A5B7-3290F7F82C69}" dt="2026-06-22T11:01:10.277" v="71" actId="404"/>
          <ac:spMkLst>
            <pc:docMk/>
            <pc:sldMk cId="0" sldId="269"/>
            <ac:spMk id="176" creationId="{00000000-0000-0000-0000-000000000000}"/>
          </ac:spMkLst>
        </pc:spChg>
        <pc:spChg chg="mod">
          <ac:chgData name="Christina Knes" userId="7e9737a164333dbd" providerId="LiveId" clId="{72053980-4108-4AED-A5B7-3290F7F82C69}" dt="2026-06-22T11:01:10.277" v="71" actId="404"/>
          <ac:spMkLst>
            <pc:docMk/>
            <pc:sldMk cId="0" sldId="269"/>
            <ac:spMk id="178" creationId="{00000000-0000-0000-0000-000000000000}"/>
          </ac:spMkLst>
        </pc:spChg>
        <pc:spChg chg="mod">
          <ac:chgData name="Christina Knes" userId="7e9737a164333dbd" providerId="LiveId" clId="{72053980-4108-4AED-A5B7-3290F7F82C69}" dt="2026-06-22T11:01:10.277" v="71" actId="404"/>
          <ac:spMkLst>
            <pc:docMk/>
            <pc:sldMk cId="0" sldId="269"/>
            <ac:spMk id="179" creationId="{00000000-0000-0000-0000-000000000000}"/>
          </ac:spMkLst>
        </pc:spChg>
      </pc:sldChg>
      <pc:sldChg chg="modSp mod modTransition">
        <pc:chgData name="Christina Knes" userId="7e9737a164333dbd" providerId="LiveId" clId="{72053980-4108-4AED-A5B7-3290F7F82C69}" dt="2026-06-22T11:02:54.821" v="84" actId="20577"/>
        <pc:sldMkLst>
          <pc:docMk/>
          <pc:sldMk cId="0" sldId="270"/>
        </pc:sldMkLst>
        <pc:spChg chg="mod">
          <ac:chgData name="Christina Knes" userId="7e9737a164333dbd" providerId="LiveId" clId="{72053980-4108-4AED-A5B7-3290F7F82C69}" dt="2026-06-22T11:02:44.208" v="83" actId="120"/>
          <ac:spMkLst>
            <pc:docMk/>
            <pc:sldMk cId="0" sldId="270"/>
            <ac:spMk id="181" creationId="{00000000-0000-0000-0000-000000000000}"/>
          </ac:spMkLst>
        </pc:spChg>
        <pc:spChg chg="mod">
          <ac:chgData name="Christina Knes" userId="7e9737a164333dbd" providerId="LiveId" clId="{72053980-4108-4AED-A5B7-3290F7F82C69}" dt="2026-06-22T11:01:20.568" v="73" actId="404"/>
          <ac:spMkLst>
            <pc:docMk/>
            <pc:sldMk cId="0" sldId="270"/>
            <ac:spMk id="183" creationId="{00000000-0000-0000-0000-000000000000}"/>
          </ac:spMkLst>
        </pc:spChg>
        <pc:spChg chg="mod">
          <ac:chgData name="Christina Knes" userId="7e9737a164333dbd" providerId="LiveId" clId="{72053980-4108-4AED-A5B7-3290F7F82C69}" dt="2026-06-22T11:01:20.568" v="73" actId="404"/>
          <ac:spMkLst>
            <pc:docMk/>
            <pc:sldMk cId="0" sldId="270"/>
            <ac:spMk id="184" creationId="{00000000-0000-0000-0000-000000000000}"/>
          </ac:spMkLst>
        </pc:spChg>
        <pc:spChg chg="mod">
          <ac:chgData name="Christina Knes" userId="7e9737a164333dbd" providerId="LiveId" clId="{72053980-4108-4AED-A5B7-3290F7F82C69}" dt="2026-06-22T11:01:20.568" v="73" actId="404"/>
          <ac:spMkLst>
            <pc:docMk/>
            <pc:sldMk cId="0" sldId="270"/>
            <ac:spMk id="185" creationId="{00000000-0000-0000-0000-000000000000}"/>
          </ac:spMkLst>
        </pc:spChg>
        <pc:spChg chg="mod">
          <ac:chgData name="Christina Knes" userId="7e9737a164333dbd" providerId="LiveId" clId="{72053980-4108-4AED-A5B7-3290F7F82C69}" dt="2026-06-22T11:02:54.821" v="84" actId="20577"/>
          <ac:spMkLst>
            <pc:docMk/>
            <pc:sldMk cId="0" sldId="270"/>
            <ac:spMk id="186" creationId="{00000000-0000-0000-0000-000000000000}"/>
          </ac:spMkLst>
        </pc:spChg>
      </pc:sldChg>
      <pc:sldChg chg="addSp delSp modSp mod modTransition">
        <pc:chgData name="Christina Knes" userId="7e9737a164333dbd" providerId="LiveId" clId="{72053980-4108-4AED-A5B7-3290F7F82C69}" dt="2026-06-22T11:09:38.550" v="92" actId="20577"/>
        <pc:sldMkLst>
          <pc:docMk/>
          <pc:sldMk cId="0" sldId="271"/>
        </pc:sldMkLst>
        <pc:spChg chg="mod">
          <ac:chgData name="Christina Knes" userId="7e9737a164333dbd" providerId="LiveId" clId="{72053980-4108-4AED-A5B7-3290F7F82C69}" dt="2026-06-22T10:23:27.627" v="27"/>
          <ac:spMkLst>
            <pc:docMk/>
            <pc:sldMk cId="0" sldId="271"/>
            <ac:spMk id="3" creationId="{3027A94C-06CD-135E-B6E1-DFC4DE567F22}"/>
          </ac:spMkLst>
        </pc:spChg>
        <pc:spChg chg="mod">
          <ac:chgData name="Christina Knes" userId="7e9737a164333dbd" providerId="LiveId" clId="{72053980-4108-4AED-A5B7-3290F7F82C69}" dt="2026-06-22T10:23:27.627" v="27"/>
          <ac:spMkLst>
            <pc:docMk/>
            <pc:sldMk cId="0" sldId="271"/>
            <ac:spMk id="4" creationId="{67A7DF8D-B50A-3E41-076D-780979C94C54}"/>
          </ac:spMkLst>
        </pc:spChg>
        <pc:spChg chg="add mod">
          <ac:chgData name="Christina Knes" userId="7e9737a164333dbd" providerId="LiveId" clId="{72053980-4108-4AED-A5B7-3290F7F82C69}" dt="2026-06-22T11:09:38.550" v="92" actId="20577"/>
          <ac:spMkLst>
            <pc:docMk/>
            <pc:sldMk cId="0" sldId="271"/>
            <ac:spMk id="5" creationId="{95853635-0A3D-6454-58EF-5E931F1533EB}"/>
          </ac:spMkLst>
        </pc:spChg>
        <pc:spChg chg="mod">
          <ac:chgData name="Christina Knes" userId="7e9737a164333dbd" providerId="LiveId" clId="{72053980-4108-4AED-A5B7-3290F7F82C69}" dt="2026-06-22T11:01:31.695" v="74" actId="2711"/>
          <ac:spMkLst>
            <pc:docMk/>
            <pc:sldMk cId="0" sldId="271"/>
            <ac:spMk id="191" creationId="{00000000-0000-0000-0000-000000000000}"/>
          </ac:spMkLst>
        </pc:spChg>
        <pc:grpChg chg="add mod ord">
          <ac:chgData name="Christina Knes" userId="7e9737a164333dbd" providerId="LiveId" clId="{72053980-4108-4AED-A5B7-3290F7F82C69}" dt="2026-06-22T11:08:44.055" v="87" actId="1076"/>
          <ac:grpSpMkLst>
            <pc:docMk/>
            <pc:sldMk cId="0" sldId="271"/>
            <ac:grpSpMk id="2" creationId="{42D6FD6D-9A10-632D-BF3C-34F4841F1A6A}"/>
          </ac:grpSpMkLst>
        </pc:grpChg>
        <pc:grpChg chg="del">
          <ac:chgData name="Christina Knes" userId="7e9737a164333dbd" providerId="LiveId" clId="{72053980-4108-4AED-A5B7-3290F7F82C69}" dt="2026-06-22T10:23:26.620" v="26" actId="478"/>
          <ac:grpSpMkLst>
            <pc:docMk/>
            <pc:sldMk cId="0" sldId="271"/>
            <ac:grpSpMk id="187" creationId="{00000000-0000-0000-0000-000000000000}"/>
          </ac:grpSpMkLst>
        </pc:grpChg>
      </pc:sldChg>
      <pc:sldChg chg="del modTransition">
        <pc:chgData name="Christina Knes" userId="7e9737a164333dbd" providerId="LiveId" clId="{72053980-4108-4AED-A5B7-3290F7F82C69}" dt="2026-06-22T10:21:50.419" v="11" actId="47"/>
        <pc:sldMkLst>
          <pc:docMk/>
          <pc:sldMk cId="0" sldId="272"/>
        </pc:sldMkLst>
      </pc:sldChg>
      <pc:sldChg chg="new del">
        <pc:chgData name="Christina Knes" userId="7e9737a164333dbd" providerId="LiveId" clId="{72053980-4108-4AED-A5B7-3290F7F82C69}" dt="2026-06-22T10:22:03.372" v="23" actId="47"/>
        <pc:sldMkLst>
          <pc:docMk/>
          <pc:sldMk cId="179082191" sldId="272"/>
        </pc:sldMkLst>
      </pc:sldChg>
      <pc:sldChg chg="new del">
        <pc:chgData name="Christina Knes" userId="7e9737a164333dbd" providerId="LiveId" clId="{72053980-4108-4AED-A5B7-3290F7F82C69}" dt="2026-06-22T10:22:15.295" v="25" actId="47"/>
        <pc:sldMkLst>
          <pc:docMk/>
          <pc:sldMk cId="3327258009" sldId="272"/>
        </pc:sldMkLst>
      </pc:sldChg>
      <pc:sldChg chg="del modTransition">
        <pc:chgData name="Christina Knes" userId="7e9737a164333dbd" providerId="LiveId" clId="{72053980-4108-4AED-A5B7-3290F7F82C69}" dt="2026-06-22T10:21:51.207" v="12" actId="47"/>
        <pc:sldMkLst>
          <pc:docMk/>
          <pc:sldMk cId="0" sldId="273"/>
        </pc:sldMkLst>
      </pc:sldChg>
      <pc:sldChg chg="del modTransition">
        <pc:chgData name="Christina Knes" userId="7e9737a164333dbd" providerId="LiveId" clId="{72053980-4108-4AED-A5B7-3290F7F82C69}" dt="2026-06-22T10:21:51.986" v="13" actId="47"/>
        <pc:sldMkLst>
          <pc:docMk/>
          <pc:sldMk cId="0" sldId="274"/>
        </pc:sldMkLst>
      </pc:sldChg>
      <pc:sldChg chg="del modTransition">
        <pc:chgData name="Christina Knes" userId="7e9737a164333dbd" providerId="LiveId" clId="{72053980-4108-4AED-A5B7-3290F7F82C69}" dt="2026-06-22T10:21:52.732" v="14" actId="47"/>
        <pc:sldMkLst>
          <pc:docMk/>
          <pc:sldMk cId="0" sldId="275"/>
        </pc:sldMkLst>
      </pc:sldChg>
      <pc:sldChg chg="del modTransition">
        <pc:chgData name="Christina Knes" userId="7e9737a164333dbd" providerId="LiveId" clId="{72053980-4108-4AED-A5B7-3290F7F82C69}" dt="2026-06-22T10:21:53.364" v="15" actId="47"/>
        <pc:sldMkLst>
          <pc:docMk/>
          <pc:sldMk cId="0" sldId="276"/>
        </pc:sldMkLst>
      </pc:sldChg>
      <pc:sldChg chg="del modTransition">
        <pc:chgData name="Christina Knes" userId="7e9737a164333dbd" providerId="LiveId" clId="{72053980-4108-4AED-A5B7-3290F7F82C69}" dt="2026-06-22T10:21:53.973" v="16" actId="47"/>
        <pc:sldMkLst>
          <pc:docMk/>
          <pc:sldMk cId="0" sldId="277"/>
        </pc:sldMkLst>
      </pc:sldChg>
      <pc:sldChg chg="del modTransition">
        <pc:chgData name="Christina Knes" userId="7e9737a164333dbd" providerId="LiveId" clId="{72053980-4108-4AED-A5B7-3290F7F82C69}" dt="2026-06-22T10:21:54.585" v="17" actId="47"/>
        <pc:sldMkLst>
          <pc:docMk/>
          <pc:sldMk cId="0" sldId="278"/>
        </pc:sldMkLst>
      </pc:sldChg>
      <pc:sldChg chg="del modTransition">
        <pc:chgData name="Christina Knes" userId="7e9737a164333dbd" providerId="LiveId" clId="{72053980-4108-4AED-A5B7-3290F7F82C69}" dt="2026-06-22T10:21:55.193" v="18" actId="47"/>
        <pc:sldMkLst>
          <pc:docMk/>
          <pc:sldMk cId="0" sldId="279"/>
        </pc:sldMkLst>
      </pc:sldChg>
      <pc:sldChg chg="del modTransition">
        <pc:chgData name="Christina Knes" userId="7e9737a164333dbd" providerId="LiveId" clId="{72053980-4108-4AED-A5B7-3290F7F82C69}" dt="2026-06-22T10:21:55.816" v="19" actId="47"/>
        <pc:sldMkLst>
          <pc:docMk/>
          <pc:sldMk cId="0" sldId="280"/>
        </pc:sldMkLst>
      </pc:sldChg>
      <pc:sldChg chg="del modTransition">
        <pc:chgData name="Christina Knes" userId="7e9737a164333dbd" providerId="LiveId" clId="{72053980-4108-4AED-A5B7-3290F7F82C69}" dt="2026-06-22T10:21:56.185" v="20" actId="47"/>
        <pc:sldMkLst>
          <pc:docMk/>
          <pc:sldMk cId="0" sldId="281"/>
        </pc:sldMkLst>
      </pc:sldChg>
      <pc:sldChg chg="del modTransition">
        <pc:chgData name="Christina Knes" userId="7e9737a164333dbd" providerId="LiveId" clId="{72053980-4108-4AED-A5B7-3290F7F82C69}" dt="2026-06-22T10:21:56.787" v="21" actId="47"/>
        <pc:sldMkLst>
          <pc:docMk/>
          <pc:sldMk cId="0" sldId="282"/>
        </pc:sldMkLst>
      </pc:sldChg>
      <pc:sldMasterChg chg="modTransition modSldLayout">
        <pc:chgData name="Christina Knes" userId="7e9737a164333dbd" providerId="LiveId" clId="{72053980-4108-4AED-A5B7-3290F7F82C69}" dt="2026-06-22T10:20:26.343" v="6"/>
        <pc:sldMasterMkLst>
          <pc:docMk/>
          <pc:sldMasterMk cId="0" sldId="2147483648"/>
        </pc:sldMasterMkLst>
        <pc:sldLayoutChg chg="modTransition">
          <pc:chgData name="Christina Knes" userId="7e9737a164333dbd" providerId="LiveId" clId="{72053980-4108-4AED-A5B7-3290F7F82C69}" dt="2026-06-22T10:20:26.343" v="6"/>
          <pc:sldLayoutMkLst>
            <pc:docMk/>
            <pc:sldMasterMk cId="0" sldId="2147483648"/>
            <pc:sldLayoutMk cId="0" sldId="2147483649"/>
          </pc:sldLayoutMkLst>
        </pc:sldLayoutChg>
      </pc:sldMasterChg>
      <pc:sldMasterChg chg="del delSldLayout">
        <pc:chgData name="Christina Knes" userId="7e9737a164333dbd" providerId="LiveId" clId="{72053980-4108-4AED-A5B7-3290F7F82C69}" dt="2026-06-22T10:19:48.815" v="3"/>
        <pc:sldMasterMkLst>
          <pc:docMk/>
          <pc:sldMasterMk cId="0" sldId="2147483650"/>
        </pc:sldMasterMkLst>
        <pc:sldLayoutChg chg="del">
          <pc:chgData name="Christina Knes" userId="7e9737a164333dbd" providerId="LiveId" clId="{72053980-4108-4AED-A5B7-3290F7F82C69}" dt="2026-06-22T10:19:48.815" v="3"/>
          <pc:sldLayoutMkLst>
            <pc:docMk/>
            <pc:sldMasterMk cId="0" sldId="2147483650"/>
            <pc:sldLayoutMk cId="0" sldId="2147483651"/>
          </pc:sldLayoutMkLst>
        </pc:sldLayoutChg>
      </pc:sldMasterChg>
      <pc:sldMasterChg chg="del delSldLayout">
        <pc:chgData name="Christina Knes" userId="7e9737a164333dbd" providerId="LiveId" clId="{72053980-4108-4AED-A5B7-3290F7F82C69}" dt="2026-06-22T10:19:48.815" v="3"/>
        <pc:sldMasterMkLst>
          <pc:docMk/>
          <pc:sldMasterMk cId="0" sldId="2147483652"/>
        </pc:sldMasterMkLst>
        <pc:sldLayoutChg chg="del">
          <pc:chgData name="Christina Knes" userId="7e9737a164333dbd" providerId="LiveId" clId="{72053980-4108-4AED-A5B7-3290F7F82C69}" dt="2026-06-22T10:19:48.815" v="3"/>
          <pc:sldLayoutMkLst>
            <pc:docMk/>
            <pc:sldMasterMk cId="0" sldId="2147483652"/>
            <pc:sldLayoutMk cId="0" sldId="2147483653"/>
          </pc:sldLayoutMkLst>
        </pc:sldLayoutChg>
      </pc:sldMasterChg>
      <pc:sldMasterChg chg="del delSldLayout">
        <pc:chgData name="Christina Knes" userId="7e9737a164333dbd" providerId="LiveId" clId="{72053980-4108-4AED-A5B7-3290F7F82C69}" dt="2026-06-22T10:19:48.815" v="3"/>
        <pc:sldMasterMkLst>
          <pc:docMk/>
          <pc:sldMasterMk cId="0" sldId="2147483654"/>
        </pc:sldMasterMkLst>
        <pc:sldLayoutChg chg="del">
          <pc:chgData name="Christina Knes" userId="7e9737a164333dbd" providerId="LiveId" clId="{72053980-4108-4AED-A5B7-3290F7F82C69}" dt="2026-06-22T10:19:48.815" v="3"/>
          <pc:sldLayoutMkLst>
            <pc:docMk/>
            <pc:sldMasterMk cId="0" sldId="2147483654"/>
            <pc:sldLayoutMk cId="0" sldId="2147483655"/>
          </pc:sldLayoutMkLst>
        </pc:sldLayoutChg>
      </pc:sldMasterChg>
      <pc:sldMasterChg chg="del delSldLayout">
        <pc:chgData name="Christina Knes" userId="7e9737a164333dbd" providerId="LiveId" clId="{72053980-4108-4AED-A5B7-3290F7F82C69}" dt="2026-06-22T10:19:48.815" v="3"/>
        <pc:sldMasterMkLst>
          <pc:docMk/>
          <pc:sldMasterMk cId="0" sldId="2147483656"/>
        </pc:sldMasterMkLst>
        <pc:sldLayoutChg chg="del">
          <pc:chgData name="Christina Knes" userId="7e9737a164333dbd" providerId="LiveId" clId="{72053980-4108-4AED-A5B7-3290F7F82C69}" dt="2026-06-22T10:19:48.815" v="3"/>
          <pc:sldLayoutMkLst>
            <pc:docMk/>
            <pc:sldMasterMk cId="0" sldId="2147483656"/>
            <pc:sldLayoutMk cId="0" sldId="2147483657"/>
          </pc:sldLayoutMkLst>
        </pc:sldLayoutChg>
      </pc:sldMasterChg>
      <pc:sldMasterChg chg="del delSldLayout">
        <pc:chgData name="Christina Knes" userId="7e9737a164333dbd" providerId="LiveId" clId="{72053980-4108-4AED-A5B7-3290F7F82C69}" dt="2026-06-22T10:19:48.815" v="3"/>
        <pc:sldMasterMkLst>
          <pc:docMk/>
          <pc:sldMasterMk cId="0" sldId="2147483658"/>
        </pc:sldMasterMkLst>
        <pc:sldLayoutChg chg="del">
          <pc:chgData name="Christina Knes" userId="7e9737a164333dbd" providerId="LiveId" clId="{72053980-4108-4AED-A5B7-3290F7F82C69}" dt="2026-06-22T10:19:48.815" v="3"/>
          <pc:sldLayoutMkLst>
            <pc:docMk/>
            <pc:sldMasterMk cId="0" sldId="2147483658"/>
            <pc:sldLayoutMk cId="0" sldId="2147483659"/>
          </pc:sldLayoutMkLst>
        </pc:sldLayoutChg>
      </pc:sldMasterChg>
      <pc:sldMasterChg chg="del delSldLayout">
        <pc:chgData name="Christina Knes" userId="7e9737a164333dbd" providerId="LiveId" clId="{72053980-4108-4AED-A5B7-3290F7F82C69}" dt="2026-06-22T10:19:48.815" v="3"/>
        <pc:sldMasterMkLst>
          <pc:docMk/>
          <pc:sldMasterMk cId="0" sldId="2147483660"/>
        </pc:sldMasterMkLst>
        <pc:sldLayoutChg chg="del">
          <pc:chgData name="Christina Knes" userId="7e9737a164333dbd" providerId="LiveId" clId="{72053980-4108-4AED-A5B7-3290F7F82C69}" dt="2026-06-22T10:19:48.815" v="3"/>
          <pc:sldLayoutMkLst>
            <pc:docMk/>
            <pc:sldMasterMk cId="0" sldId="2147483660"/>
            <pc:sldLayoutMk cId="0" sldId="2147483661"/>
          </pc:sldLayoutMkLst>
        </pc:sldLayoutChg>
      </pc:sldMasterChg>
      <pc:sldMasterChg chg="del delSldLayout">
        <pc:chgData name="Christina Knes" userId="7e9737a164333dbd" providerId="LiveId" clId="{72053980-4108-4AED-A5B7-3290F7F82C69}" dt="2026-06-22T10:19:48.815" v="3"/>
        <pc:sldMasterMkLst>
          <pc:docMk/>
          <pc:sldMasterMk cId="0" sldId="2147483662"/>
        </pc:sldMasterMkLst>
        <pc:sldLayoutChg chg="del">
          <pc:chgData name="Christina Knes" userId="7e9737a164333dbd" providerId="LiveId" clId="{72053980-4108-4AED-A5B7-3290F7F82C69}" dt="2026-06-22T10:19:48.815" v="3"/>
          <pc:sldLayoutMkLst>
            <pc:docMk/>
            <pc:sldMasterMk cId="0" sldId="2147483662"/>
            <pc:sldLayoutMk cId="0" sldId="2147483663"/>
          </pc:sldLayoutMkLst>
        </pc:sldLayoutChg>
      </pc:sldMasterChg>
      <pc:sldMasterChg chg="modTransition modSldLayout">
        <pc:chgData name="Christina Knes" userId="7e9737a164333dbd" providerId="LiveId" clId="{72053980-4108-4AED-A5B7-3290F7F82C69}" dt="2026-06-22T10:20:26.343" v="6"/>
        <pc:sldMasterMkLst>
          <pc:docMk/>
          <pc:sldMasterMk cId="0" sldId="2147483664"/>
        </pc:sldMasterMkLst>
        <pc:sldLayoutChg chg="modTransition">
          <pc:chgData name="Christina Knes" userId="7e9737a164333dbd" providerId="LiveId" clId="{72053980-4108-4AED-A5B7-3290F7F82C69}" dt="2026-06-22T10:20:26.343" v="6"/>
          <pc:sldLayoutMkLst>
            <pc:docMk/>
            <pc:sldMasterMk cId="0" sldId="2147483664"/>
            <pc:sldLayoutMk cId="0" sldId="2147483665"/>
          </pc:sldLayoutMkLst>
        </pc:sldLayoutChg>
      </pc:sldMasterChg>
      <pc:sldMasterChg chg="del delSldLayout">
        <pc:chgData name="Christina Knes" userId="7e9737a164333dbd" providerId="LiveId" clId="{72053980-4108-4AED-A5B7-3290F7F82C69}" dt="2026-06-22T10:19:48.815" v="3"/>
        <pc:sldMasterMkLst>
          <pc:docMk/>
          <pc:sldMasterMk cId="0" sldId="2147483666"/>
        </pc:sldMasterMkLst>
        <pc:sldLayoutChg chg="del">
          <pc:chgData name="Christina Knes" userId="7e9737a164333dbd" providerId="LiveId" clId="{72053980-4108-4AED-A5B7-3290F7F82C69}" dt="2026-06-22T10:19:48.815" v="3"/>
          <pc:sldLayoutMkLst>
            <pc:docMk/>
            <pc:sldMasterMk cId="0" sldId="2147483666"/>
            <pc:sldLayoutMk cId="0" sldId="2147483667"/>
          </pc:sldLayoutMkLst>
        </pc:sldLayoutChg>
      </pc:sldMasterChg>
      <pc:sldMasterChg chg="del delSldLayout">
        <pc:chgData name="Christina Knes" userId="7e9737a164333dbd" providerId="LiveId" clId="{72053980-4108-4AED-A5B7-3290F7F82C69}" dt="2026-06-22T10:19:48.815" v="3"/>
        <pc:sldMasterMkLst>
          <pc:docMk/>
          <pc:sldMasterMk cId="0" sldId="2147483668"/>
        </pc:sldMasterMkLst>
        <pc:sldLayoutChg chg="del">
          <pc:chgData name="Christina Knes" userId="7e9737a164333dbd" providerId="LiveId" clId="{72053980-4108-4AED-A5B7-3290F7F82C69}" dt="2026-06-22T10:19:48.815" v="3"/>
          <pc:sldLayoutMkLst>
            <pc:docMk/>
            <pc:sldMasterMk cId="0" sldId="2147483668"/>
            <pc:sldLayoutMk cId="0" sldId="2147483669"/>
          </pc:sldLayoutMkLst>
        </pc:sldLayoutChg>
      </pc:sldMasterChg>
      <pc:sldMasterChg chg="modTransition modSldLayout">
        <pc:chgData name="Christina Knes" userId="7e9737a164333dbd" providerId="LiveId" clId="{72053980-4108-4AED-A5B7-3290F7F82C69}" dt="2026-06-22T10:20:26.343" v="6"/>
        <pc:sldMasterMkLst>
          <pc:docMk/>
          <pc:sldMasterMk cId="0" sldId="2147483670"/>
        </pc:sldMasterMkLst>
        <pc:sldLayoutChg chg="modTransition">
          <pc:chgData name="Christina Knes" userId="7e9737a164333dbd" providerId="LiveId" clId="{72053980-4108-4AED-A5B7-3290F7F82C69}" dt="2026-06-22T10:20:26.343" v="6"/>
          <pc:sldLayoutMkLst>
            <pc:docMk/>
            <pc:sldMasterMk cId="0" sldId="2147483670"/>
            <pc:sldLayoutMk cId="0" sldId="2147483671"/>
          </pc:sldLayoutMkLst>
        </pc:sldLayoutChg>
      </pc:sldMasterChg>
      <pc:sldMasterChg chg="modTransition modSldLayout">
        <pc:chgData name="Christina Knes" userId="7e9737a164333dbd" providerId="LiveId" clId="{72053980-4108-4AED-A5B7-3290F7F82C69}" dt="2026-06-22T10:20:26.343" v="6"/>
        <pc:sldMasterMkLst>
          <pc:docMk/>
          <pc:sldMasterMk cId="0" sldId="2147483672"/>
        </pc:sldMasterMkLst>
        <pc:sldLayoutChg chg="modTransition">
          <pc:chgData name="Christina Knes" userId="7e9737a164333dbd" providerId="LiveId" clId="{72053980-4108-4AED-A5B7-3290F7F82C69}" dt="2026-06-22T10:20:26.343" v="6"/>
          <pc:sldLayoutMkLst>
            <pc:docMk/>
            <pc:sldMasterMk cId="0" sldId="2147483672"/>
            <pc:sldLayoutMk cId="0" sldId="214748367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9"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strike="noStrike" spc="-1">
                <a:solidFill>
                  <a:schemeClr val="dk1"/>
                </a:solidFill>
                <a:latin typeface="Calibri"/>
              </a:rPr>
              <a:t>Folie mittels Klicken verschieben</a:t>
            </a:r>
          </a:p>
        </p:txBody>
      </p:sp>
      <p:sp>
        <p:nvSpPr>
          <p:cNvPr id="8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de-AT" sz="2000" b="0" strike="noStrike" spc="-1">
                <a:solidFill>
                  <a:srgbClr val="000000"/>
                </a:solidFill>
                <a:latin typeface="Arial"/>
              </a:rPr>
              <a:t>Format der Notizen mittels Klicken bearbeiten</a:t>
            </a:r>
          </a:p>
        </p:txBody>
      </p:sp>
      <p:sp>
        <p:nvSpPr>
          <p:cNvPr id="81"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de-AT" sz="1400" b="0" strike="noStrike" spc="-1">
                <a:solidFill>
                  <a:srgbClr val="000000"/>
                </a:solidFill>
                <a:latin typeface="Times New Roman"/>
              </a:rPr>
              <a:t>&lt;Kopfzeile&gt;</a:t>
            </a:r>
          </a:p>
        </p:txBody>
      </p:sp>
      <p:sp>
        <p:nvSpPr>
          <p:cNvPr id="82" name="PlaceHolder 4"/>
          <p:cNvSpPr>
            <a:spLocks noGrp="1"/>
          </p:cNvSpPr>
          <p:nvPr>
            <p:ph type="dt" idx="40"/>
          </p:nvPr>
        </p:nvSpPr>
        <p:spPr>
          <a:xfrm>
            <a:off x="4278960" y="0"/>
            <a:ext cx="3280680" cy="534240"/>
          </a:xfrm>
          <a:prstGeom prst="rect">
            <a:avLst/>
          </a:prstGeom>
          <a:noFill/>
          <a:ln w="0">
            <a:noFill/>
          </a:ln>
        </p:spPr>
        <p:txBody>
          <a:bodyPr lIns="0" tIns="0" rIns="0" bIns="0" anchor="t">
            <a:noAutofit/>
          </a:bodyPr>
          <a:lstStyle>
            <a:lvl1pPr indent="0" algn="r">
              <a:buNone/>
              <a:defRPr lang="de-AT" sz="1400" b="0" strike="noStrike" spc="-1">
                <a:solidFill>
                  <a:srgbClr val="000000"/>
                </a:solidFill>
                <a:latin typeface="Times New Roman"/>
              </a:defRPr>
            </a:lvl1pPr>
          </a:lstStyle>
          <a:p>
            <a:pPr indent="0" algn="r">
              <a:buNone/>
            </a:pPr>
            <a:r>
              <a:rPr lang="de-AT" sz="1400" b="0" strike="noStrike" spc="-1">
                <a:solidFill>
                  <a:srgbClr val="000000"/>
                </a:solidFill>
                <a:latin typeface="Times New Roman"/>
              </a:rPr>
              <a:t>&lt;Datum/Uhrzeit&gt;</a:t>
            </a:r>
          </a:p>
        </p:txBody>
      </p:sp>
      <p:sp>
        <p:nvSpPr>
          <p:cNvPr id="83" name="PlaceHolder 5"/>
          <p:cNvSpPr>
            <a:spLocks noGrp="1"/>
          </p:cNvSpPr>
          <p:nvPr>
            <p:ph type="ftr" idx="41"/>
          </p:nvPr>
        </p:nvSpPr>
        <p:spPr>
          <a:xfrm>
            <a:off x="0" y="10157400"/>
            <a:ext cx="3280680" cy="534240"/>
          </a:xfrm>
          <a:prstGeom prst="rect">
            <a:avLst/>
          </a:prstGeom>
          <a:noFill/>
          <a:ln w="0">
            <a:noFill/>
          </a:ln>
        </p:spPr>
        <p:txBody>
          <a:bodyPr lIns="0" tIns="0" rIns="0" bIns="0" anchor="b">
            <a:noAutofit/>
          </a:bodyPr>
          <a:lstStyle>
            <a:lvl1pPr indent="0">
              <a:buNone/>
              <a:defRPr lang="de-AT" sz="1400" b="0" strike="noStrike" spc="-1">
                <a:solidFill>
                  <a:srgbClr val="000000"/>
                </a:solidFill>
                <a:latin typeface="Times New Roman"/>
              </a:defRPr>
            </a:lvl1pPr>
          </a:lstStyle>
          <a:p>
            <a:pPr indent="0">
              <a:buNone/>
            </a:pPr>
            <a:r>
              <a:rPr lang="de-AT" sz="1400" b="0" strike="noStrike" spc="-1">
                <a:solidFill>
                  <a:srgbClr val="000000"/>
                </a:solidFill>
                <a:latin typeface="Times New Roman"/>
              </a:rPr>
              <a:t>&lt;Fußzeile&gt;</a:t>
            </a:r>
          </a:p>
        </p:txBody>
      </p:sp>
      <p:sp>
        <p:nvSpPr>
          <p:cNvPr id="84" name="PlaceHolder 6"/>
          <p:cNvSpPr>
            <a:spLocks noGrp="1"/>
          </p:cNvSpPr>
          <p:nvPr>
            <p:ph type="sldNum" idx="42"/>
          </p:nvPr>
        </p:nvSpPr>
        <p:spPr>
          <a:xfrm>
            <a:off x="4278960" y="10157400"/>
            <a:ext cx="3280680" cy="534240"/>
          </a:xfrm>
          <a:prstGeom prst="rect">
            <a:avLst/>
          </a:prstGeom>
          <a:noFill/>
          <a:ln w="0">
            <a:noFill/>
          </a:ln>
        </p:spPr>
        <p:txBody>
          <a:bodyPr lIns="0" tIns="0" rIns="0" bIns="0" anchor="b">
            <a:noAutofit/>
          </a:bodyPr>
          <a:lstStyle>
            <a:lvl1pPr indent="0" algn="r">
              <a:buNone/>
              <a:defRPr lang="de-AT" sz="1400" b="0" strike="noStrike" spc="-1">
                <a:solidFill>
                  <a:srgbClr val="000000"/>
                </a:solidFill>
                <a:latin typeface="Times New Roman"/>
              </a:defRPr>
            </a:lvl1pPr>
          </a:lstStyle>
          <a:p>
            <a:pPr indent="0" algn="r">
              <a:buNone/>
            </a:pPr>
            <a:fld id="{CFDE2D6C-6BD2-4A76-91E9-DF542D418CB6}" type="slidenum">
              <a:rPr lang="de-AT" sz="1400" b="0" strike="noStrike" spc="-1">
                <a:solidFill>
                  <a:srgbClr val="000000"/>
                </a:solidFill>
                <a:latin typeface="Times New Roman"/>
              </a:rPr>
              <a:t>‹Nr.›</a:t>
            </a:fld>
            <a:endParaRPr lang="de-AT"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PlaceHolder 1"/>
          <p:cNvSpPr>
            <a:spLocks noGrp="1" noRot="1" noChangeAspect="1"/>
          </p:cNvSpPr>
          <p:nvPr>
            <p:ph type="sldImg"/>
          </p:nvPr>
        </p:nvSpPr>
        <p:spPr>
          <a:xfrm>
            <a:off x="685800" y="1143000"/>
            <a:ext cx="5486040" cy="3085920"/>
          </a:xfrm>
          <a:prstGeom prst="rect">
            <a:avLst/>
          </a:prstGeom>
          <a:ln w="0">
            <a:noFill/>
          </a:ln>
        </p:spPr>
      </p:sp>
      <p:sp>
        <p:nvSpPr>
          <p:cNvPr id="2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de-AT" sz="1800" b="0" strike="noStrike" spc="-1">
              <a:solidFill>
                <a:srgbClr val="000000"/>
              </a:solidFill>
              <a:latin typeface="Arial"/>
            </a:endParaRPr>
          </a:p>
        </p:txBody>
      </p:sp>
      <p:sp>
        <p:nvSpPr>
          <p:cNvPr id="210"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de-AT" sz="1200" b="0" strike="noStrike" spc="-1">
                <a:solidFill>
                  <a:srgbClr val="000000"/>
                </a:solidFill>
                <a:latin typeface="Times New Roman"/>
              </a:defRPr>
            </a:lvl1pPr>
          </a:lstStyle>
          <a:p>
            <a:pPr indent="0" algn="r">
              <a:lnSpc>
                <a:spcPct val="100000"/>
              </a:lnSpc>
              <a:buNone/>
            </a:pPr>
            <a:fld id="{6A39BFC6-82B9-4046-A7B9-FDB9E6DDF08B}" type="slidenum">
              <a:rPr lang="de-AT" sz="1200" b="0" strike="noStrike" spc="-1">
                <a:solidFill>
                  <a:srgbClr val="000000"/>
                </a:solidFill>
                <a:latin typeface="Times New Roman"/>
              </a:rPr>
              <a:t>1</a:t>
            </a:fld>
            <a:endParaRPr lang="de-AT"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PlaceHolder 1"/>
          <p:cNvSpPr>
            <a:spLocks noGrp="1" noRot="1" noChangeAspect="1"/>
          </p:cNvSpPr>
          <p:nvPr>
            <p:ph type="sldImg"/>
          </p:nvPr>
        </p:nvSpPr>
        <p:spPr>
          <a:xfrm>
            <a:off x="-360" y="812160"/>
            <a:ext cx="720" cy="720"/>
          </a:xfrm>
          <a:prstGeom prst="rect">
            <a:avLst/>
          </a:prstGeom>
          <a:ln w="0">
            <a:noFill/>
          </a:ln>
        </p:spPr>
      </p:sp>
      <p:sp>
        <p:nvSpPr>
          <p:cNvPr id="215"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indent="0">
              <a:lnSpc>
                <a:spcPct val="115000"/>
              </a:lnSpc>
              <a:spcBef>
                <a:spcPts val="1199"/>
              </a:spcBef>
              <a:buNone/>
              <a:tabLst>
                <a:tab pos="0" algn="l"/>
              </a:tabLst>
            </a:pPr>
            <a:r>
              <a:rPr lang="en-US" sz="1500" b="0" strike="noStrike" spc="-1">
                <a:solidFill>
                  <a:schemeClr val="dk1"/>
                </a:solidFill>
                <a:latin typeface="Arial"/>
              </a:rPr>
              <a:t>The question of </a:t>
            </a:r>
            <a:r>
              <a:rPr lang="en-US" sz="1500" b="0" i="1" strike="noStrike" spc="-1">
                <a:solidFill>
                  <a:schemeClr val="dk1"/>
                </a:solidFill>
                <a:latin typeface="Arial"/>
              </a:rPr>
              <a:t>the enhancement of student learning</a:t>
            </a:r>
            <a:r>
              <a:rPr lang="en-US" sz="1500" b="0" strike="noStrike" spc="-1">
                <a:solidFill>
                  <a:schemeClr val="dk1"/>
                </a:solidFill>
                <a:latin typeface="Arial"/>
              </a:rPr>
              <a:t> is relevant because:</a:t>
            </a:r>
            <a:endParaRPr lang="de-AT" sz="1500" b="0" strike="noStrike" spc="-1">
              <a:solidFill>
                <a:srgbClr val="000000"/>
              </a:solidFill>
              <a:latin typeface="Arial"/>
            </a:endParaRPr>
          </a:p>
          <a:p>
            <a:pPr marL="457200" indent="-324000">
              <a:lnSpc>
                <a:spcPct val="115000"/>
              </a:lnSpc>
              <a:spcBef>
                <a:spcPts val="1199"/>
              </a:spcBef>
              <a:buClr>
                <a:srgbClr val="000000"/>
              </a:buClr>
              <a:buFont typeface="Wingdings" charset="2"/>
              <a:buChar char=""/>
              <a:tabLst>
                <a:tab pos="0" algn="l"/>
              </a:tabLst>
            </a:pPr>
            <a:r>
              <a:rPr lang="en-US" sz="1500" b="0" strike="noStrike" spc="-1">
                <a:solidFill>
                  <a:schemeClr val="dk1"/>
                </a:solidFill>
                <a:latin typeface="Arial"/>
              </a:rPr>
              <a:t>ChatGPT entered educational settings very quickly</a:t>
            </a:r>
            <a:endParaRPr lang="de-AT" sz="1500" b="0" strike="noStrike" spc="-1">
              <a:solidFill>
                <a:srgbClr val="000000"/>
              </a:solidFill>
              <a:latin typeface="Arial"/>
            </a:endParaRPr>
          </a:p>
          <a:p>
            <a:pPr marL="457200" indent="-324000">
              <a:lnSpc>
                <a:spcPct val="115000"/>
              </a:lnSpc>
              <a:buClr>
                <a:srgbClr val="000000"/>
              </a:buClr>
              <a:buFont typeface="Wingdings" charset="2"/>
              <a:buChar char=""/>
              <a:tabLst>
                <a:tab pos="0" algn="l"/>
              </a:tabLst>
            </a:pPr>
            <a:r>
              <a:rPr lang="en-US" sz="1500" b="0" strike="noStrike" spc="-1">
                <a:solidFill>
                  <a:schemeClr val="dk1"/>
                </a:solidFill>
                <a:latin typeface="Arial"/>
              </a:rPr>
              <a:t>Students already use it: for explanations, brainstorming, writing support, feedback, coding help, and exam preparation</a:t>
            </a:r>
            <a:endParaRPr lang="de-AT" sz="1500" b="0" strike="noStrike" spc="-1">
              <a:solidFill>
                <a:srgbClr val="000000"/>
              </a:solidFill>
              <a:latin typeface="Arial"/>
            </a:endParaRPr>
          </a:p>
          <a:p>
            <a:pPr marL="457200" indent="-324000">
              <a:lnSpc>
                <a:spcPct val="115000"/>
              </a:lnSpc>
              <a:buClr>
                <a:srgbClr val="000000"/>
              </a:buClr>
              <a:buFont typeface="Wingdings" charset="2"/>
              <a:buChar char=""/>
              <a:tabLst>
                <a:tab pos="0" algn="l"/>
              </a:tabLst>
            </a:pPr>
            <a:r>
              <a:rPr lang="en-US" sz="1500" b="0" strike="noStrike" spc="-1">
                <a:solidFill>
                  <a:schemeClr val="dk1"/>
                </a:solidFill>
                <a:latin typeface="Arial"/>
              </a:rPr>
              <a:t>Teachers and institutions: </a:t>
            </a:r>
            <a:endParaRPr lang="de-AT" sz="1500" b="0" strike="noStrike" spc="-1">
              <a:solidFill>
                <a:srgbClr val="000000"/>
              </a:solidFill>
              <a:latin typeface="Arial"/>
            </a:endParaRPr>
          </a:p>
          <a:p>
            <a:pPr marL="914400" lvl="1" indent="-324000">
              <a:lnSpc>
                <a:spcPct val="115000"/>
              </a:lnSpc>
              <a:buClr>
                <a:srgbClr val="000000"/>
              </a:buClr>
              <a:buFont typeface="Wingdings 2" charset="2"/>
              <a:buChar char=""/>
              <a:tabLst>
                <a:tab pos="0" algn="l"/>
              </a:tabLst>
            </a:pPr>
            <a:r>
              <a:rPr lang="en-US" sz="1500" b="0" strike="noStrike" spc="-1">
                <a:solidFill>
                  <a:schemeClr val="dk1"/>
                </a:solidFill>
                <a:latin typeface="Arial"/>
              </a:rPr>
              <a:t>“How to deal with it?” </a:t>
            </a:r>
            <a:endParaRPr lang="de-AT" sz="1500" b="0" strike="noStrike" spc="-1">
              <a:solidFill>
                <a:srgbClr val="000000"/>
              </a:solidFill>
              <a:latin typeface="Arial"/>
            </a:endParaRPr>
          </a:p>
          <a:p>
            <a:pPr marL="914400" lvl="1" indent="-324000">
              <a:lnSpc>
                <a:spcPct val="115000"/>
              </a:lnSpc>
              <a:buClr>
                <a:srgbClr val="000000"/>
              </a:buClr>
              <a:buFont typeface="Wingdings 2" charset="2"/>
              <a:buChar char=""/>
              <a:tabLst>
                <a:tab pos="0" algn="l"/>
              </a:tabLst>
            </a:pPr>
            <a:r>
              <a:rPr lang="en-US" sz="1500" b="0" strike="noStrike" spc="-1">
                <a:solidFill>
                  <a:schemeClr val="dk1"/>
                </a:solidFill>
                <a:latin typeface="Arial"/>
              </a:rPr>
              <a:t>Is it a useful learning tool? </a:t>
            </a:r>
            <a:endParaRPr lang="de-AT" sz="1500" b="0" strike="noStrike" spc="-1">
              <a:solidFill>
                <a:srgbClr val="000000"/>
              </a:solidFill>
              <a:latin typeface="Arial"/>
            </a:endParaRPr>
          </a:p>
          <a:p>
            <a:pPr marL="914400" lvl="1" indent="-324000">
              <a:lnSpc>
                <a:spcPct val="115000"/>
              </a:lnSpc>
              <a:buClr>
                <a:srgbClr val="000000"/>
              </a:buClr>
              <a:buFont typeface="Wingdings 2" charset="2"/>
              <a:buChar char=""/>
              <a:tabLst>
                <a:tab pos="0" algn="l"/>
              </a:tabLst>
            </a:pPr>
            <a:r>
              <a:rPr lang="en-US" sz="1500" b="0" strike="noStrike" spc="-1">
                <a:solidFill>
                  <a:schemeClr val="dk1"/>
                </a:solidFill>
                <a:latin typeface="Arial"/>
              </a:rPr>
              <a:t>Does it support deeper understanding? </a:t>
            </a:r>
            <a:endParaRPr lang="de-AT" sz="1500" b="0" strike="noStrike" spc="-1">
              <a:solidFill>
                <a:srgbClr val="000000"/>
              </a:solidFill>
              <a:latin typeface="Arial"/>
            </a:endParaRPr>
          </a:p>
          <a:p>
            <a:pPr marL="914400" lvl="1" indent="-324000">
              <a:lnSpc>
                <a:spcPct val="115000"/>
              </a:lnSpc>
              <a:buClr>
                <a:srgbClr val="000000"/>
              </a:buClr>
              <a:buFont typeface="Wingdings 2" charset="2"/>
              <a:buChar char=""/>
              <a:tabLst>
                <a:tab pos="0" algn="l"/>
              </a:tabLst>
            </a:pPr>
            <a:r>
              <a:rPr lang="en-US" sz="1500" b="0" strike="noStrike" spc="-1">
                <a:solidFill>
                  <a:schemeClr val="dk1"/>
                </a:solidFill>
                <a:latin typeface="Arial"/>
              </a:rPr>
              <a:t>Does it mainly reduce effort and create risks such as overreliance?</a:t>
            </a:r>
            <a:endParaRPr lang="de-AT" sz="1500" b="0" strike="noStrike" spc="-1">
              <a:solidFill>
                <a:srgbClr val="000000"/>
              </a:solidFill>
              <a:latin typeface="Arial"/>
            </a:endParaRPr>
          </a:p>
          <a:p>
            <a:pPr indent="0">
              <a:lnSpc>
                <a:spcPct val="115000"/>
              </a:lnSpc>
              <a:spcBef>
                <a:spcPts val="1199"/>
              </a:spcBef>
              <a:buNone/>
              <a:tabLst>
                <a:tab pos="0" algn="l"/>
              </a:tabLst>
            </a:pPr>
            <a:r>
              <a:rPr lang="en-US" sz="1500" b="0" strike="noStrike" spc="-1">
                <a:solidFill>
                  <a:schemeClr val="dk1"/>
                </a:solidFill>
                <a:latin typeface="Arial"/>
              </a:rPr>
              <a:t>The meta-analysis tries to move beyond opinions and perceptions. </a:t>
            </a:r>
            <a:endParaRPr lang="de-AT" sz="1500" b="0" strike="noStrike" spc="-1">
              <a:solidFill>
                <a:srgbClr val="000000"/>
              </a:solidFill>
              <a:latin typeface="Arial"/>
            </a:endParaRPr>
          </a:p>
          <a:p>
            <a:pPr indent="0">
              <a:lnSpc>
                <a:spcPct val="115000"/>
              </a:lnSpc>
              <a:spcBef>
                <a:spcPts val="1199"/>
              </a:spcBef>
              <a:buNone/>
              <a:tabLst>
                <a:tab pos="0" algn="l"/>
              </a:tabLst>
            </a:pPr>
            <a:r>
              <a:rPr lang="en-US" sz="1500" b="0" strike="noStrike" spc="-1">
                <a:solidFill>
                  <a:schemeClr val="dk1"/>
                </a:solidFill>
                <a:latin typeface="Arial"/>
              </a:rPr>
              <a:t>early studies on ChatGPT asked:</a:t>
            </a:r>
            <a:endParaRPr lang="de-AT" sz="1500" b="0" strike="noStrike" spc="-1">
              <a:solidFill>
                <a:srgbClr val="000000"/>
              </a:solidFill>
              <a:latin typeface="Arial"/>
            </a:endParaRPr>
          </a:p>
          <a:p>
            <a:pPr marL="457200" indent="-324000">
              <a:lnSpc>
                <a:spcPct val="115000"/>
              </a:lnSpc>
              <a:spcBef>
                <a:spcPts val="1199"/>
              </a:spcBef>
              <a:buClr>
                <a:srgbClr val="000000"/>
              </a:buClr>
              <a:buFont typeface="Wingdings" charset="2"/>
              <a:buChar char=""/>
              <a:tabLst>
                <a:tab pos="0" algn="l"/>
              </a:tabLst>
            </a:pPr>
            <a:r>
              <a:rPr lang="en-US" sz="1500" b="0" strike="noStrike" spc="-1">
                <a:solidFill>
                  <a:schemeClr val="dk1"/>
                </a:solidFill>
                <a:latin typeface="Arial"/>
              </a:rPr>
              <a:t> liked the tool, </a:t>
            </a:r>
            <a:endParaRPr lang="de-AT" sz="1500" b="0" strike="noStrike" spc="-1">
              <a:solidFill>
                <a:srgbClr val="000000"/>
              </a:solidFill>
              <a:latin typeface="Arial"/>
            </a:endParaRPr>
          </a:p>
          <a:p>
            <a:pPr marL="457200" indent="-324000">
              <a:lnSpc>
                <a:spcPct val="115000"/>
              </a:lnSpc>
              <a:buClr>
                <a:srgbClr val="000000"/>
              </a:buClr>
              <a:buFont typeface="Wingdings" charset="2"/>
              <a:buChar char=""/>
              <a:tabLst>
                <a:tab pos="0" algn="l"/>
              </a:tabLst>
            </a:pPr>
            <a:r>
              <a:rPr lang="en-US" sz="1500" b="0" strike="noStrike" spc="-1">
                <a:solidFill>
                  <a:schemeClr val="dk1"/>
                </a:solidFill>
                <a:latin typeface="Arial"/>
              </a:rPr>
              <a:t>found it helpful, </a:t>
            </a:r>
            <a:endParaRPr lang="de-AT" sz="1500" b="0" strike="noStrike" spc="-1">
              <a:solidFill>
                <a:srgbClr val="000000"/>
              </a:solidFill>
              <a:latin typeface="Arial"/>
            </a:endParaRPr>
          </a:p>
          <a:p>
            <a:pPr marL="457200" indent="-324000">
              <a:lnSpc>
                <a:spcPct val="115000"/>
              </a:lnSpc>
              <a:buClr>
                <a:srgbClr val="000000"/>
              </a:buClr>
              <a:buFont typeface="Wingdings" charset="2"/>
              <a:buChar char=""/>
              <a:tabLst>
                <a:tab pos="0" algn="l"/>
              </a:tabLst>
            </a:pPr>
            <a:r>
              <a:rPr lang="en-US" sz="1500" b="0" strike="noStrike" spc="-1">
                <a:solidFill>
                  <a:schemeClr val="dk1"/>
                </a:solidFill>
                <a:latin typeface="Arial"/>
              </a:rPr>
              <a:t>whether they intended to use it</a:t>
            </a:r>
            <a:endParaRPr lang="de-AT" sz="1500" b="0" strike="noStrike" spc="-1">
              <a:solidFill>
                <a:srgbClr val="000000"/>
              </a:solidFill>
              <a:latin typeface="Arial"/>
            </a:endParaRPr>
          </a:p>
          <a:p>
            <a:pPr indent="0">
              <a:lnSpc>
                <a:spcPct val="115000"/>
              </a:lnSpc>
              <a:spcBef>
                <a:spcPts val="1199"/>
              </a:spcBef>
              <a:buNone/>
              <a:tabLst>
                <a:tab pos="0" algn="l"/>
              </a:tabLst>
            </a:pPr>
            <a:r>
              <a:rPr lang="en-US" sz="1500" b="1" strike="noStrike" spc="-1">
                <a:solidFill>
                  <a:schemeClr val="dk1"/>
                </a:solidFill>
                <a:latin typeface="Arial"/>
              </a:rPr>
              <a:t>interesting, but NOT tell us if ChatGPT causes better learning</a:t>
            </a:r>
            <a:endParaRPr lang="de-AT" sz="1500" b="0" strike="noStrike" spc="-1">
              <a:solidFill>
                <a:srgbClr val="000000"/>
              </a:solidFill>
              <a:latin typeface="Arial"/>
            </a:endParaRPr>
          </a:p>
          <a:p>
            <a:pPr indent="0">
              <a:lnSpc>
                <a:spcPct val="115000"/>
              </a:lnSpc>
              <a:spcBef>
                <a:spcPts val="1199"/>
              </a:spcBef>
              <a:buNone/>
              <a:tabLst>
                <a:tab pos="0" algn="l"/>
              </a:tabLst>
            </a:pPr>
            <a:r>
              <a:rPr lang="en-US" sz="1500" b="0" strike="noStrike" spc="-1">
                <a:solidFill>
                  <a:schemeClr val="dk1"/>
                </a:solidFill>
                <a:latin typeface="Arial"/>
              </a:rPr>
              <a:t>focus on experimental and quasi-experimental studies</a:t>
            </a:r>
            <a:br>
              <a:rPr sz="1500"/>
            </a:br>
            <a:r>
              <a:rPr lang="en-US" sz="1500" b="0" strike="noStrike" spc="-1">
                <a:solidFill>
                  <a:schemeClr val="dk1"/>
                </a:solidFill>
                <a:latin typeface="Arial"/>
              </a:rPr>
              <a:t>studies with a ChatGPT group and a control group</a:t>
            </a:r>
            <a:endParaRPr lang="de-AT" sz="1500" b="0" strike="noStrike" spc="-1">
              <a:solidFill>
                <a:srgbClr val="000000"/>
              </a:solidFill>
              <a:latin typeface="Arial"/>
            </a:endParaRPr>
          </a:p>
          <a:p>
            <a:pPr indent="0">
              <a:lnSpc>
                <a:spcPct val="115000"/>
              </a:lnSpc>
              <a:spcBef>
                <a:spcPts val="1199"/>
              </a:spcBef>
              <a:buNone/>
              <a:tabLst>
                <a:tab pos="0" algn="l"/>
              </a:tabLst>
            </a:pPr>
            <a:r>
              <a:rPr lang="en-US" sz="1500" b="0" strike="noStrike" spc="-1">
                <a:solidFill>
                  <a:schemeClr val="dk1"/>
                </a:solidFill>
                <a:latin typeface="Arial"/>
              </a:rPr>
              <a:t>Leads to stronger conclusions than purely descriptive studies.</a:t>
            </a:r>
            <a:endParaRPr lang="de-AT" sz="1500" b="0" strike="noStrike" spc="-1">
              <a:solidFill>
                <a:srgbClr val="000000"/>
              </a:solidFill>
              <a:latin typeface="Arial"/>
            </a:endParaRPr>
          </a:p>
          <a:p>
            <a:pPr indent="0">
              <a:lnSpc>
                <a:spcPct val="115000"/>
              </a:lnSpc>
              <a:spcBef>
                <a:spcPts val="1199"/>
              </a:spcBef>
              <a:buNone/>
              <a:tabLst>
                <a:tab pos="0" algn="l"/>
              </a:tabLst>
            </a:pPr>
            <a:r>
              <a:rPr lang="en-US" sz="1500" b="0" strike="noStrike" spc="-1">
                <a:solidFill>
                  <a:schemeClr val="dk1"/>
                </a:solidFill>
                <a:latin typeface="Arial"/>
              </a:rPr>
              <a:t>Core idea of review: </a:t>
            </a:r>
            <a:endParaRPr lang="de-AT" sz="1500" b="0" strike="noStrike" spc="-1">
              <a:solidFill>
                <a:srgbClr val="000000"/>
              </a:solidFill>
              <a:latin typeface="Arial"/>
            </a:endParaRPr>
          </a:p>
          <a:p>
            <a:pPr marL="457200" indent="-324000">
              <a:lnSpc>
                <a:spcPct val="115000"/>
              </a:lnSpc>
              <a:spcBef>
                <a:spcPts val="1199"/>
              </a:spcBef>
              <a:buClr>
                <a:srgbClr val="000000"/>
              </a:buClr>
              <a:buFont typeface="Arial"/>
              <a:buChar char="●"/>
              <a:tabLst>
                <a:tab pos="0" algn="l"/>
              </a:tabLst>
            </a:pPr>
            <a:r>
              <a:rPr lang="en-US" sz="1500" b="0" strike="noStrike" spc="-1">
                <a:solidFill>
                  <a:schemeClr val="dk1"/>
                </a:solidFill>
                <a:latin typeface="Arial"/>
              </a:rPr>
              <a:t>NOT: “Do students like ChatGPT?”</a:t>
            </a:r>
            <a:endParaRPr lang="de-AT" sz="1500" b="0" strike="noStrike" spc="-1">
              <a:solidFill>
                <a:srgbClr val="000000"/>
              </a:solidFill>
              <a:latin typeface="Arial"/>
            </a:endParaRPr>
          </a:p>
          <a:p>
            <a:pPr marL="457200" indent="-324000">
              <a:lnSpc>
                <a:spcPct val="115000"/>
              </a:lnSpc>
              <a:buClr>
                <a:srgbClr val="000000"/>
              </a:buClr>
              <a:buFont typeface="Arial"/>
              <a:buChar char="●"/>
              <a:tabLst>
                <a:tab pos="0" algn="l"/>
              </a:tabLst>
            </a:pPr>
            <a:r>
              <a:rPr lang="en-US" sz="1500" b="0" strike="noStrike" spc="-1">
                <a:solidFill>
                  <a:schemeClr val="dk1"/>
                </a:solidFill>
                <a:latin typeface="Arial"/>
              </a:rPr>
              <a:t>BUT: “What happens to learning outcomes when ChatGPT is actually used in an educational intervention?”</a:t>
            </a:r>
            <a:endParaRPr lang="de-AT" sz="1500" b="0" strike="noStrike" spc="-1">
              <a:solidFill>
                <a:srgbClr val="000000"/>
              </a:solidFill>
              <a:latin typeface="Arial"/>
            </a:endParaRPr>
          </a:p>
          <a:p>
            <a:pPr marL="216000" indent="-216000">
              <a:lnSpc>
                <a:spcPct val="100000"/>
              </a:lnSpc>
              <a:spcBef>
                <a:spcPts val="1199"/>
              </a:spcBef>
              <a:buNone/>
              <a:tabLst>
                <a:tab pos="0" algn="l"/>
              </a:tabLst>
            </a:pPr>
            <a:r>
              <a:rPr lang="en-US" sz="1700" b="0" strike="noStrike" spc="-1">
                <a:solidFill>
                  <a:schemeClr val="dk1"/>
                </a:solidFill>
                <a:latin typeface="Arial"/>
              </a:rPr>
              <a:t>Ziel dieser Folie: kurz begründen, warum diese Meta-Analyse überhaupt wichtig ist.</a:t>
            </a:r>
            <a:endParaRPr lang="de-AT" sz="1700" b="0" strike="noStrike" spc="-1">
              <a:solidFill>
                <a:srgbClr val="000000"/>
              </a:solidFill>
              <a:latin typeface="Arial"/>
            </a:endParaRPr>
          </a:p>
          <a:p>
            <a:pPr marL="216000" indent="-216000">
              <a:lnSpc>
                <a:spcPct val="100000"/>
              </a:lnSpc>
              <a:buNone/>
              <a:tabLst>
                <a:tab pos="0" algn="l"/>
              </a:tabLst>
            </a:pPr>
            <a:r>
              <a:rPr lang="en-US" sz="1700" b="0" strike="noStrike" spc="-1">
                <a:solidFill>
                  <a:schemeClr val="dk1"/>
                </a:solidFill>
                <a:latin typeface="Arial"/>
              </a:rPr>
              <a:t>Sprechtext:</a:t>
            </a:r>
            <a:endParaRPr lang="de-AT" sz="1700" b="0" strike="noStrike" spc="-1">
              <a:solidFill>
                <a:srgbClr val="000000"/>
              </a:solidFill>
              <a:latin typeface="Arial"/>
            </a:endParaRPr>
          </a:p>
          <a:p>
            <a:pPr marL="216000" indent="0">
              <a:lnSpc>
                <a:spcPct val="100000"/>
              </a:lnSpc>
              <a:buNone/>
              <a:tabLst>
                <a:tab pos="0" algn="l"/>
              </a:tabLst>
            </a:pPr>
            <a:r>
              <a:rPr lang="en-US" sz="1700" b="0" strike="noStrike" spc="-1">
                <a:solidFill>
                  <a:schemeClr val="dk1"/>
                </a:solidFill>
                <a:latin typeface="Arial"/>
              </a:rPr>
              <a:t>ChatGPT ist sehr schnell in Bildungskontexte hineingekommen. Studierende verwenden es für Erklärungen, Ideensammlung, Feedback oder Schreiben. Gleichzeitig gibt es Sorgen: Academic Integrity, Overreliance oder dass tiefere Verarbeitung verloren geht. Viele frühe Studien waren aber Wahrnehmungsstudien oder Querschnittsstudien. Die können zeigen, dass ChatGPT-Nutzung mit Leistung zusammenhängt, aber nicht, ob ChatGPT die Leistung verursacht. Genau hier setzt Deng et al. an: Sie betrachten experimentelle und quasi-experimentelle Studien, also Evidenz, die näher an Kausalität ist.</a:t>
            </a:r>
            <a:endParaRPr lang="de-AT" sz="1700" b="0" strike="noStrike" spc="-1">
              <a:solidFill>
                <a:srgbClr val="000000"/>
              </a:solidFill>
              <a:latin typeface="Arial"/>
            </a:endParaRPr>
          </a:p>
          <a:p>
            <a:pPr indent="0">
              <a:lnSpc>
                <a:spcPct val="100000"/>
              </a:lnSpc>
              <a:buNone/>
              <a:tabLst>
                <a:tab pos="0" algn="l"/>
              </a:tabLst>
            </a:pPr>
            <a:endParaRPr lang="de-AT" sz="1800" b="0" strike="noStrike" spc="-1">
              <a:solidFill>
                <a:srgbClr val="000000"/>
              </a:solidFill>
              <a:latin typeface="Arial"/>
            </a:endParaRPr>
          </a:p>
        </p:txBody>
      </p:sp>
      <p:sp>
        <p:nvSpPr>
          <p:cNvPr id="216" name="PlaceHolder 3"/>
          <p:cNvSpPr>
            <a:spLocks noGrp="1"/>
          </p:cNvSpPr>
          <p:nvPr>
            <p:ph type="sldNum" idx="45"/>
          </p:nvPr>
        </p:nvSpPr>
        <p:spPr>
          <a:xfrm>
            <a:off x="4278960" y="10157400"/>
            <a:ext cx="3280320" cy="533880"/>
          </a:xfrm>
          <a:prstGeom prst="rect">
            <a:avLst/>
          </a:prstGeom>
          <a:noFill/>
          <a:ln w="0">
            <a:noFill/>
          </a:ln>
        </p:spPr>
        <p:txBody>
          <a:bodyPr lIns="0" tIns="0" rIns="0" bIns="0" anchor="b">
            <a:noAutofit/>
          </a:bodyPr>
          <a:lstStyle>
            <a:lvl1pPr indent="0" algn="r">
              <a:lnSpc>
                <a:spcPct val="100000"/>
              </a:lnSpc>
              <a:buNone/>
              <a:tabLst>
                <a:tab pos="0" algn="l"/>
              </a:tabLst>
              <a:defRPr lang="en-US" sz="1400" b="0" strike="noStrike" spc="-1">
                <a:solidFill>
                  <a:srgbClr val="000000"/>
                </a:solidFill>
                <a:latin typeface="Times New Roman"/>
              </a:defRPr>
            </a:lvl1pPr>
          </a:lstStyle>
          <a:p>
            <a:pPr indent="0" algn="r">
              <a:lnSpc>
                <a:spcPct val="100000"/>
              </a:lnSpc>
              <a:buNone/>
              <a:tabLst>
                <a:tab pos="0" algn="l"/>
              </a:tabLst>
            </a:pPr>
            <a:fld id="{E9CB88F4-4992-4DDB-9304-9AE0462CEED1}" type="slidenum">
              <a:rPr lang="en-US" sz="1400" b="0" strike="noStrike" spc="-1">
                <a:solidFill>
                  <a:srgbClr val="000000"/>
                </a:solidFill>
                <a:latin typeface="Times New Roman"/>
              </a:rPr>
              <a:t>2</a:t>
            </a:fld>
            <a:endParaRPr lang="de-AT" sz="14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PlaceHolder 1"/>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indent="0">
              <a:lnSpc>
                <a:spcPct val="115000"/>
              </a:lnSpc>
              <a:buNone/>
              <a:tabLst>
                <a:tab pos="0" algn="l"/>
              </a:tabLst>
            </a:pPr>
            <a:r>
              <a:rPr lang="en-US" sz="1500" b="0" strike="noStrike" spc="-1">
                <a:solidFill>
                  <a:schemeClr val="dk1"/>
                </a:solidFill>
                <a:latin typeface="Arial"/>
              </a:rPr>
              <a:t>The authors structure the review around 3 main research questions.</a:t>
            </a:r>
            <a:endParaRPr lang="de-AT" sz="1500" b="0" strike="noStrike" spc="-1">
              <a:solidFill>
                <a:srgbClr val="000000"/>
              </a:solidFill>
              <a:latin typeface="Arial"/>
            </a:endParaRPr>
          </a:p>
          <a:p>
            <a:pPr marL="457200" indent="-324000">
              <a:lnSpc>
                <a:spcPct val="115000"/>
              </a:lnSpc>
              <a:spcBef>
                <a:spcPts val="1199"/>
              </a:spcBef>
              <a:buClr>
                <a:srgbClr val="000000"/>
              </a:buClr>
              <a:buFont typeface="Arial"/>
              <a:buAutoNum type="arabicParenR"/>
              <a:tabLst>
                <a:tab pos="0" algn="l"/>
              </a:tabLst>
            </a:pPr>
            <a:r>
              <a:rPr lang="en-US" sz="1500" b="0" strike="noStrike" spc="-1">
                <a:solidFill>
                  <a:schemeClr val="dk1"/>
                </a:solidFill>
                <a:latin typeface="Arial"/>
              </a:rPr>
              <a:t>Descriptive: Where and how is ChatGPT used in experimental studies? </a:t>
            </a:r>
            <a:endParaRPr lang="de-AT" sz="1500" b="0" strike="noStrike" spc="-1">
              <a:solidFill>
                <a:srgbClr val="000000"/>
              </a:solidFill>
              <a:latin typeface="Arial"/>
            </a:endParaRPr>
          </a:p>
          <a:p>
            <a:pPr marL="914400" lvl="1" indent="-324000">
              <a:lnSpc>
                <a:spcPct val="115000"/>
              </a:lnSpc>
              <a:buClr>
                <a:srgbClr val="000000"/>
              </a:buClr>
              <a:buFont typeface="OpenSymbol"/>
              <a:buAutoNum type="alphaLcParenR"/>
              <a:tabLst>
                <a:tab pos="0" algn="l"/>
              </a:tabLst>
            </a:pPr>
            <a:r>
              <a:rPr lang="en-US" sz="1500" b="0" strike="noStrike" spc="-1">
                <a:solidFill>
                  <a:schemeClr val="dk1"/>
                </a:solidFill>
                <a:latin typeface="Arial"/>
              </a:rPr>
              <a:t>educational stages</a:t>
            </a:r>
            <a:endParaRPr lang="de-AT" sz="1500" b="0" strike="noStrike" spc="-1">
              <a:solidFill>
                <a:srgbClr val="000000"/>
              </a:solidFill>
              <a:latin typeface="Arial"/>
            </a:endParaRPr>
          </a:p>
          <a:p>
            <a:pPr marL="914400" lvl="1" indent="-324000">
              <a:lnSpc>
                <a:spcPct val="115000"/>
              </a:lnSpc>
              <a:buClr>
                <a:srgbClr val="000000"/>
              </a:buClr>
              <a:buFont typeface="OpenSymbol"/>
              <a:buAutoNum type="alphaLcParenR"/>
              <a:tabLst>
                <a:tab pos="0" algn="l"/>
              </a:tabLst>
            </a:pPr>
            <a:r>
              <a:rPr lang="en-US" sz="1500" b="0" strike="noStrike" spc="-1">
                <a:solidFill>
                  <a:schemeClr val="dk1"/>
                </a:solidFill>
                <a:latin typeface="Arial"/>
              </a:rPr>
              <a:t>subject areas</a:t>
            </a:r>
            <a:endParaRPr lang="de-AT" sz="1500" b="0" strike="noStrike" spc="-1">
              <a:solidFill>
                <a:srgbClr val="000000"/>
              </a:solidFill>
              <a:latin typeface="Arial"/>
            </a:endParaRPr>
          </a:p>
          <a:p>
            <a:pPr marL="914400" lvl="1" indent="-324000">
              <a:lnSpc>
                <a:spcPct val="115000"/>
              </a:lnSpc>
              <a:buClr>
                <a:srgbClr val="000000"/>
              </a:buClr>
              <a:buFont typeface="OpenSymbol"/>
              <a:buAutoNum type="alphaLcParenR"/>
              <a:tabLst>
                <a:tab pos="0" algn="l"/>
              </a:tabLst>
            </a:pPr>
            <a:r>
              <a:rPr lang="en-US" sz="1500" b="0" strike="noStrike" spc="-1">
                <a:solidFill>
                  <a:schemeClr val="dk1"/>
                </a:solidFill>
                <a:latin typeface="Arial"/>
              </a:rPr>
              <a:t>intervention settings</a:t>
            </a:r>
            <a:endParaRPr lang="de-AT" sz="1500" b="0" strike="noStrike" spc="-1">
              <a:solidFill>
                <a:srgbClr val="000000"/>
              </a:solidFill>
              <a:latin typeface="Arial"/>
            </a:endParaRPr>
          </a:p>
          <a:p>
            <a:pPr marL="914400" lvl="1" indent="-324000">
              <a:lnSpc>
                <a:spcPct val="115000"/>
              </a:lnSpc>
              <a:buClr>
                <a:srgbClr val="000000"/>
              </a:buClr>
              <a:buFont typeface="OpenSymbol"/>
              <a:buAutoNum type="alphaLcParenR"/>
              <a:tabLst>
                <a:tab pos="0" algn="l"/>
              </a:tabLst>
            </a:pPr>
            <a:r>
              <a:rPr lang="en-US" sz="1500" b="0" strike="noStrike" spc="-1">
                <a:solidFill>
                  <a:schemeClr val="dk1"/>
                </a:solidFill>
                <a:latin typeface="Arial"/>
              </a:rPr>
              <a:t>duration</a:t>
            </a:r>
            <a:endParaRPr lang="de-AT" sz="1500" b="0" strike="noStrike" spc="-1">
              <a:solidFill>
                <a:srgbClr val="000000"/>
              </a:solidFill>
              <a:latin typeface="Arial"/>
            </a:endParaRPr>
          </a:p>
          <a:p>
            <a:pPr marL="914400" lvl="1" indent="-324000">
              <a:lnSpc>
                <a:spcPct val="115000"/>
              </a:lnSpc>
              <a:buClr>
                <a:srgbClr val="000000"/>
              </a:buClr>
              <a:buFont typeface="OpenSymbol"/>
              <a:buAutoNum type="alphaLcParenR"/>
              <a:tabLst>
                <a:tab pos="0" algn="l"/>
              </a:tabLst>
            </a:pPr>
            <a:r>
              <a:rPr lang="en-US" sz="1500" b="0" strike="noStrike" spc="-1">
                <a:solidFill>
                  <a:schemeClr val="dk1"/>
                </a:solidFill>
                <a:latin typeface="Arial"/>
              </a:rPr>
              <a:t>how ChatGPT was applied</a:t>
            </a:r>
            <a:endParaRPr lang="de-AT" sz="1500" b="0" strike="noStrike" spc="-1">
              <a:solidFill>
                <a:srgbClr val="000000"/>
              </a:solidFill>
              <a:latin typeface="Arial"/>
            </a:endParaRPr>
          </a:p>
          <a:p>
            <a:pPr marL="914400" lvl="1" indent="-324000">
              <a:lnSpc>
                <a:spcPct val="115000"/>
              </a:lnSpc>
              <a:buClr>
                <a:srgbClr val="000000"/>
              </a:buClr>
              <a:buFont typeface="OpenSymbol"/>
              <a:buAutoNum type="alphaLcParenR"/>
              <a:tabLst>
                <a:tab pos="0" algn="l"/>
              </a:tabLst>
            </a:pPr>
            <a:r>
              <a:rPr lang="en-US" sz="1500" b="0" strike="noStrike" spc="-1">
                <a:solidFill>
                  <a:schemeClr val="dk1"/>
                </a:solidFill>
                <a:latin typeface="Arial"/>
              </a:rPr>
              <a:t>Eg. direct learning tool / writing assistant / tutor …</a:t>
            </a:r>
            <a:br>
              <a:rPr sz="1500"/>
            </a:br>
            <a:r>
              <a:rPr lang="en-US" sz="1500" b="0" strike="noStrike" spc="-1">
                <a:solidFill>
                  <a:schemeClr val="dk1"/>
                </a:solidFill>
                <a:latin typeface="Arial"/>
              </a:rPr>
              <a:t> </a:t>
            </a:r>
            <a:endParaRPr lang="de-AT" sz="1500" b="0" strike="noStrike" spc="-1">
              <a:solidFill>
                <a:srgbClr val="000000"/>
              </a:solidFill>
              <a:latin typeface="Arial"/>
            </a:endParaRPr>
          </a:p>
          <a:p>
            <a:pPr marL="457200" indent="-324000">
              <a:lnSpc>
                <a:spcPct val="115000"/>
              </a:lnSpc>
              <a:buClr>
                <a:srgbClr val="000000"/>
              </a:buClr>
              <a:buFont typeface="Arial"/>
              <a:buAutoNum type="arabicParenR"/>
              <a:tabLst>
                <a:tab pos="0" algn="l"/>
              </a:tabLst>
            </a:pPr>
            <a:r>
              <a:rPr lang="en-US" sz="1500" b="0" strike="noStrike" spc="-1">
                <a:solidFill>
                  <a:schemeClr val="dk1"/>
                </a:solidFill>
                <a:latin typeface="Arial"/>
              </a:rPr>
              <a:t>outcomes: The authors ask how ChatGPT affects different dimensions of student learning. </a:t>
            </a:r>
            <a:endParaRPr lang="de-AT" sz="1500" b="0" strike="noStrike" spc="-1">
              <a:solidFill>
                <a:srgbClr val="000000"/>
              </a:solidFill>
              <a:latin typeface="Arial"/>
            </a:endParaRPr>
          </a:p>
          <a:p>
            <a:pPr marL="914400" lvl="1" indent="-324000">
              <a:lnSpc>
                <a:spcPct val="115000"/>
              </a:lnSpc>
              <a:buClr>
                <a:srgbClr val="000000"/>
              </a:buClr>
              <a:buFont typeface="OpenSymbol"/>
              <a:buAutoNum type="alphaLcParenR"/>
              <a:tabLst>
                <a:tab pos="0" algn="l"/>
              </a:tabLst>
            </a:pPr>
            <a:r>
              <a:rPr lang="en-US" sz="1500" b="0" strike="noStrike" spc="-1">
                <a:solidFill>
                  <a:schemeClr val="dk1"/>
                </a:solidFill>
                <a:latin typeface="Arial"/>
              </a:rPr>
              <a:t>not only academic performance</a:t>
            </a:r>
            <a:endParaRPr lang="de-AT" sz="1500" b="0" strike="noStrike" spc="-1">
              <a:solidFill>
                <a:srgbClr val="000000"/>
              </a:solidFill>
              <a:latin typeface="Arial"/>
            </a:endParaRPr>
          </a:p>
          <a:p>
            <a:pPr marL="914400" lvl="1" indent="-324000">
              <a:lnSpc>
                <a:spcPct val="115000"/>
              </a:lnSpc>
              <a:buClr>
                <a:srgbClr val="000000"/>
              </a:buClr>
              <a:buFont typeface="OpenSymbol"/>
              <a:buAutoNum type="alphaLcParenR"/>
              <a:tabLst>
                <a:tab pos="0" algn="l"/>
              </a:tabLst>
            </a:pPr>
            <a:r>
              <a:rPr lang="en-US" sz="1500" b="0" strike="noStrike" spc="-1">
                <a:solidFill>
                  <a:schemeClr val="dk1"/>
                </a:solidFill>
                <a:latin typeface="Arial"/>
              </a:rPr>
              <a:t>affective and motivational states</a:t>
            </a:r>
            <a:endParaRPr lang="de-AT" sz="1500" b="0" strike="noStrike" spc="-1">
              <a:solidFill>
                <a:srgbClr val="000000"/>
              </a:solidFill>
              <a:latin typeface="Arial"/>
            </a:endParaRPr>
          </a:p>
          <a:p>
            <a:pPr marL="914400" lvl="1" indent="-324000">
              <a:lnSpc>
                <a:spcPct val="115000"/>
              </a:lnSpc>
              <a:buClr>
                <a:srgbClr val="000000"/>
              </a:buClr>
              <a:buFont typeface="OpenSymbol"/>
              <a:buAutoNum type="alphaLcParenR"/>
              <a:tabLst>
                <a:tab pos="0" algn="l"/>
              </a:tabLst>
            </a:pPr>
            <a:r>
              <a:rPr lang="en-US" sz="1500" b="0" strike="noStrike" spc="-1">
                <a:solidFill>
                  <a:schemeClr val="dk1"/>
                </a:solidFill>
                <a:latin typeface="Arial"/>
              </a:rPr>
              <a:t>higher-order thinking </a:t>
            </a:r>
            <a:endParaRPr lang="de-AT" sz="1500" b="0" strike="noStrike" spc="-1">
              <a:solidFill>
                <a:srgbClr val="000000"/>
              </a:solidFill>
              <a:latin typeface="Arial"/>
            </a:endParaRPr>
          </a:p>
          <a:p>
            <a:pPr marL="914400" lvl="1" indent="-324000">
              <a:lnSpc>
                <a:spcPct val="115000"/>
              </a:lnSpc>
              <a:buClr>
                <a:srgbClr val="000000"/>
              </a:buClr>
              <a:buFont typeface="OpenSymbol"/>
              <a:buAutoNum type="alphaLcParenR"/>
              <a:tabLst>
                <a:tab pos="0" algn="l"/>
              </a:tabLst>
            </a:pPr>
            <a:r>
              <a:rPr lang="en-US" sz="1500" b="0" strike="noStrike" spc="-1">
                <a:solidFill>
                  <a:schemeClr val="dk1"/>
                </a:solidFill>
                <a:latin typeface="Arial"/>
              </a:rPr>
              <a:t>self-efficacy</a:t>
            </a:r>
            <a:endParaRPr lang="de-AT" sz="1500" b="0" strike="noStrike" spc="-1">
              <a:solidFill>
                <a:srgbClr val="000000"/>
              </a:solidFill>
              <a:latin typeface="Arial"/>
            </a:endParaRPr>
          </a:p>
          <a:p>
            <a:pPr marL="914400" lvl="1" indent="-324000">
              <a:lnSpc>
                <a:spcPct val="115000"/>
              </a:lnSpc>
              <a:buClr>
                <a:srgbClr val="000000"/>
              </a:buClr>
              <a:buFont typeface="OpenSymbol"/>
              <a:buAutoNum type="alphaLcParenR"/>
              <a:tabLst>
                <a:tab pos="0" algn="l"/>
              </a:tabLst>
            </a:pPr>
            <a:r>
              <a:rPr lang="en-US" sz="1500" b="0" strike="noStrike" spc="-1">
                <a:solidFill>
                  <a:schemeClr val="dk1"/>
                </a:solidFill>
                <a:latin typeface="Arial"/>
              </a:rPr>
              <a:t>mental effort</a:t>
            </a:r>
            <a:br>
              <a:rPr sz="1500"/>
            </a:br>
            <a:r>
              <a:rPr lang="en-US" sz="1500" b="0" strike="noStrike" spc="-1">
                <a:solidFill>
                  <a:schemeClr val="dk1"/>
                </a:solidFill>
                <a:latin typeface="Arial"/>
              </a:rPr>
              <a:t>important because “learning” is not one single thing</a:t>
            </a:r>
            <a:br>
              <a:rPr sz="1500"/>
            </a:br>
            <a:r>
              <a:rPr lang="en-US" sz="1500" b="0" strike="noStrike" spc="-1">
                <a:solidFill>
                  <a:schemeClr val="dk1"/>
                </a:solidFill>
                <a:latin typeface="Arial"/>
              </a:rPr>
              <a:t>tool could </a:t>
            </a:r>
            <a:r>
              <a:rPr lang="en-US" sz="1500" b="1" strike="noStrike" spc="-1">
                <a:solidFill>
                  <a:schemeClr val="dk1"/>
                </a:solidFill>
                <a:latin typeface="Arial"/>
              </a:rPr>
              <a:t>improve test performance but reduce independent thinking</a:t>
            </a:r>
            <a:br>
              <a:rPr sz="1500"/>
            </a:br>
            <a:r>
              <a:rPr lang="en-US" sz="1500" b="0" strike="noStrike" spc="-1">
                <a:solidFill>
                  <a:schemeClr val="dk1"/>
                </a:solidFill>
                <a:latin typeface="Arial"/>
              </a:rPr>
              <a:t>increase motivation but not improve actual performance</a:t>
            </a:r>
            <a:br>
              <a:rPr sz="1500"/>
            </a:br>
            <a:r>
              <a:rPr lang="en-US" sz="1500" b="0" strike="noStrike" spc="-1">
                <a:solidFill>
                  <a:schemeClr val="dk1"/>
                </a:solidFill>
                <a:latin typeface="Arial"/>
              </a:rPr>
              <a:t>the meta-analysis separates different outcome categories</a:t>
            </a:r>
            <a:br>
              <a:rPr sz="1500"/>
            </a:br>
            <a:r>
              <a:rPr lang="en-US" sz="1500" b="0" strike="noStrike" spc="-1">
                <a:solidFill>
                  <a:schemeClr val="dk1"/>
                </a:solidFill>
                <a:latin typeface="Arial"/>
              </a:rPr>
              <a:t> </a:t>
            </a:r>
            <a:endParaRPr lang="de-AT" sz="1500" b="0" strike="noStrike" spc="-1">
              <a:solidFill>
                <a:srgbClr val="000000"/>
              </a:solidFill>
              <a:latin typeface="Arial"/>
            </a:endParaRPr>
          </a:p>
          <a:p>
            <a:pPr marL="457200" indent="-324000">
              <a:lnSpc>
                <a:spcPct val="115000"/>
              </a:lnSpc>
              <a:buClr>
                <a:srgbClr val="000000"/>
              </a:buClr>
              <a:buFont typeface="Arial"/>
              <a:buAutoNum type="arabicParenR"/>
              <a:tabLst>
                <a:tab pos="0" algn="l"/>
              </a:tabLst>
            </a:pPr>
            <a:r>
              <a:rPr lang="en-US" sz="1500" b="0" strike="noStrike" spc="-1">
                <a:solidFill>
                  <a:schemeClr val="dk1"/>
                </a:solidFill>
                <a:latin typeface="Arial"/>
              </a:rPr>
              <a:t>methodological: The authors examine how robust the included experimental studies are. </a:t>
            </a:r>
            <a:endParaRPr lang="de-AT" sz="1500" b="0" strike="noStrike" spc="-1">
              <a:solidFill>
                <a:srgbClr val="000000"/>
              </a:solidFill>
              <a:latin typeface="Arial"/>
            </a:endParaRPr>
          </a:p>
          <a:p>
            <a:pPr marL="914400" lvl="1" indent="-324000">
              <a:lnSpc>
                <a:spcPct val="115000"/>
              </a:lnSpc>
              <a:buClr>
                <a:srgbClr val="000000"/>
              </a:buClr>
              <a:buFont typeface="OpenSymbol"/>
              <a:buAutoNum type="alphaLcParenR"/>
              <a:tabLst>
                <a:tab pos="0" algn="l"/>
              </a:tabLst>
            </a:pPr>
            <a:r>
              <a:rPr lang="en-US" sz="1500" b="0" strike="noStrike" spc="-1">
                <a:solidFill>
                  <a:schemeClr val="dk1"/>
                </a:solidFill>
                <a:latin typeface="Arial"/>
              </a:rPr>
              <a:t>They ask if studies justify their sample sizes</a:t>
            </a:r>
            <a:endParaRPr lang="de-AT" sz="1500" b="0" strike="noStrike" spc="-1">
              <a:solidFill>
                <a:srgbClr val="000000"/>
              </a:solidFill>
              <a:latin typeface="Arial"/>
            </a:endParaRPr>
          </a:p>
          <a:p>
            <a:pPr marL="914400" lvl="1" indent="-324000">
              <a:lnSpc>
                <a:spcPct val="115000"/>
              </a:lnSpc>
              <a:buClr>
                <a:srgbClr val="000000"/>
              </a:buClr>
              <a:buFont typeface="OpenSymbol"/>
              <a:buAutoNum type="alphaLcParenR"/>
              <a:tabLst>
                <a:tab pos="0" algn="l"/>
              </a:tabLst>
            </a:pPr>
            <a:r>
              <a:rPr lang="en-US" sz="1500" b="0" strike="noStrike" spc="-1">
                <a:solidFill>
                  <a:schemeClr val="dk1"/>
                </a:solidFill>
                <a:latin typeface="Arial"/>
              </a:rPr>
              <a:t>Have experimental and control groups similar baseline?</a:t>
            </a:r>
            <a:br>
              <a:rPr sz="1500"/>
            </a:br>
            <a:r>
              <a:rPr lang="en-US" sz="1500" b="0" strike="noStrike" spc="-1">
                <a:solidFill>
                  <a:schemeClr val="dk1"/>
                </a:solidFill>
                <a:latin typeface="Arial"/>
              </a:rPr>
              <a:t>These points matter because strong effects are less convincing if the study design is weak.</a:t>
            </a:r>
            <a:endParaRPr lang="de-AT" sz="1500" b="0" strike="noStrike" spc="-1">
              <a:solidFill>
                <a:srgbClr val="000000"/>
              </a:solidFill>
              <a:latin typeface="Arial"/>
            </a:endParaRPr>
          </a:p>
          <a:p>
            <a:pPr indent="0">
              <a:lnSpc>
                <a:spcPct val="115000"/>
              </a:lnSpc>
              <a:spcBef>
                <a:spcPts val="1199"/>
              </a:spcBef>
              <a:buNone/>
              <a:tabLst>
                <a:tab pos="0" algn="l"/>
              </a:tabLst>
            </a:pPr>
            <a:r>
              <a:rPr lang="en-US" sz="1500" b="0" strike="noStrike" spc="-1">
                <a:solidFill>
                  <a:schemeClr val="dk1"/>
                </a:solidFill>
                <a:latin typeface="Arial"/>
              </a:rPr>
              <a:t>For our presentation, this distinction is important. My part focuses on the general review and the main results. Christina will go deeper into PRISMA, quality assessment, and methodological limitations.</a:t>
            </a:r>
            <a:endParaRPr lang="de-AT" sz="1500" b="0" strike="noStrike" spc="-1">
              <a:solidFill>
                <a:srgbClr val="000000"/>
              </a:solidFill>
              <a:latin typeface="Arial"/>
            </a:endParaRPr>
          </a:p>
          <a:p>
            <a:pPr marL="216000" indent="-216000">
              <a:lnSpc>
                <a:spcPct val="100000"/>
              </a:lnSpc>
              <a:spcBef>
                <a:spcPts val="1199"/>
              </a:spcBef>
              <a:buNone/>
              <a:tabLst>
                <a:tab pos="0" algn="l"/>
              </a:tabLst>
            </a:pPr>
            <a:endParaRPr lang="de-AT" sz="1500" b="0" strike="noStrike" spc="-1">
              <a:solidFill>
                <a:srgbClr val="000000"/>
              </a:solidFill>
              <a:latin typeface="Arial"/>
            </a:endParaRPr>
          </a:p>
          <a:p>
            <a:pPr marL="216000" indent="-216000">
              <a:lnSpc>
                <a:spcPct val="100000"/>
              </a:lnSpc>
              <a:buNone/>
              <a:tabLst>
                <a:tab pos="0" algn="l"/>
              </a:tabLst>
            </a:pPr>
            <a:r>
              <a:rPr lang="en-US" sz="1500" b="0" strike="noStrike" spc="-1">
                <a:solidFill>
                  <a:schemeClr val="dk1"/>
                </a:solidFill>
                <a:latin typeface="Arial"/>
              </a:rPr>
              <a:t>Ziel dieser Folie: die Forschungsfragen zusammenfassen</a:t>
            </a:r>
            <a:endParaRPr lang="de-AT" sz="1500" b="0" strike="noStrike" spc="-1">
              <a:solidFill>
                <a:srgbClr val="000000"/>
              </a:solidFill>
              <a:latin typeface="Arial"/>
            </a:endParaRPr>
          </a:p>
          <a:p>
            <a:pPr marL="216000" indent="-216000">
              <a:lnSpc>
                <a:spcPct val="100000"/>
              </a:lnSpc>
              <a:buNone/>
              <a:tabLst>
                <a:tab pos="0" algn="l"/>
              </a:tabLst>
            </a:pPr>
            <a:r>
              <a:rPr lang="en-US" sz="1500" b="0" strike="noStrike" spc="-1">
                <a:solidFill>
                  <a:schemeClr val="dk1"/>
                </a:solidFill>
                <a:latin typeface="Arial"/>
              </a:rPr>
              <a:t>Sprechtext:</a:t>
            </a:r>
            <a:endParaRPr lang="de-AT" sz="1500" b="0" strike="noStrike" spc="-1">
              <a:solidFill>
                <a:srgbClr val="000000"/>
              </a:solidFill>
              <a:latin typeface="Arial"/>
            </a:endParaRPr>
          </a:p>
          <a:p>
            <a:pPr marL="216000" indent="0">
              <a:lnSpc>
                <a:spcPct val="100000"/>
              </a:lnSpc>
              <a:buNone/>
              <a:tabLst>
                <a:tab pos="0" algn="l"/>
              </a:tabLst>
            </a:pPr>
            <a:r>
              <a:rPr lang="en-US" sz="1500" b="0" strike="noStrike" spc="-1">
                <a:solidFill>
                  <a:schemeClr val="dk1"/>
                </a:solidFill>
                <a:latin typeface="Arial"/>
              </a:rPr>
              <a:t>Die Meta-Analyse fragt nicht nur: Wirkt ChatGPT? Die erste Frage ist deskriptiv: Wo wird ChatGPT überhaupt experimentell untersucht, also in welchen Bildungsstufen, Fächern, Settings, über welche Dauer und in welcher Nutzungsform. Die zweite Frage ist die eigentliche Effektfrage: Welche Lernoutcomes verändern sich? Und die dritte Frage ist methodisch: Wie gut sind diese experimentellen Studien abgesichert, etwa durch Stichprobengröße, Randomisierung oder Pretests. Das ist wichtig, weil positive Effekte nur dann überzeugend sind, wenn die Studienqualität mitgedacht wird.</a:t>
            </a:r>
            <a:endParaRPr lang="de-AT" sz="1500" b="0" strike="noStrike" spc="-1">
              <a:solidFill>
                <a:srgbClr val="000000"/>
              </a:solidFill>
              <a:latin typeface="Arial"/>
            </a:endParaRPr>
          </a:p>
          <a:p>
            <a:pPr indent="0">
              <a:lnSpc>
                <a:spcPct val="100000"/>
              </a:lnSpc>
              <a:buNone/>
              <a:tabLst>
                <a:tab pos="0" algn="l"/>
              </a:tabLst>
            </a:pPr>
            <a:endParaRPr lang="de-AT" sz="2000" b="0" strike="noStrike" spc="-1">
              <a:solidFill>
                <a:srgbClr val="000000"/>
              </a:solidFill>
              <a:latin typeface="Arial"/>
            </a:endParaRPr>
          </a:p>
        </p:txBody>
      </p:sp>
      <p:sp>
        <p:nvSpPr>
          <p:cNvPr id="218" name="PlaceHolder 2"/>
          <p:cNvSpPr>
            <a:spLocks noGrp="1" noRot="1" noChangeAspect="1"/>
          </p:cNvSpPr>
          <p:nvPr>
            <p:ph type="sldImg"/>
          </p:nvPr>
        </p:nvSpPr>
        <p:spPr>
          <a:xfrm>
            <a:off x="-360" y="812160"/>
            <a:ext cx="720" cy="720"/>
          </a:xfrm>
          <a:prstGeom prst="rect">
            <a:avLst/>
          </a:prstGeom>
          <a:ln w="0">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PlaceHolder 1"/>
          <p:cNvSpPr>
            <a:spLocks noGrp="1" noRot="1" noChangeAspect="1"/>
          </p:cNvSpPr>
          <p:nvPr>
            <p:ph type="sldImg"/>
          </p:nvPr>
        </p:nvSpPr>
        <p:spPr>
          <a:xfrm>
            <a:off x="685800" y="1143000"/>
            <a:ext cx="5486400" cy="3086100"/>
          </a:xfrm>
          <a:prstGeom prst="rect">
            <a:avLst/>
          </a:prstGeom>
          <a:ln w="0">
            <a:noFill/>
          </a:ln>
        </p:spPr>
      </p:sp>
      <p:sp>
        <p:nvSpPr>
          <p:cNvPr id="2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de-AT" sz="2000" b="0" strike="noStrike" spc="-1" dirty="0" err="1">
                <a:solidFill>
                  <a:srgbClr val="000000"/>
                </a:solidFill>
                <a:latin typeface="Arial"/>
              </a:rPr>
              <a:t>Before</a:t>
            </a:r>
            <a:r>
              <a:rPr lang="de-AT" sz="2000" b="0" strike="noStrike" spc="-1" dirty="0">
                <a:solidFill>
                  <a:srgbClr val="000000"/>
                </a:solidFill>
                <a:latin typeface="Arial"/>
              </a:rPr>
              <a:t> </a:t>
            </a:r>
            <a:r>
              <a:rPr lang="de-AT" sz="2000" b="0" strike="noStrike" spc="-1" dirty="0" err="1">
                <a:solidFill>
                  <a:srgbClr val="000000"/>
                </a:solidFill>
                <a:latin typeface="Arial"/>
              </a:rPr>
              <a:t>evaluating</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results</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meta-analysis, </a:t>
            </a:r>
            <a:r>
              <a:rPr lang="de-AT" sz="2000" b="0" strike="noStrike" spc="-1" dirty="0" err="1">
                <a:solidFill>
                  <a:srgbClr val="000000"/>
                </a:solidFill>
                <a:latin typeface="Arial"/>
              </a:rPr>
              <a:t>it</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important</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understand</a:t>
            </a:r>
            <a:r>
              <a:rPr lang="de-AT" sz="2000" b="0" strike="noStrike" spc="-1" dirty="0">
                <a:solidFill>
                  <a:srgbClr val="000000"/>
                </a:solidFill>
                <a:latin typeface="Arial"/>
              </a:rPr>
              <a:t> </a:t>
            </a:r>
            <a:r>
              <a:rPr lang="de-AT" sz="2000" b="0" strike="noStrike" spc="-1" dirty="0" err="1">
                <a:solidFill>
                  <a:srgbClr val="000000"/>
                </a:solidFill>
                <a:latin typeface="Arial"/>
              </a:rPr>
              <a:t>how</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were</a:t>
            </a:r>
            <a:r>
              <a:rPr lang="de-AT" sz="2000" b="0" strike="noStrike" spc="-1" dirty="0">
                <a:solidFill>
                  <a:srgbClr val="000000"/>
                </a:solidFill>
                <a:latin typeface="Arial"/>
              </a:rPr>
              <a:t> </a:t>
            </a:r>
            <a:r>
              <a:rPr lang="de-AT" sz="2000" b="0" strike="noStrike" spc="-1" dirty="0" err="1">
                <a:solidFill>
                  <a:srgbClr val="000000"/>
                </a:solidFill>
                <a:latin typeface="Arial"/>
              </a:rPr>
              <a:t>selected</a:t>
            </a:r>
            <a:r>
              <a:rPr lang="de-AT" sz="2000" b="0" strike="noStrike" spc="-1" dirty="0">
                <a:solidFill>
                  <a:srgbClr val="000000"/>
                </a:solidFill>
                <a:latin typeface="Arial"/>
              </a:rPr>
              <a:t>. The </a:t>
            </a:r>
            <a:r>
              <a:rPr lang="de-AT" sz="2000" b="0" strike="noStrike" spc="-1" dirty="0" err="1">
                <a:solidFill>
                  <a:srgbClr val="000000"/>
                </a:solidFill>
                <a:latin typeface="Arial"/>
              </a:rPr>
              <a:t>quality</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 meta-analysis </a:t>
            </a:r>
            <a:r>
              <a:rPr lang="de-AT" sz="2000" b="0" strike="noStrike" spc="-1" dirty="0" err="1">
                <a:solidFill>
                  <a:srgbClr val="000000"/>
                </a:solidFill>
                <a:latin typeface="Arial"/>
              </a:rPr>
              <a:t>depends</a:t>
            </a:r>
            <a:r>
              <a:rPr lang="de-AT" sz="2000" b="0" strike="noStrike" spc="-1" dirty="0">
                <a:solidFill>
                  <a:srgbClr val="000000"/>
                </a:solidFill>
                <a:latin typeface="Arial"/>
              </a:rPr>
              <a:t> </a:t>
            </a:r>
            <a:r>
              <a:rPr lang="de-AT" sz="2000" b="0" strike="noStrike" spc="-1" dirty="0" err="1">
                <a:solidFill>
                  <a:srgbClr val="000000"/>
                </a:solidFill>
                <a:latin typeface="Arial"/>
              </a:rPr>
              <a:t>heavily</a:t>
            </a:r>
            <a:r>
              <a:rPr lang="de-AT" sz="2000" b="0" strike="noStrike" spc="-1" dirty="0">
                <a:solidFill>
                  <a:srgbClr val="000000"/>
                </a:solidFill>
                <a:latin typeface="Arial"/>
              </a:rPr>
              <a:t> on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quality</a:t>
            </a:r>
            <a:r>
              <a:rPr lang="de-AT" sz="2000" b="0" strike="noStrike" spc="-1" dirty="0">
                <a:solidFill>
                  <a:srgbClr val="000000"/>
                </a:solidFill>
                <a:latin typeface="Arial"/>
              </a:rPr>
              <a:t> and </a:t>
            </a:r>
            <a:r>
              <a:rPr lang="de-AT" sz="2000" b="0" strike="noStrike" spc="-1" dirty="0" err="1">
                <a:solidFill>
                  <a:srgbClr val="000000"/>
                </a:solidFill>
                <a:latin typeface="Arial"/>
              </a:rPr>
              <a:t>relevance</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that</a:t>
            </a:r>
            <a:r>
              <a:rPr lang="de-AT" sz="2000" b="0" strike="noStrike" spc="-1" dirty="0">
                <a:solidFill>
                  <a:srgbClr val="000000"/>
                </a:solidFill>
                <a:latin typeface="Arial"/>
              </a:rPr>
              <a:t> </a:t>
            </a:r>
            <a:r>
              <a:rPr lang="de-AT" sz="2000" b="0" strike="noStrike" spc="-1" dirty="0" err="1">
                <a:solidFill>
                  <a:srgbClr val="000000"/>
                </a:solidFill>
                <a:latin typeface="Arial"/>
              </a:rPr>
              <a:t>are</a:t>
            </a:r>
            <a:r>
              <a:rPr lang="de-AT" sz="2000" b="0" strike="noStrike" spc="-1" dirty="0">
                <a:solidFill>
                  <a:srgbClr val="000000"/>
                </a:solidFill>
                <a:latin typeface="Arial"/>
              </a:rPr>
              <a:t> </a:t>
            </a:r>
            <a:r>
              <a:rPr lang="de-AT" sz="2000" b="0" strike="noStrike" spc="-1" dirty="0" err="1">
                <a:solidFill>
                  <a:srgbClr val="000000"/>
                </a:solidFill>
                <a:latin typeface="Arial"/>
              </a:rPr>
              <a:t>included</a:t>
            </a:r>
            <a:r>
              <a:rPr lang="de-AT" sz="2000" b="0" strike="noStrike" spc="-1" dirty="0">
                <a:solidFill>
                  <a:srgbClr val="000000"/>
                </a:solidFill>
                <a:latin typeface="Arial"/>
              </a:rPr>
              <a:t>. This </a:t>
            </a:r>
            <a:r>
              <a:rPr lang="de-AT" sz="2000" b="0" strike="noStrike" spc="-1" dirty="0" err="1">
                <a:solidFill>
                  <a:srgbClr val="000000"/>
                </a:solidFill>
                <a:latin typeface="Arial"/>
              </a:rPr>
              <a:t>idea</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often</a:t>
            </a:r>
            <a:r>
              <a:rPr lang="de-AT" sz="2000" b="0" strike="noStrike" spc="-1" dirty="0">
                <a:solidFill>
                  <a:srgbClr val="000000"/>
                </a:solidFill>
                <a:latin typeface="Arial"/>
              </a:rPr>
              <a:t> </a:t>
            </a:r>
            <a:r>
              <a:rPr lang="de-AT" sz="2000" b="0" strike="noStrike" spc="-1" dirty="0" err="1">
                <a:solidFill>
                  <a:srgbClr val="000000"/>
                </a:solidFill>
                <a:latin typeface="Arial"/>
              </a:rPr>
              <a:t>summarized</a:t>
            </a:r>
            <a:r>
              <a:rPr lang="de-AT" sz="2000" b="0" strike="noStrike" spc="-1" dirty="0">
                <a:solidFill>
                  <a:srgbClr val="000000"/>
                </a:solidFill>
                <a:latin typeface="Arial"/>
              </a:rPr>
              <a:t> </a:t>
            </a:r>
            <a:r>
              <a:rPr lang="de-AT" sz="2000" b="0" strike="noStrike" spc="-1" dirty="0" err="1">
                <a:solidFill>
                  <a:srgbClr val="000000"/>
                </a:solidFill>
                <a:latin typeface="Arial"/>
              </a:rPr>
              <a:t>by</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phrase</a:t>
            </a:r>
            <a:r>
              <a:rPr lang="de-AT" sz="2000" b="0" strike="noStrike" spc="-1" dirty="0">
                <a:solidFill>
                  <a:srgbClr val="000000"/>
                </a:solidFill>
                <a:latin typeface="Arial"/>
              </a:rPr>
              <a:t> “</a:t>
            </a:r>
            <a:r>
              <a:rPr lang="de-AT" sz="2000" b="0" strike="noStrike" spc="-1" dirty="0" err="1">
                <a:solidFill>
                  <a:srgbClr val="000000"/>
                </a:solidFill>
                <a:latin typeface="Arial"/>
              </a:rPr>
              <a:t>garbage</a:t>
            </a:r>
            <a:r>
              <a:rPr lang="de-AT" sz="2000" b="0" strike="noStrike" spc="-1" dirty="0">
                <a:solidFill>
                  <a:srgbClr val="000000"/>
                </a:solidFill>
                <a:latin typeface="Arial"/>
              </a:rPr>
              <a:t> in, </a:t>
            </a:r>
            <a:r>
              <a:rPr lang="de-AT" sz="2000" b="0" strike="noStrike" spc="-1" dirty="0" err="1">
                <a:solidFill>
                  <a:srgbClr val="000000"/>
                </a:solidFill>
                <a:latin typeface="Arial"/>
              </a:rPr>
              <a:t>garbage</a:t>
            </a:r>
            <a:r>
              <a:rPr lang="de-AT" sz="2000" b="0" strike="noStrike" spc="-1" dirty="0">
                <a:solidFill>
                  <a:srgbClr val="000000"/>
                </a:solidFill>
                <a:latin typeface="Arial"/>
              </a:rPr>
              <a:t> out“.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As </a:t>
            </a:r>
            <a:r>
              <a:rPr lang="de-AT" sz="2000" b="0" strike="noStrike" spc="-1" dirty="0" err="1">
                <a:solidFill>
                  <a:srgbClr val="000000"/>
                </a:solidFill>
                <a:latin typeface="Arial"/>
              </a:rPr>
              <a:t>you</a:t>
            </a:r>
            <a:r>
              <a:rPr lang="de-AT" sz="2000" b="0" strike="noStrike" spc="-1" dirty="0">
                <a:solidFill>
                  <a:srgbClr val="000000"/>
                </a:solidFill>
                <a:latin typeface="Arial"/>
              </a:rPr>
              <a:t> </a:t>
            </a:r>
            <a:r>
              <a:rPr lang="de-AT" sz="2000" b="0" strike="noStrike" spc="-1" dirty="0" err="1">
                <a:solidFill>
                  <a:srgbClr val="000000"/>
                </a:solidFill>
                <a:latin typeface="Arial"/>
              </a:rPr>
              <a:t>can</a:t>
            </a:r>
            <a:r>
              <a:rPr lang="de-AT" sz="2000" b="0" strike="noStrike" spc="-1" dirty="0">
                <a:solidFill>
                  <a:srgbClr val="000000"/>
                </a:solidFill>
                <a:latin typeface="Arial"/>
              </a:rPr>
              <a:t> </a:t>
            </a:r>
            <a:r>
              <a:rPr lang="de-AT" sz="2000" b="0" strike="noStrike" spc="-1" dirty="0" err="1">
                <a:solidFill>
                  <a:srgbClr val="000000"/>
                </a:solidFill>
                <a:latin typeface="Arial"/>
              </a:rPr>
              <a:t>see</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ensure</a:t>
            </a:r>
            <a:r>
              <a:rPr lang="de-AT" sz="2000" b="0" strike="noStrike" spc="-1" dirty="0">
                <a:solidFill>
                  <a:srgbClr val="000000"/>
                </a:solidFill>
                <a:latin typeface="Arial"/>
              </a:rPr>
              <a:t> a transparent and </a:t>
            </a:r>
            <a:r>
              <a:rPr lang="de-AT" sz="2000" b="0" strike="noStrike" spc="-1" dirty="0" err="1">
                <a:solidFill>
                  <a:srgbClr val="000000"/>
                </a:solidFill>
                <a:latin typeface="Arial"/>
              </a:rPr>
              <a:t>systematic</a:t>
            </a:r>
            <a:r>
              <a:rPr lang="de-AT" sz="2000" b="0" strike="noStrike" spc="-1" dirty="0">
                <a:solidFill>
                  <a:srgbClr val="000000"/>
                </a:solidFill>
                <a:latin typeface="Arial"/>
              </a:rPr>
              <a:t> </a:t>
            </a:r>
            <a:r>
              <a:rPr lang="de-AT" sz="2000" b="0" strike="noStrike" spc="-1" dirty="0" err="1">
                <a:solidFill>
                  <a:srgbClr val="000000"/>
                </a:solidFill>
                <a:latin typeface="Arial"/>
              </a:rPr>
              <a:t>selection</a:t>
            </a:r>
            <a:r>
              <a:rPr lang="de-AT" sz="2000" b="0" strike="noStrike" spc="-1" dirty="0">
                <a:solidFill>
                  <a:srgbClr val="000000"/>
                </a:solidFill>
                <a:latin typeface="Arial"/>
              </a:rPr>
              <a:t> </a:t>
            </a:r>
            <a:r>
              <a:rPr lang="de-AT" sz="2000" b="0" strike="noStrike" spc="-1" dirty="0" err="1">
                <a:solidFill>
                  <a:srgbClr val="000000"/>
                </a:solidFill>
                <a:latin typeface="Arial"/>
              </a:rPr>
              <a:t>process</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authors</a:t>
            </a:r>
            <a:r>
              <a:rPr lang="de-AT" sz="2000" b="0" strike="noStrike" spc="-1" dirty="0">
                <a:solidFill>
                  <a:srgbClr val="000000"/>
                </a:solidFill>
                <a:latin typeface="Arial"/>
              </a:rPr>
              <a:t> </a:t>
            </a:r>
            <a:r>
              <a:rPr lang="de-AT" sz="2000" b="0" strike="noStrike" spc="-1" dirty="0" err="1">
                <a:solidFill>
                  <a:srgbClr val="000000"/>
                </a:solidFill>
                <a:latin typeface="Arial"/>
              </a:rPr>
              <a:t>followed</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PRISMA </a:t>
            </a:r>
            <a:r>
              <a:rPr lang="de-AT" sz="2000" b="0" strike="noStrike" spc="-1" dirty="0" err="1">
                <a:solidFill>
                  <a:srgbClr val="000000"/>
                </a:solidFill>
                <a:latin typeface="Arial"/>
              </a:rPr>
              <a:t>framework</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The </a:t>
            </a:r>
            <a:r>
              <a:rPr lang="de-AT" sz="2000" b="0" strike="noStrike" spc="-1" dirty="0" err="1">
                <a:solidFill>
                  <a:srgbClr val="000000"/>
                </a:solidFill>
                <a:latin typeface="Arial"/>
              </a:rPr>
              <a:t>literature</a:t>
            </a:r>
            <a:r>
              <a:rPr lang="de-AT" sz="2000" b="0" strike="noStrike" spc="-1" dirty="0">
                <a:solidFill>
                  <a:srgbClr val="000000"/>
                </a:solidFill>
                <a:latin typeface="Arial"/>
              </a:rPr>
              <a:t> </a:t>
            </a:r>
            <a:r>
              <a:rPr lang="de-AT" sz="2000" b="0" strike="noStrike" spc="-1" dirty="0" err="1">
                <a:solidFill>
                  <a:srgbClr val="000000"/>
                </a:solidFill>
                <a:latin typeface="Arial"/>
              </a:rPr>
              <a:t>search</a:t>
            </a:r>
            <a:r>
              <a:rPr lang="de-AT" sz="2000" b="0" strike="noStrike" spc="-1" dirty="0">
                <a:solidFill>
                  <a:srgbClr val="000000"/>
                </a:solidFill>
                <a:latin typeface="Arial"/>
              </a:rPr>
              <a:t> was </a:t>
            </a:r>
            <a:r>
              <a:rPr lang="de-AT" sz="2000" b="0" strike="noStrike" spc="-1" dirty="0" err="1">
                <a:solidFill>
                  <a:srgbClr val="000000"/>
                </a:solidFill>
                <a:latin typeface="Arial"/>
              </a:rPr>
              <a:t>conducted</a:t>
            </a:r>
            <a:r>
              <a:rPr lang="de-AT" sz="2000" b="0" strike="noStrike" spc="-1" dirty="0">
                <a:solidFill>
                  <a:srgbClr val="000000"/>
                </a:solidFill>
                <a:latin typeface="Arial"/>
              </a:rPr>
              <a:t> </a:t>
            </a:r>
            <a:r>
              <a:rPr lang="de-AT" sz="2000" b="0" strike="noStrike" spc="-1" dirty="0" err="1">
                <a:solidFill>
                  <a:srgbClr val="000000"/>
                </a:solidFill>
                <a:latin typeface="Arial"/>
              </a:rPr>
              <a:t>across</a:t>
            </a:r>
            <a:r>
              <a:rPr lang="de-AT" sz="2000" b="0" strike="noStrike" spc="-1" dirty="0">
                <a:solidFill>
                  <a:srgbClr val="000000"/>
                </a:solidFill>
                <a:latin typeface="Arial"/>
              </a:rPr>
              <a:t> </a:t>
            </a:r>
            <a:r>
              <a:rPr lang="de-AT" sz="2000" b="0" strike="noStrike" spc="-1" dirty="0" err="1">
                <a:solidFill>
                  <a:srgbClr val="000000"/>
                </a:solidFill>
                <a:latin typeface="Arial"/>
              </a:rPr>
              <a:t>five</a:t>
            </a:r>
            <a:r>
              <a:rPr lang="de-AT" sz="2000" b="0" strike="noStrike" spc="-1" dirty="0">
                <a:solidFill>
                  <a:srgbClr val="000000"/>
                </a:solidFill>
                <a:latin typeface="Arial"/>
              </a:rPr>
              <a:t> </a:t>
            </a:r>
            <a:r>
              <a:rPr lang="de-AT" sz="2000" b="0" strike="noStrike" spc="-1" dirty="0" err="1">
                <a:solidFill>
                  <a:srgbClr val="000000"/>
                </a:solidFill>
                <a:latin typeface="Arial"/>
              </a:rPr>
              <a:t>major</a:t>
            </a:r>
            <a:r>
              <a:rPr lang="de-AT" sz="2000" b="0" strike="noStrike" spc="-1" dirty="0">
                <a:solidFill>
                  <a:srgbClr val="000000"/>
                </a:solidFill>
                <a:latin typeface="Arial"/>
              </a:rPr>
              <a:t> </a:t>
            </a:r>
            <a:r>
              <a:rPr lang="de-AT" sz="2000" b="0" strike="noStrike" spc="-1" dirty="0" err="1">
                <a:solidFill>
                  <a:srgbClr val="000000"/>
                </a:solidFill>
                <a:latin typeface="Arial"/>
              </a:rPr>
              <a:t>scientific</a:t>
            </a:r>
            <a:r>
              <a:rPr lang="de-AT" sz="2000" b="0" strike="noStrike" spc="-1" dirty="0">
                <a:solidFill>
                  <a:srgbClr val="000000"/>
                </a:solidFill>
                <a:latin typeface="Arial"/>
              </a:rPr>
              <a:t> </a:t>
            </a:r>
            <a:r>
              <a:rPr lang="de-AT" sz="2000" b="0" strike="noStrike" spc="-1" dirty="0" err="1">
                <a:solidFill>
                  <a:srgbClr val="000000"/>
                </a:solidFill>
                <a:latin typeface="Arial"/>
              </a:rPr>
              <a:t>databases</a:t>
            </a:r>
            <a:r>
              <a:rPr lang="de-AT" sz="2000" b="0" strike="noStrike" spc="-1" dirty="0">
                <a:solidFill>
                  <a:srgbClr val="000000"/>
                </a:solidFill>
                <a:latin typeface="Arial"/>
              </a:rPr>
              <a:t>: Web </a:t>
            </a:r>
            <a:r>
              <a:rPr lang="de-AT" sz="2000" b="0" strike="noStrike" spc="-1" dirty="0" err="1">
                <a:solidFill>
                  <a:srgbClr val="000000"/>
                </a:solidFill>
                <a:latin typeface="Arial"/>
              </a:rPr>
              <a:t>of</a:t>
            </a:r>
            <a:r>
              <a:rPr lang="de-AT" sz="2000" b="0" strike="noStrike" spc="-1" dirty="0">
                <a:solidFill>
                  <a:srgbClr val="000000"/>
                </a:solidFill>
                <a:latin typeface="Arial"/>
              </a:rPr>
              <a:t> Science, </a:t>
            </a:r>
            <a:r>
              <a:rPr lang="de-AT" sz="2000" b="0" strike="noStrike" spc="-1" dirty="0" err="1">
                <a:solidFill>
                  <a:srgbClr val="000000"/>
                </a:solidFill>
                <a:latin typeface="Arial"/>
              </a:rPr>
              <a:t>EBSCOhost</a:t>
            </a:r>
            <a:r>
              <a:rPr lang="de-AT" sz="2000" b="0" strike="noStrike" spc="-1" dirty="0">
                <a:solidFill>
                  <a:srgbClr val="000000"/>
                </a:solidFill>
                <a:latin typeface="Arial"/>
              </a:rPr>
              <a:t>, Scopus, </a:t>
            </a:r>
            <a:r>
              <a:rPr lang="de-AT" sz="2000" b="0" strike="noStrike" spc="-1" dirty="0" err="1">
                <a:solidFill>
                  <a:srgbClr val="000000"/>
                </a:solidFill>
                <a:latin typeface="Arial"/>
              </a:rPr>
              <a:t>PsycINFO</a:t>
            </a:r>
            <a:r>
              <a:rPr lang="de-AT" sz="2000" b="0" strike="noStrike" spc="-1" dirty="0">
                <a:solidFill>
                  <a:srgbClr val="000000"/>
                </a:solidFill>
                <a:latin typeface="Arial"/>
              </a:rPr>
              <a:t>, and IEEE </a:t>
            </a:r>
            <a:r>
              <a:rPr lang="de-AT" sz="2000" b="0" strike="noStrike" spc="-1" dirty="0" err="1">
                <a:solidFill>
                  <a:srgbClr val="000000"/>
                </a:solidFill>
                <a:latin typeface="Arial"/>
              </a:rPr>
              <a:t>Xplore</a:t>
            </a:r>
            <a:r>
              <a:rPr lang="de-AT" sz="2000" b="0" strike="noStrike" spc="-1" dirty="0">
                <a:solidFill>
                  <a:srgbClr val="000000"/>
                </a:solidFill>
                <a:latin typeface="Arial"/>
              </a:rPr>
              <a:t>. </a:t>
            </a:r>
            <a:r>
              <a:rPr lang="de-AT" sz="2000" b="0" strike="noStrike" spc="-1" dirty="0" err="1">
                <a:solidFill>
                  <a:srgbClr val="000000"/>
                </a:solidFill>
                <a:latin typeface="Arial"/>
              </a:rPr>
              <a:t>Using</a:t>
            </a:r>
            <a:r>
              <a:rPr lang="de-AT" sz="2000" b="0" strike="noStrike" spc="-1" dirty="0">
                <a:solidFill>
                  <a:srgbClr val="000000"/>
                </a:solidFill>
                <a:latin typeface="Arial"/>
              </a:rPr>
              <a:t> </a:t>
            </a:r>
            <a:r>
              <a:rPr lang="de-AT" sz="2000" b="0" strike="noStrike" spc="-1" dirty="0" err="1">
                <a:solidFill>
                  <a:srgbClr val="000000"/>
                </a:solidFill>
                <a:latin typeface="Arial"/>
              </a:rPr>
              <a:t>search</a:t>
            </a:r>
            <a:r>
              <a:rPr lang="de-AT" sz="2000" b="0" strike="noStrike" spc="-1" dirty="0">
                <a:solidFill>
                  <a:srgbClr val="000000"/>
                </a:solidFill>
                <a:latin typeface="Arial"/>
              </a:rPr>
              <a:t> </a:t>
            </a:r>
            <a:r>
              <a:rPr lang="de-AT" sz="2000" b="0" strike="noStrike" spc="-1" dirty="0" err="1">
                <a:solidFill>
                  <a:srgbClr val="000000"/>
                </a:solidFill>
                <a:latin typeface="Arial"/>
              </a:rPr>
              <a:t>terms</a:t>
            </a:r>
            <a:r>
              <a:rPr lang="de-AT" sz="2000" b="0" strike="noStrike" spc="-1" dirty="0">
                <a:solidFill>
                  <a:srgbClr val="000000"/>
                </a:solidFill>
                <a:latin typeface="Arial"/>
              </a:rPr>
              <a:t> </a:t>
            </a:r>
            <a:r>
              <a:rPr lang="de-AT" sz="2000" b="0" strike="noStrike" spc="-1" dirty="0" err="1">
                <a:solidFill>
                  <a:srgbClr val="000000"/>
                </a:solidFill>
                <a:latin typeface="Arial"/>
              </a:rPr>
              <a:t>related</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ChatGPT and </a:t>
            </a:r>
            <a:r>
              <a:rPr lang="de-AT" sz="2000" b="0" strike="noStrike" spc="-1" dirty="0" err="1">
                <a:solidFill>
                  <a:srgbClr val="000000"/>
                </a:solidFill>
                <a:latin typeface="Arial"/>
              </a:rPr>
              <a:t>education</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authors</a:t>
            </a:r>
            <a:r>
              <a:rPr lang="de-AT" sz="2000" b="0" strike="noStrike" spc="-1" dirty="0">
                <a:solidFill>
                  <a:srgbClr val="000000"/>
                </a:solidFill>
                <a:latin typeface="Arial"/>
              </a:rPr>
              <a:t> </a:t>
            </a:r>
            <a:r>
              <a:rPr lang="de-AT" sz="2000" b="0" strike="noStrike" spc="-1" dirty="0" err="1">
                <a:solidFill>
                  <a:srgbClr val="000000"/>
                </a:solidFill>
                <a:latin typeface="Arial"/>
              </a:rPr>
              <a:t>initially</a:t>
            </a:r>
            <a:r>
              <a:rPr lang="de-AT" sz="2000" b="0" strike="noStrike" spc="-1" dirty="0">
                <a:solidFill>
                  <a:srgbClr val="000000"/>
                </a:solidFill>
                <a:latin typeface="Arial"/>
              </a:rPr>
              <a:t> </a:t>
            </a:r>
            <a:r>
              <a:rPr lang="de-AT" sz="2000" b="0" strike="noStrike" spc="-1" dirty="0" err="1">
                <a:solidFill>
                  <a:srgbClr val="000000"/>
                </a:solidFill>
                <a:latin typeface="Arial"/>
              </a:rPr>
              <a:t>identified</a:t>
            </a:r>
            <a:r>
              <a:rPr lang="de-AT" sz="2000" b="0" strike="noStrike" spc="-1" dirty="0">
                <a:solidFill>
                  <a:srgbClr val="000000"/>
                </a:solidFill>
                <a:latin typeface="Arial"/>
              </a:rPr>
              <a:t> 1,683 </a:t>
            </a:r>
            <a:r>
              <a:rPr lang="de-AT" sz="2000" b="0" strike="noStrike" spc="-1" dirty="0" err="1">
                <a:solidFill>
                  <a:srgbClr val="000000"/>
                </a:solidFill>
                <a:latin typeface="Arial"/>
              </a:rPr>
              <a:t>records</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After </a:t>
            </a:r>
            <a:r>
              <a:rPr lang="de-AT" sz="2000" b="0" strike="noStrike" spc="-1" dirty="0" err="1">
                <a:solidFill>
                  <a:srgbClr val="000000"/>
                </a:solidFill>
                <a:latin typeface="Arial"/>
              </a:rPr>
              <a:t>removing</a:t>
            </a:r>
            <a:r>
              <a:rPr lang="de-AT" sz="2000" b="0" strike="noStrike" spc="-1" dirty="0">
                <a:solidFill>
                  <a:srgbClr val="000000"/>
                </a:solidFill>
                <a:latin typeface="Arial"/>
              </a:rPr>
              <a:t> 656 </a:t>
            </a:r>
            <a:r>
              <a:rPr lang="de-AT" sz="2000" b="0" strike="noStrike" spc="-1" dirty="0" err="1">
                <a:solidFill>
                  <a:srgbClr val="000000"/>
                </a:solidFill>
                <a:latin typeface="Arial"/>
              </a:rPr>
              <a:t>duplicate</a:t>
            </a:r>
            <a:r>
              <a:rPr lang="de-AT" sz="2000" b="0" strike="noStrike" spc="-1" dirty="0">
                <a:solidFill>
                  <a:srgbClr val="000000"/>
                </a:solidFill>
                <a:latin typeface="Arial"/>
              </a:rPr>
              <a:t> </a:t>
            </a:r>
            <a:r>
              <a:rPr lang="de-AT" sz="2000" b="0" strike="noStrike" spc="-1" dirty="0" err="1">
                <a:solidFill>
                  <a:srgbClr val="000000"/>
                </a:solidFill>
                <a:latin typeface="Arial"/>
              </a:rPr>
              <a:t>records</a:t>
            </a:r>
            <a:r>
              <a:rPr lang="de-AT" sz="2000" b="0" strike="noStrike" spc="-1" dirty="0">
                <a:solidFill>
                  <a:srgbClr val="000000"/>
                </a:solidFill>
                <a:latin typeface="Arial"/>
              </a:rPr>
              <a:t>, 1,027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remained</a:t>
            </a:r>
            <a:r>
              <a:rPr lang="de-AT" sz="2000" b="0" strike="noStrike" spc="-1" dirty="0">
                <a:solidFill>
                  <a:srgbClr val="000000"/>
                </a:solidFill>
                <a:latin typeface="Arial"/>
              </a:rPr>
              <a:t> </a:t>
            </a:r>
            <a:r>
              <a:rPr lang="de-AT" sz="2000" b="0" strike="noStrike" spc="-1" dirty="0" err="1">
                <a:solidFill>
                  <a:srgbClr val="000000"/>
                </a:solidFill>
                <a:latin typeface="Arial"/>
              </a:rPr>
              <a:t>for</a:t>
            </a:r>
            <a:r>
              <a:rPr lang="de-AT" sz="2000" b="0" strike="noStrike" spc="-1" dirty="0">
                <a:solidFill>
                  <a:srgbClr val="000000"/>
                </a:solidFill>
                <a:latin typeface="Arial"/>
              </a:rPr>
              <a:t> </a:t>
            </a:r>
            <a:r>
              <a:rPr lang="de-AT" sz="2000" b="0" strike="noStrike" spc="-1" dirty="0" err="1">
                <a:solidFill>
                  <a:srgbClr val="000000"/>
                </a:solidFill>
                <a:latin typeface="Arial"/>
              </a:rPr>
              <a:t>screening</a:t>
            </a:r>
            <a:r>
              <a:rPr lang="de-AT" sz="2000" b="0" strike="noStrike" spc="-1" dirty="0">
                <a:solidFill>
                  <a:srgbClr val="000000"/>
                </a:solidFill>
                <a:latin typeface="Arial"/>
              </a:rPr>
              <a:t>. As a </a:t>
            </a:r>
            <a:r>
              <a:rPr lang="de-AT" sz="2000" b="0" strike="noStrike" spc="-1" dirty="0" err="1">
                <a:solidFill>
                  <a:srgbClr val="000000"/>
                </a:solidFill>
                <a:latin typeface="Arial"/>
              </a:rPr>
              <a:t>result</a:t>
            </a:r>
            <a:r>
              <a:rPr lang="de-AT" sz="2000" b="0" strike="noStrike" spc="-1" dirty="0">
                <a:solidFill>
                  <a:srgbClr val="000000"/>
                </a:solidFill>
                <a:latin typeface="Arial"/>
              </a:rPr>
              <a:t>, 899 </a:t>
            </a:r>
            <a:r>
              <a:rPr lang="de-AT" sz="2000" b="0" strike="noStrike" spc="-1" dirty="0" err="1">
                <a:solidFill>
                  <a:srgbClr val="000000"/>
                </a:solidFill>
                <a:latin typeface="Arial"/>
              </a:rPr>
              <a:t>records</a:t>
            </a:r>
            <a:r>
              <a:rPr lang="de-AT" sz="2000" b="0" strike="noStrike" spc="-1" dirty="0">
                <a:solidFill>
                  <a:srgbClr val="000000"/>
                </a:solidFill>
                <a:latin typeface="Arial"/>
              </a:rPr>
              <a:t> </a:t>
            </a:r>
            <a:r>
              <a:rPr lang="de-AT" sz="2000" b="0" strike="noStrike" spc="-1" dirty="0" err="1">
                <a:solidFill>
                  <a:srgbClr val="000000"/>
                </a:solidFill>
                <a:latin typeface="Arial"/>
              </a:rPr>
              <a:t>were</a:t>
            </a:r>
            <a:r>
              <a:rPr lang="de-AT" sz="2000" b="0" strike="noStrike" spc="-1" dirty="0">
                <a:solidFill>
                  <a:srgbClr val="000000"/>
                </a:solidFill>
                <a:latin typeface="Arial"/>
              </a:rPr>
              <a:t> </a:t>
            </a:r>
            <a:r>
              <a:rPr lang="de-AT" sz="2000" b="0" strike="noStrike" spc="-1" dirty="0" err="1">
                <a:solidFill>
                  <a:srgbClr val="000000"/>
                </a:solidFill>
                <a:latin typeface="Arial"/>
              </a:rPr>
              <a:t>removed</a:t>
            </a:r>
            <a:r>
              <a:rPr lang="de-AT" sz="2000" b="0" strike="noStrike" spc="-1" dirty="0">
                <a:solidFill>
                  <a:srgbClr val="000000"/>
                </a:solidFill>
                <a:latin typeface="Arial"/>
              </a:rPr>
              <a:t> </a:t>
            </a:r>
            <a:r>
              <a:rPr lang="de-AT" sz="2000" b="0" strike="noStrike" spc="-1" dirty="0" err="1">
                <a:solidFill>
                  <a:srgbClr val="000000"/>
                </a:solidFill>
                <a:latin typeface="Arial"/>
              </a:rPr>
              <a:t>during</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initial </a:t>
            </a:r>
            <a:r>
              <a:rPr lang="de-AT" sz="2000" b="0" strike="noStrike" spc="-1" dirty="0" err="1">
                <a:solidFill>
                  <a:srgbClr val="000000"/>
                </a:solidFill>
                <a:latin typeface="Arial"/>
              </a:rPr>
              <a:t>screening</a:t>
            </a:r>
            <a:r>
              <a:rPr lang="de-AT" sz="2000" b="0" strike="noStrike" spc="-1" dirty="0">
                <a:solidFill>
                  <a:srgbClr val="000000"/>
                </a:solidFill>
                <a:latin typeface="Arial"/>
              </a:rPr>
              <a:t> </a:t>
            </a:r>
            <a:r>
              <a:rPr lang="de-AT" sz="2000" b="0" strike="noStrike" spc="-1" dirty="0" err="1">
                <a:solidFill>
                  <a:srgbClr val="000000"/>
                </a:solidFill>
                <a:latin typeface="Arial"/>
              </a:rPr>
              <a:t>process</a:t>
            </a:r>
            <a:r>
              <a:rPr lang="de-AT" sz="2000" b="0" strike="noStrike" spc="-1" dirty="0">
                <a:solidFill>
                  <a:srgbClr val="000000"/>
                </a:solidFill>
                <a:latin typeface="Arial"/>
              </a:rPr>
              <a:t>. The </a:t>
            </a:r>
            <a:r>
              <a:rPr lang="de-AT" sz="2000" b="0" strike="noStrike" spc="-1" dirty="0" err="1">
                <a:solidFill>
                  <a:srgbClr val="000000"/>
                </a:solidFill>
                <a:latin typeface="Arial"/>
              </a:rPr>
              <a:t>remaining</a:t>
            </a:r>
            <a:r>
              <a:rPr lang="de-AT" sz="2000" b="0" strike="noStrike" spc="-1" dirty="0">
                <a:solidFill>
                  <a:srgbClr val="000000"/>
                </a:solidFill>
                <a:latin typeface="Arial"/>
              </a:rPr>
              <a: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were</a:t>
            </a:r>
            <a:r>
              <a:rPr lang="de-AT" sz="2000" b="0" strike="noStrike" spc="-1" dirty="0">
                <a:solidFill>
                  <a:srgbClr val="000000"/>
                </a:solidFill>
                <a:latin typeface="Arial"/>
              </a:rPr>
              <a:t> </a:t>
            </a:r>
            <a:r>
              <a:rPr lang="de-AT" sz="2000" b="0" strike="noStrike" spc="-1" dirty="0" err="1">
                <a:solidFill>
                  <a:srgbClr val="000000"/>
                </a:solidFill>
                <a:latin typeface="Arial"/>
              </a:rPr>
              <a:t>then</a:t>
            </a:r>
            <a:r>
              <a:rPr lang="de-AT" sz="2000" b="0" strike="noStrike" spc="-1" dirty="0">
                <a:solidFill>
                  <a:srgbClr val="000000"/>
                </a:solidFill>
                <a:latin typeface="Arial"/>
              </a:rPr>
              <a:t> </a:t>
            </a:r>
            <a:r>
              <a:rPr lang="de-AT" sz="2000" b="0" strike="noStrike" spc="-1" dirty="0" err="1">
                <a:solidFill>
                  <a:srgbClr val="000000"/>
                </a:solidFill>
                <a:latin typeface="Arial"/>
              </a:rPr>
              <a:t>examined</a:t>
            </a:r>
            <a:r>
              <a:rPr lang="de-AT" sz="2000" b="0" strike="noStrike" spc="-1" dirty="0">
                <a:solidFill>
                  <a:srgbClr val="000000"/>
                </a:solidFill>
                <a:latin typeface="Arial"/>
              </a:rPr>
              <a:t> in </a:t>
            </a:r>
            <a:r>
              <a:rPr lang="de-AT" sz="2000" b="0" strike="noStrike" spc="-1" dirty="0" err="1">
                <a:solidFill>
                  <a:srgbClr val="000000"/>
                </a:solidFill>
                <a:latin typeface="Arial"/>
              </a:rPr>
              <a:t>greater</a:t>
            </a:r>
            <a:r>
              <a:rPr lang="de-AT" sz="2000" b="0" strike="noStrike" spc="-1" dirty="0">
                <a:solidFill>
                  <a:srgbClr val="000000"/>
                </a:solidFill>
                <a:latin typeface="Arial"/>
              </a:rPr>
              <a:t> </a:t>
            </a:r>
            <a:r>
              <a:rPr lang="de-AT" sz="2000" b="0" strike="noStrike" spc="-1" dirty="0" err="1">
                <a:solidFill>
                  <a:srgbClr val="000000"/>
                </a:solidFill>
                <a:latin typeface="Arial"/>
              </a:rPr>
              <a:t>detail</a:t>
            </a:r>
            <a:r>
              <a:rPr lang="de-AT" sz="2000" b="0" strike="noStrike" spc="-1" dirty="0">
                <a:solidFill>
                  <a:srgbClr val="000000"/>
                </a:solidFill>
                <a:latin typeface="Arial"/>
              </a:rPr>
              <a:t>. After </a:t>
            </a:r>
            <a:r>
              <a:rPr lang="de-AT" sz="2000" b="0" strike="noStrike" spc="-1" dirty="0" err="1">
                <a:solidFill>
                  <a:srgbClr val="000000"/>
                </a:solidFill>
                <a:latin typeface="Arial"/>
              </a:rPr>
              <a:t>attempting</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retrieve</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articles</a:t>
            </a:r>
            <a:r>
              <a:rPr lang="de-AT" sz="2000" b="0" strike="noStrike" spc="-1" dirty="0">
                <a:solidFill>
                  <a:srgbClr val="000000"/>
                </a:solidFill>
                <a:latin typeface="Arial"/>
              </a:rPr>
              <a:t>, 123 </a:t>
            </a:r>
            <a:r>
              <a:rPr lang="de-AT" sz="2000" b="0" strike="noStrike" spc="-1" dirty="0" err="1">
                <a:solidFill>
                  <a:srgbClr val="000000"/>
                </a:solidFill>
                <a:latin typeface="Arial"/>
              </a:rPr>
              <a:t>full</a:t>
            </a:r>
            <a:r>
              <a:rPr lang="de-AT" sz="2000" b="0" strike="noStrike" spc="-1" dirty="0">
                <a:solidFill>
                  <a:srgbClr val="000000"/>
                </a:solidFill>
                <a:latin typeface="Arial"/>
              </a:rPr>
              <a:t>-text </a:t>
            </a:r>
            <a:r>
              <a:rPr lang="de-AT" sz="2000" b="0" strike="noStrike" spc="-1" dirty="0" err="1">
                <a:solidFill>
                  <a:srgbClr val="000000"/>
                </a:solidFill>
                <a:latin typeface="Arial"/>
              </a:rPr>
              <a:t>reports</a:t>
            </a:r>
            <a:r>
              <a:rPr lang="de-AT" sz="2000" b="0" strike="noStrike" spc="-1" dirty="0">
                <a:solidFill>
                  <a:srgbClr val="000000"/>
                </a:solidFill>
                <a:latin typeface="Arial"/>
              </a:rPr>
              <a:t> </a:t>
            </a:r>
            <a:r>
              <a:rPr lang="de-AT" sz="2000" b="0" strike="noStrike" spc="-1" dirty="0" err="1">
                <a:solidFill>
                  <a:srgbClr val="000000"/>
                </a:solidFill>
                <a:latin typeface="Arial"/>
              </a:rPr>
              <a:t>were</a:t>
            </a:r>
            <a:r>
              <a:rPr lang="de-AT" sz="2000" b="0" strike="noStrike" spc="-1" dirty="0">
                <a:solidFill>
                  <a:srgbClr val="000000"/>
                </a:solidFill>
                <a:latin typeface="Arial"/>
              </a:rPr>
              <a:t> </a:t>
            </a:r>
            <a:r>
              <a:rPr lang="de-AT" sz="2000" b="0" strike="noStrike" spc="-1" dirty="0" err="1">
                <a:solidFill>
                  <a:srgbClr val="000000"/>
                </a:solidFill>
                <a:latin typeface="Arial"/>
              </a:rPr>
              <a:t>assessed</a:t>
            </a:r>
            <a:r>
              <a:rPr lang="de-AT" sz="2000" b="0" strike="noStrike" spc="-1" dirty="0">
                <a:solidFill>
                  <a:srgbClr val="000000"/>
                </a:solidFill>
                <a:latin typeface="Arial"/>
              </a:rPr>
              <a:t> </a:t>
            </a:r>
            <a:r>
              <a:rPr lang="de-AT" sz="2000" b="0" strike="noStrike" spc="-1" dirty="0" err="1">
                <a:solidFill>
                  <a:srgbClr val="000000"/>
                </a:solidFill>
                <a:latin typeface="Arial"/>
              </a:rPr>
              <a:t>for</a:t>
            </a:r>
            <a:r>
              <a:rPr lang="de-AT" sz="2000" b="0" strike="noStrike" spc="-1" dirty="0">
                <a:solidFill>
                  <a:srgbClr val="000000"/>
                </a:solidFill>
                <a:latin typeface="Arial"/>
              </a:rPr>
              <a:t> </a:t>
            </a:r>
            <a:r>
              <a:rPr lang="de-AT" sz="2000" b="0" strike="noStrike" spc="-1" dirty="0" err="1">
                <a:solidFill>
                  <a:srgbClr val="000000"/>
                </a:solidFill>
                <a:latin typeface="Arial"/>
              </a:rPr>
              <a:t>eligibility</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At </a:t>
            </a:r>
            <a:r>
              <a:rPr lang="de-AT" sz="2000" b="0" strike="noStrike" spc="-1" dirty="0" err="1">
                <a:solidFill>
                  <a:srgbClr val="000000"/>
                </a:solidFill>
                <a:latin typeface="Arial"/>
              </a:rPr>
              <a:t>this</a:t>
            </a:r>
            <a:r>
              <a:rPr lang="de-AT" sz="2000" b="0" strike="noStrike" spc="-1" dirty="0">
                <a:solidFill>
                  <a:srgbClr val="000000"/>
                </a:solidFill>
                <a:latin typeface="Arial"/>
              </a:rPr>
              <a:t> </a:t>
            </a:r>
            <a:r>
              <a:rPr lang="de-AT" sz="2000" b="0" strike="noStrike" spc="-1" dirty="0" err="1">
                <a:solidFill>
                  <a:srgbClr val="000000"/>
                </a:solidFill>
                <a:latin typeface="Arial"/>
              </a:rPr>
              <a:t>stage</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authors</a:t>
            </a:r>
            <a:r>
              <a:rPr lang="de-AT" sz="2000" b="0" strike="noStrike" spc="-1" dirty="0">
                <a:solidFill>
                  <a:srgbClr val="000000"/>
                </a:solidFill>
                <a:latin typeface="Arial"/>
              </a:rPr>
              <a:t> </a:t>
            </a:r>
            <a:r>
              <a:rPr lang="de-AT" sz="2000" b="0" strike="noStrike" spc="-1" dirty="0" err="1">
                <a:solidFill>
                  <a:srgbClr val="000000"/>
                </a:solidFill>
                <a:latin typeface="Arial"/>
              </a:rPr>
              <a:t>applied</a:t>
            </a:r>
            <a:r>
              <a:rPr lang="de-AT" sz="2000" b="0" strike="noStrike" spc="-1" dirty="0">
                <a:solidFill>
                  <a:srgbClr val="000000"/>
                </a:solidFill>
                <a:latin typeface="Arial"/>
              </a:rPr>
              <a:t> </a:t>
            </a:r>
            <a:r>
              <a:rPr lang="de-AT" sz="2000" b="0" strike="noStrike" spc="-1" dirty="0" err="1">
                <a:solidFill>
                  <a:srgbClr val="000000"/>
                </a:solidFill>
                <a:latin typeface="Arial"/>
              </a:rPr>
              <a:t>more</a:t>
            </a:r>
            <a:r>
              <a:rPr lang="de-AT" sz="2000" b="0" strike="noStrike" spc="-1" dirty="0">
                <a:solidFill>
                  <a:srgbClr val="000000"/>
                </a:solidFill>
                <a:latin typeface="Arial"/>
              </a:rPr>
              <a:t> </a:t>
            </a:r>
            <a:r>
              <a:rPr lang="de-AT" sz="2000" b="0" strike="noStrike" spc="-1" dirty="0" err="1">
                <a:solidFill>
                  <a:srgbClr val="000000"/>
                </a:solidFill>
                <a:latin typeface="Arial"/>
              </a:rPr>
              <a:t>specific</a:t>
            </a:r>
            <a:r>
              <a:rPr lang="de-AT" sz="2000" b="0" strike="noStrike" spc="-1" dirty="0">
                <a:solidFill>
                  <a:srgbClr val="000000"/>
                </a:solidFill>
                <a:latin typeface="Arial"/>
              </a:rPr>
              <a:t> </a:t>
            </a:r>
            <a:r>
              <a:rPr lang="de-AT" sz="2000" b="0" strike="noStrike" spc="-1" dirty="0" err="1">
                <a:solidFill>
                  <a:srgbClr val="000000"/>
                </a:solidFill>
                <a:latin typeface="Arial"/>
              </a:rPr>
              <a:t>exclusion</a:t>
            </a:r>
            <a:r>
              <a:rPr lang="de-AT" sz="2000" b="0" strike="noStrike" spc="-1" dirty="0">
                <a:solidFill>
                  <a:srgbClr val="000000"/>
                </a:solidFill>
                <a:latin typeface="Arial"/>
              </a:rPr>
              <a:t> </a:t>
            </a:r>
            <a:r>
              <a:rPr lang="de-AT" sz="2000" b="0" strike="noStrike" spc="-1" dirty="0" err="1">
                <a:solidFill>
                  <a:srgbClr val="000000"/>
                </a:solidFill>
                <a:latin typeface="Arial"/>
              </a:rPr>
              <a:t>criteria</a:t>
            </a:r>
            <a:r>
              <a:rPr lang="de-AT" sz="2000" b="0" strike="noStrike" spc="-1" dirty="0">
                <a:solidFill>
                  <a:srgbClr val="000000"/>
                </a:solidFill>
                <a:latin typeface="Arial"/>
              </a:rPr>
              <a:t>. Studies </a:t>
            </a:r>
            <a:r>
              <a:rPr lang="de-AT" sz="2000" b="0" strike="noStrike" spc="-1" dirty="0" err="1">
                <a:solidFill>
                  <a:srgbClr val="000000"/>
                </a:solidFill>
                <a:latin typeface="Arial"/>
              </a:rPr>
              <a:t>were</a:t>
            </a:r>
            <a:r>
              <a:rPr lang="de-AT" sz="2000" b="0" strike="noStrike" spc="-1" dirty="0">
                <a:solidFill>
                  <a:srgbClr val="000000"/>
                </a:solidFill>
                <a:latin typeface="Arial"/>
              </a:rPr>
              <a:t> </a:t>
            </a:r>
            <a:r>
              <a:rPr lang="de-AT" sz="2000" b="0" strike="noStrike" spc="-1" dirty="0" err="1">
                <a:solidFill>
                  <a:srgbClr val="000000"/>
                </a:solidFill>
                <a:latin typeface="Arial"/>
              </a:rPr>
              <a:t>excluded</a:t>
            </a:r>
            <a:r>
              <a:rPr lang="de-AT" sz="2000" b="0" strike="noStrike" spc="-1" dirty="0">
                <a:solidFill>
                  <a:srgbClr val="000000"/>
                </a:solidFill>
                <a:latin typeface="Arial"/>
              </a:rPr>
              <a:t> </a:t>
            </a:r>
            <a:r>
              <a:rPr lang="de-AT" sz="2000" b="0" strike="noStrike" spc="-1" dirty="0" err="1">
                <a:solidFill>
                  <a:srgbClr val="000000"/>
                </a:solidFill>
                <a:latin typeface="Arial"/>
              </a:rPr>
              <a:t>if</a:t>
            </a:r>
            <a:r>
              <a:rPr lang="de-AT" sz="2000" b="0" strike="noStrike" spc="-1" dirty="0">
                <a:solidFill>
                  <a:srgbClr val="000000"/>
                </a:solidFill>
                <a:latin typeface="Arial"/>
              </a:rPr>
              <a:t> </a:t>
            </a:r>
            <a:r>
              <a:rPr lang="de-AT" sz="2000" b="0" strike="noStrike" spc="-1" dirty="0" err="1">
                <a:solidFill>
                  <a:srgbClr val="000000"/>
                </a:solidFill>
                <a:latin typeface="Arial"/>
              </a:rPr>
              <a:t>they</a:t>
            </a:r>
            <a:r>
              <a:rPr lang="de-AT" sz="2000" b="0" strike="noStrike" spc="-1" dirty="0">
                <a:solidFill>
                  <a:srgbClr val="000000"/>
                </a:solidFill>
                <a:latin typeface="Arial"/>
              </a:rPr>
              <a:t> </a:t>
            </a:r>
            <a:r>
              <a:rPr lang="de-AT" sz="2000" b="0" strike="noStrike" spc="-1" dirty="0" err="1">
                <a:solidFill>
                  <a:srgbClr val="000000"/>
                </a:solidFill>
                <a:latin typeface="Arial"/>
              </a:rPr>
              <a:t>used</a:t>
            </a:r>
            <a:r>
              <a:rPr lang="de-AT" sz="2000" b="0" strike="noStrike" spc="-1" dirty="0">
                <a:solidFill>
                  <a:srgbClr val="000000"/>
                </a:solidFill>
                <a:latin typeface="Arial"/>
              </a:rPr>
              <a:t> non-experimental </a:t>
            </a:r>
            <a:r>
              <a:rPr lang="de-AT" sz="2000" b="0" strike="noStrike" spc="-1" dirty="0" err="1">
                <a:solidFill>
                  <a:srgbClr val="000000"/>
                </a:solidFill>
                <a:latin typeface="Arial"/>
              </a:rPr>
              <a:t>designs</a:t>
            </a:r>
            <a:r>
              <a:rPr lang="de-AT" sz="2000" b="0" strike="noStrike" spc="-1" dirty="0">
                <a:solidFill>
                  <a:srgbClr val="000000"/>
                </a:solidFill>
                <a:latin typeface="Arial"/>
              </a:rPr>
              <a:t>, </a:t>
            </a:r>
            <a:r>
              <a:rPr lang="de-AT" sz="2000" b="0" strike="noStrike" spc="-1" dirty="0" err="1">
                <a:solidFill>
                  <a:srgbClr val="000000"/>
                </a:solidFill>
                <a:latin typeface="Arial"/>
              </a:rPr>
              <a:t>focused</a:t>
            </a:r>
            <a:r>
              <a:rPr lang="de-AT" sz="2000" b="0" strike="noStrike" spc="-1" dirty="0">
                <a:solidFill>
                  <a:srgbClr val="000000"/>
                </a:solidFill>
                <a:latin typeface="Arial"/>
              </a:rPr>
              <a:t> on irrelevant </a:t>
            </a:r>
            <a:r>
              <a:rPr lang="de-AT" sz="2000" b="0" strike="noStrike" spc="-1" dirty="0" err="1">
                <a:solidFill>
                  <a:srgbClr val="000000"/>
                </a:solidFill>
                <a:latin typeface="Arial"/>
              </a:rPr>
              <a:t>topics</a:t>
            </a:r>
            <a:r>
              <a:rPr lang="de-AT" sz="2000" b="0" strike="noStrike" spc="-1" dirty="0">
                <a:solidFill>
                  <a:srgbClr val="000000"/>
                </a:solidFill>
                <a:latin typeface="Arial"/>
              </a:rPr>
              <a:t>, </a:t>
            </a:r>
            <a:r>
              <a:rPr lang="de-AT" sz="2000" b="0" strike="noStrike" spc="-1" dirty="0" err="1">
                <a:solidFill>
                  <a:srgbClr val="000000"/>
                </a:solidFill>
                <a:latin typeface="Arial"/>
              </a:rPr>
              <a:t>lacked</a:t>
            </a:r>
            <a:r>
              <a:rPr lang="de-AT" sz="2000" b="0" strike="noStrike" spc="-1" dirty="0">
                <a:solidFill>
                  <a:srgbClr val="000000"/>
                </a:solidFill>
                <a:latin typeface="Arial"/>
              </a:rPr>
              <a:t> </a:t>
            </a:r>
            <a:r>
              <a:rPr lang="de-AT" sz="2000" b="0" strike="noStrike" spc="-1" dirty="0" err="1">
                <a:solidFill>
                  <a:srgbClr val="000000"/>
                </a:solidFill>
                <a:latin typeface="Arial"/>
              </a:rPr>
              <a:t>student-centered</a:t>
            </a:r>
            <a:r>
              <a:rPr lang="de-AT" sz="2000" b="0" strike="noStrike" spc="-1" dirty="0">
                <a:solidFill>
                  <a:srgbClr val="000000"/>
                </a:solidFill>
                <a:latin typeface="Arial"/>
              </a:rPr>
              <a:t> </a:t>
            </a:r>
            <a:r>
              <a:rPr lang="de-AT" sz="2000" b="0" strike="noStrike" spc="-1" dirty="0" err="1">
                <a:solidFill>
                  <a:srgbClr val="000000"/>
                </a:solidFill>
                <a:latin typeface="Arial"/>
              </a:rPr>
              <a:t>learning</a:t>
            </a:r>
            <a:r>
              <a:rPr lang="de-AT" sz="2000" b="0" strike="noStrike" spc="-1" dirty="0">
                <a:solidFill>
                  <a:srgbClr val="000000"/>
                </a:solidFill>
                <a:latin typeface="Arial"/>
              </a:rPr>
              <a:t> </a:t>
            </a:r>
            <a:r>
              <a:rPr lang="de-AT" sz="2000" b="0" strike="noStrike" spc="-1" dirty="0" err="1">
                <a:solidFill>
                  <a:srgbClr val="000000"/>
                </a:solidFill>
                <a:latin typeface="Arial"/>
              </a:rPr>
              <a:t>outcomes</a:t>
            </a:r>
            <a:r>
              <a:rPr lang="de-AT" sz="2000" b="0" strike="noStrike" spc="-1" dirty="0">
                <a:solidFill>
                  <a:srgbClr val="000000"/>
                </a:solidFill>
                <a:latin typeface="Arial"/>
              </a:rPr>
              <a:t>, </a:t>
            </a:r>
            <a:r>
              <a:rPr lang="de-AT" sz="2000" b="0" strike="noStrike" spc="-1" dirty="0" err="1">
                <a:solidFill>
                  <a:srgbClr val="000000"/>
                </a:solidFill>
                <a:latin typeface="Arial"/>
              </a:rPr>
              <a:t>did</a:t>
            </a:r>
            <a:r>
              <a:rPr lang="de-AT" sz="2000" b="0" strike="noStrike" spc="-1" dirty="0">
                <a:solidFill>
                  <a:srgbClr val="000000"/>
                </a:solidFill>
                <a:latin typeface="Arial"/>
              </a:rPr>
              <a:t> not </a:t>
            </a:r>
            <a:r>
              <a:rPr lang="de-AT" sz="2000" b="0" strike="noStrike" spc="-1" dirty="0" err="1">
                <a:solidFill>
                  <a:srgbClr val="000000"/>
                </a:solidFill>
                <a:latin typeface="Arial"/>
              </a:rPr>
              <a:t>include</a:t>
            </a:r>
            <a:r>
              <a:rPr lang="de-AT" sz="2000" b="0" strike="noStrike" spc="-1" dirty="0">
                <a:solidFill>
                  <a:srgbClr val="000000"/>
                </a:solidFill>
                <a:latin typeface="Arial"/>
              </a:rPr>
              <a:t> an </a:t>
            </a:r>
            <a:r>
              <a:rPr lang="de-AT" sz="2000" b="0" strike="noStrike" spc="-1" dirty="0" err="1">
                <a:solidFill>
                  <a:srgbClr val="000000"/>
                </a:solidFill>
                <a:latin typeface="Arial"/>
              </a:rPr>
              <a:t>appropriate</a:t>
            </a:r>
            <a:r>
              <a:rPr lang="de-AT" sz="2000" b="0" strike="noStrike" spc="-1" dirty="0">
                <a:solidFill>
                  <a:srgbClr val="000000"/>
                </a:solidFill>
                <a:latin typeface="Arial"/>
              </a:rPr>
              <a:t> </a:t>
            </a:r>
            <a:r>
              <a:rPr lang="de-AT" sz="2000" b="0" strike="noStrike" spc="-1" dirty="0" err="1">
                <a:solidFill>
                  <a:srgbClr val="000000"/>
                </a:solidFill>
                <a:latin typeface="Arial"/>
              </a:rPr>
              <a:t>control</a:t>
            </a:r>
            <a:r>
              <a:rPr lang="de-AT" sz="2000" b="0" strike="noStrike" spc="-1" dirty="0">
                <a:solidFill>
                  <a:srgbClr val="000000"/>
                </a:solidFill>
                <a:latin typeface="Arial"/>
              </a:rPr>
              <a:t> </a:t>
            </a:r>
            <a:r>
              <a:rPr lang="de-AT" sz="2000" b="0" strike="noStrike" spc="-1" dirty="0" err="1">
                <a:solidFill>
                  <a:srgbClr val="000000"/>
                </a:solidFill>
                <a:latin typeface="Arial"/>
              </a:rPr>
              <a:t>group</a:t>
            </a:r>
            <a:r>
              <a:rPr lang="de-AT" sz="2000" b="0" strike="noStrike" spc="-1" dirty="0">
                <a:solidFill>
                  <a:srgbClr val="000000"/>
                </a:solidFill>
                <a:latin typeface="Arial"/>
              </a:rPr>
              <a:t>, </a:t>
            </a:r>
            <a:r>
              <a:rPr lang="de-AT" sz="2000" b="0" strike="noStrike" spc="-1" dirty="0" err="1">
                <a:solidFill>
                  <a:srgbClr val="000000"/>
                </a:solidFill>
                <a:latin typeface="Arial"/>
              </a:rPr>
              <a:t>or</a:t>
            </a:r>
            <a:r>
              <a:rPr lang="de-AT" sz="2000" b="0" strike="noStrike" spc="-1" dirty="0">
                <a:solidFill>
                  <a:srgbClr val="000000"/>
                </a:solidFill>
                <a:latin typeface="Arial"/>
              </a:rPr>
              <a:t> </a:t>
            </a:r>
            <a:r>
              <a:rPr lang="de-AT" sz="2000" b="0" strike="noStrike" spc="-1" dirty="0" err="1">
                <a:solidFill>
                  <a:srgbClr val="000000"/>
                </a:solidFill>
                <a:latin typeface="Arial"/>
              </a:rPr>
              <a:t>failed</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provide</a:t>
            </a:r>
            <a:r>
              <a:rPr lang="de-AT" sz="2000" b="0" strike="noStrike" spc="-1" dirty="0">
                <a:solidFill>
                  <a:srgbClr val="000000"/>
                </a:solidFill>
                <a:latin typeface="Arial"/>
              </a:rPr>
              <a:t> </a:t>
            </a:r>
            <a:r>
              <a:rPr lang="de-AT" sz="2000" b="0" strike="noStrike" spc="-1" dirty="0" err="1">
                <a:solidFill>
                  <a:srgbClr val="000000"/>
                </a:solidFill>
                <a:latin typeface="Arial"/>
              </a:rPr>
              <a:t>sufficient</a:t>
            </a:r>
            <a:r>
              <a:rPr lang="de-AT" sz="2000" b="0" strike="noStrike" spc="-1" dirty="0">
                <a:solidFill>
                  <a:srgbClr val="000000"/>
                </a:solidFill>
                <a:latin typeface="Arial"/>
              </a:rPr>
              <a:t> quantitative </a:t>
            </a:r>
            <a:r>
              <a:rPr lang="de-AT" sz="2000" b="0" strike="noStrike" spc="-1" dirty="0" err="1">
                <a:solidFill>
                  <a:srgbClr val="000000"/>
                </a:solidFill>
                <a:latin typeface="Arial"/>
              </a:rPr>
              <a:t>data</a:t>
            </a:r>
            <a:r>
              <a:rPr lang="de-AT" sz="2000" b="0" strike="noStrike" spc="-1" dirty="0">
                <a:solidFill>
                  <a:srgbClr val="000000"/>
                </a:solidFill>
                <a:latin typeface="Arial"/>
              </a:rPr>
              <a:t> </a:t>
            </a:r>
            <a:r>
              <a:rPr lang="de-AT" sz="2000" b="0" strike="noStrike" spc="-1" dirty="0" err="1">
                <a:solidFill>
                  <a:srgbClr val="000000"/>
                </a:solidFill>
                <a:latin typeface="Arial"/>
              </a:rPr>
              <a:t>for</a:t>
            </a:r>
            <a:r>
              <a:rPr lang="de-AT" sz="2000" b="0" strike="noStrike" spc="-1" dirty="0">
                <a:solidFill>
                  <a:srgbClr val="000000"/>
                </a:solidFill>
                <a:latin typeface="Arial"/>
              </a:rPr>
              <a:t> </a:t>
            </a:r>
            <a:r>
              <a:rPr lang="de-AT" sz="2000" b="0" strike="noStrike" spc="-1" dirty="0" err="1">
                <a:solidFill>
                  <a:srgbClr val="000000"/>
                </a:solidFill>
                <a:latin typeface="Arial"/>
              </a:rPr>
              <a:t>analysis</a:t>
            </a:r>
            <a:r>
              <a:rPr lang="de-AT" sz="2000" b="0" strike="noStrike" spc="-1" dirty="0">
                <a:solidFill>
                  <a:srgbClr val="000000"/>
                </a:solidFill>
                <a:latin typeface="Arial"/>
              </a:rPr>
              <a:t>. Additional </a:t>
            </a:r>
            <a:r>
              <a:rPr lang="de-AT" sz="2000" b="0" strike="noStrike" spc="-1" dirty="0" err="1">
                <a:solidFill>
                  <a:srgbClr val="000000"/>
                </a:solidFill>
                <a:latin typeface="Arial"/>
              </a:rPr>
              <a:t>exclusions</a:t>
            </a:r>
            <a:r>
              <a:rPr lang="de-AT" sz="2000" b="0" strike="noStrike" spc="-1" dirty="0">
                <a:solidFill>
                  <a:srgbClr val="000000"/>
                </a:solidFill>
                <a:latin typeface="Arial"/>
              </a:rPr>
              <a:t> </a:t>
            </a:r>
            <a:r>
              <a:rPr lang="de-AT" sz="2000" b="0" strike="noStrike" spc="-1" dirty="0" err="1">
                <a:solidFill>
                  <a:srgbClr val="000000"/>
                </a:solidFill>
                <a:latin typeface="Arial"/>
              </a:rPr>
              <a:t>occurred</a:t>
            </a:r>
            <a:r>
              <a:rPr lang="de-AT" sz="2000" b="0" strike="noStrike" spc="-1" dirty="0">
                <a:solidFill>
                  <a:srgbClr val="000000"/>
                </a:solidFill>
                <a:latin typeface="Arial"/>
              </a:rPr>
              <a:t> </a:t>
            </a:r>
            <a:r>
              <a:rPr lang="de-AT" sz="2000" b="0" strike="noStrike" spc="-1" dirty="0" err="1">
                <a:solidFill>
                  <a:srgbClr val="000000"/>
                </a:solidFill>
                <a:latin typeface="Arial"/>
              </a:rPr>
              <a:t>when</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intervention</a:t>
            </a:r>
            <a:r>
              <a:rPr lang="de-AT" sz="2000" b="0" strike="noStrike" spc="-1" dirty="0">
                <a:solidFill>
                  <a:srgbClr val="000000"/>
                </a:solidFill>
                <a:latin typeface="Arial"/>
              </a:rPr>
              <a:t> </a:t>
            </a:r>
            <a:r>
              <a:rPr lang="de-AT" sz="2000" b="0" strike="noStrike" spc="-1" dirty="0" err="1">
                <a:solidFill>
                  <a:srgbClr val="000000"/>
                </a:solidFill>
                <a:latin typeface="Arial"/>
              </a:rPr>
              <a:t>extended</a:t>
            </a:r>
            <a:r>
              <a:rPr lang="de-AT" sz="2000" b="0" strike="noStrike" spc="-1" dirty="0">
                <a:solidFill>
                  <a:srgbClr val="000000"/>
                </a:solidFill>
                <a:latin typeface="Arial"/>
              </a:rPr>
              <a:t> </a:t>
            </a:r>
            <a:r>
              <a:rPr lang="de-AT" sz="2000" b="0" strike="noStrike" spc="-1" dirty="0" err="1">
                <a:solidFill>
                  <a:srgbClr val="000000"/>
                </a:solidFill>
                <a:latin typeface="Arial"/>
              </a:rPr>
              <a:t>beyond</a:t>
            </a:r>
            <a:r>
              <a:rPr lang="de-AT" sz="2000" b="0" strike="noStrike" spc="-1" dirty="0">
                <a:solidFill>
                  <a:srgbClr val="000000"/>
                </a:solidFill>
                <a:latin typeface="Arial"/>
              </a:rPr>
              <a:t> ChatGPT </a:t>
            </a:r>
            <a:r>
              <a:rPr lang="de-AT" sz="2000" b="0" strike="noStrike" spc="-1" dirty="0" err="1">
                <a:solidFill>
                  <a:srgbClr val="000000"/>
                </a:solidFill>
                <a:latin typeface="Arial"/>
              </a:rPr>
              <a:t>or</a:t>
            </a:r>
            <a:r>
              <a:rPr lang="de-AT" sz="2000" b="0" strike="noStrike" spc="-1" dirty="0">
                <a:solidFill>
                  <a:srgbClr val="000000"/>
                </a:solidFill>
                <a:latin typeface="Arial"/>
              </a:rPr>
              <a:t> </a:t>
            </a:r>
            <a:r>
              <a:rPr lang="de-AT" sz="2000" b="0" strike="noStrike" spc="-1" dirty="0" err="1">
                <a:solidFill>
                  <a:srgbClr val="000000"/>
                </a:solidFill>
                <a:latin typeface="Arial"/>
              </a:rPr>
              <a:t>when</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study</a:t>
            </a:r>
            <a:r>
              <a:rPr lang="de-AT" sz="2000" b="0" strike="noStrike" spc="-1" dirty="0">
                <a:solidFill>
                  <a:srgbClr val="000000"/>
                </a:solidFill>
                <a:latin typeface="Arial"/>
              </a:rPr>
              <a:t> design </a:t>
            </a:r>
            <a:r>
              <a:rPr lang="de-AT" sz="2000" b="0" strike="noStrike" spc="-1" dirty="0" err="1">
                <a:solidFill>
                  <a:srgbClr val="000000"/>
                </a:solidFill>
                <a:latin typeface="Arial"/>
              </a:rPr>
              <a:t>did</a:t>
            </a:r>
            <a:r>
              <a:rPr lang="de-AT" sz="2000" b="0" strike="noStrike" spc="-1" dirty="0">
                <a:solidFill>
                  <a:srgbClr val="000000"/>
                </a:solidFill>
                <a:latin typeface="Arial"/>
              </a:rPr>
              <a:t> not </a:t>
            </a:r>
            <a:r>
              <a:rPr lang="de-AT" sz="2000" b="0" strike="noStrike" spc="-1" dirty="0" err="1">
                <a:solidFill>
                  <a:srgbClr val="000000"/>
                </a:solidFill>
                <a:latin typeface="Arial"/>
              </a:rPr>
              <a:t>allow</a:t>
            </a:r>
            <a:r>
              <a:rPr lang="de-AT" sz="2000" b="0" strike="noStrike" spc="-1" dirty="0">
                <a:solidFill>
                  <a:srgbClr val="000000"/>
                </a:solidFill>
                <a:latin typeface="Arial"/>
              </a:rPr>
              <a:t> </a:t>
            </a:r>
            <a:r>
              <a:rPr lang="de-AT" sz="2000" b="0" strike="noStrike" spc="-1" dirty="0" err="1">
                <a:solidFill>
                  <a:srgbClr val="000000"/>
                </a:solidFill>
                <a:latin typeface="Arial"/>
              </a:rPr>
              <a:t>meaningful</a:t>
            </a:r>
            <a:r>
              <a:rPr lang="de-AT" sz="2000" b="0" strike="noStrike" spc="-1" dirty="0">
                <a:solidFill>
                  <a:srgbClr val="000000"/>
                </a:solidFill>
                <a:latin typeface="Arial"/>
              </a:rPr>
              <a:t> </a:t>
            </a:r>
            <a:r>
              <a:rPr lang="de-AT" sz="2000" b="0" strike="noStrike" spc="-1" dirty="0" err="1">
                <a:solidFill>
                  <a:srgbClr val="000000"/>
                </a:solidFill>
                <a:latin typeface="Arial"/>
              </a:rPr>
              <a:t>comparison</a:t>
            </a:r>
            <a:r>
              <a:rPr lang="de-AT" sz="2000" b="0" strike="noStrike" spc="-1" dirty="0">
                <a:solidFill>
                  <a:srgbClr val="000000"/>
                </a:solidFill>
                <a:latin typeface="Arial"/>
              </a:rPr>
              <a:t> </a:t>
            </a:r>
            <a:r>
              <a:rPr lang="de-AT" sz="2000" b="0" strike="noStrike" spc="-1" dirty="0" err="1">
                <a:solidFill>
                  <a:srgbClr val="000000"/>
                </a:solidFill>
                <a:latin typeface="Arial"/>
              </a:rPr>
              <a:t>between</a:t>
            </a:r>
            <a:r>
              <a:rPr lang="de-AT" sz="2000" b="0" strike="noStrike" spc="-1" dirty="0">
                <a:solidFill>
                  <a:srgbClr val="000000"/>
                </a:solidFill>
                <a:latin typeface="Arial"/>
              </a:rPr>
              <a:t> </a:t>
            </a:r>
            <a:r>
              <a:rPr lang="de-AT" sz="2000" b="0" strike="noStrike" spc="-1" dirty="0" err="1">
                <a:solidFill>
                  <a:srgbClr val="000000"/>
                </a:solidFill>
                <a:latin typeface="Arial"/>
              </a:rPr>
              <a:t>groups</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err="1">
                <a:solidFill>
                  <a:srgbClr val="000000"/>
                </a:solidFill>
                <a:latin typeface="Arial"/>
              </a:rPr>
              <a:t>Following</a:t>
            </a:r>
            <a:r>
              <a:rPr lang="de-AT" sz="2000" b="0" strike="noStrike" spc="-1" dirty="0">
                <a:solidFill>
                  <a:srgbClr val="000000"/>
                </a:solidFill>
                <a:latin typeface="Arial"/>
              </a:rPr>
              <a:t> </a:t>
            </a:r>
            <a:r>
              <a:rPr lang="de-AT" sz="2000" b="0" strike="noStrike" spc="-1" dirty="0" err="1">
                <a:solidFill>
                  <a:srgbClr val="000000"/>
                </a:solidFill>
                <a:latin typeface="Arial"/>
              </a:rPr>
              <a:t>this</a:t>
            </a:r>
            <a:r>
              <a:rPr lang="de-AT" sz="2000" b="0" strike="noStrike" spc="-1" dirty="0">
                <a:solidFill>
                  <a:srgbClr val="000000"/>
                </a:solidFill>
                <a:latin typeface="Arial"/>
              </a:rPr>
              <a:t> </a:t>
            </a:r>
            <a:r>
              <a:rPr lang="de-AT" sz="2000" b="0" strike="noStrike" spc="-1" dirty="0" err="1">
                <a:solidFill>
                  <a:srgbClr val="000000"/>
                </a:solidFill>
                <a:latin typeface="Arial"/>
              </a:rPr>
              <a:t>detailed</a:t>
            </a:r>
            <a:r>
              <a:rPr lang="de-AT" sz="2000" b="0" strike="noStrike" spc="-1" dirty="0">
                <a:solidFill>
                  <a:srgbClr val="000000"/>
                </a:solidFill>
                <a:latin typeface="Arial"/>
              </a:rPr>
              <a:t> </a:t>
            </a:r>
            <a:r>
              <a:rPr lang="de-AT" sz="2000" b="0" strike="noStrike" spc="-1" dirty="0" err="1">
                <a:solidFill>
                  <a:srgbClr val="000000"/>
                </a:solidFill>
                <a:latin typeface="Arial"/>
              </a:rPr>
              <a:t>assessment</a:t>
            </a:r>
            <a:r>
              <a:rPr lang="de-AT" sz="2000" b="0" strike="noStrike" spc="-1" dirty="0">
                <a:solidFill>
                  <a:srgbClr val="000000"/>
                </a:solidFill>
                <a:latin typeface="Arial"/>
              </a:rPr>
              <a:t>, </a:t>
            </a:r>
            <a:r>
              <a:rPr lang="de-AT" sz="2000" b="0" strike="noStrike" spc="-1" dirty="0" err="1">
                <a:solidFill>
                  <a:srgbClr val="000000"/>
                </a:solidFill>
                <a:latin typeface="Arial"/>
              </a:rPr>
              <a:t>three</a:t>
            </a:r>
            <a:r>
              <a:rPr lang="de-AT" sz="2000" b="0" strike="noStrike" spc="-1" dirty="0">
                <a:solidFill>
                  <a:srgbClr val="000000"/>
                </a:solidFill>
                <a:latin typeface="Arial"/>
              </a:rPr>
              <a:t> </a:t>
            </a:r>
            <a:r>
              <a:rPr lang="de-AT" sz="2000" b="0" strike="noStrike" spc="-1" dirty="0" err="1">
                <a:solidFill>
                  <a:srgbClr val="000000"/>
                </a:solidFill>
                <a:latin typeface="Arial"/>
              </a:rPr>
              <a:t>further</a:t>
            </a:r>
            <a:r>
              <a:rPr lang="de-AT" sz="2000" b="0" strike="noStrike" spc="-1" dirty="0">
                <a:solidFill>
                  <a:srgbClr val="000000"/>
                </a:solidFill>
                <a:latin typeface="Arial"/>
              </a:rPr>
              <a: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were</a:t>
            </a:r>
            <a:r>
              <a:rPr lang="de-AT" sz="2000" b="0" strike="noStrike" spc="-1" dirty="0">
                <a:solidFill>
                  <a:srgbClr val="000000"/>
                </a:solidFill>
                <a:latin typeface="Arial"/>
              </a:rPr>
              <a:t> </a:t>
            </a:r>
            <a:r>
              <a:rPr lang="de-AT" sz="2000" b="0" strike="noStrike" spc="-1" dirty="0" err="1">
                <a:solidFill>
                  <a:srgbClr val="000000"/>
                </a:solidFill>
                <a:latin typeface="Arial"/>
              </a:rPr>
              <a:t>removed</a:t>
            </a:r>
            <a:r>
              <a:rPr lang="de-AT" sz="2000" b="0" strike="noStrike" spc="-1" dirty="0">
                <a:solidFill>
                  <a:srgbClr val="000000"/>
                </a:solidFill>
                <a:latin typeface="Arial"/>
              </a:rPr>
              <a:t> </a:t>
            </a:r>
            <a:r>
              <a:rPr lang="de-AT" sz="2000" b="0" strike="noStrike" spc="-1" dirty="0" err="1">
                <a:solidFill>
                  <a:srgbClr val="000000"/>
                </a:solidFill>
                <a:latin typeface="Arial"/>
              </a:rPr>
              <a:t>during</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quality</a:t>
            </a:r>
            <a:r>
              <a:rPr lang="de-AT" sz="2000" b="0" strike="noStrike" spc="-1" dirty="0">
                <a:solidFill>
                  <a:srgbClr val="000000"/>
                </a:solidFill>
                <a:latin typeface="Arial"/>
              </a:rPr>
              <a:t> </a:t>
            </a:r>
            <a:r>
              <a:rPr lang="de-AT" sz="2000" b="0" strike="noStrike" spc="-1" dirty="0" err="1">
                <a:solidFill>
                  <a:srgbClr val="000000"/>
                </a:solidFill>
                <a:latin typeface="Arial"/>
              </a:rPr>
              <a:t>appraisal</a:t>
            </a:r>
            <a:r>
              <a:rPr lang="de-AT" sz="2000" b="0" strike="noStrike" spc="-1" dirty="0">
                <a:solidFill>
                  <a:srgbClr val="000000"/>
                </a:solidFill>
                <a:latin typeface="Arial"/>
              </a:rPr>
              <a:t> </a:t>
            </a:r>
            <a:r>
              <a:rPr lang="de-AT" sz="2000" b="0" strike="noStrike" spc="-1" dirty="0" err="1">
                <a:solidFill>
                  <a:srgbClr val="000000"/>
                </a:solidFill>
                <a:latin typeface="Arial"/>
              </a:rPr>
              <a:t>stage</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err="1">
                <a:solidFill>
                  <a:srgbClr val="000000"/>
                </a:solidFill>
                <a:latin typeface="Arial"/>
              </a:rPr>
              <a:t>Ultimately</a:t>
            </a:r>
            <a:r>
              <a:rPr lang="de-AT" sz="2000" b="0" strike="noStrike" spc="-1" dirty="0">
                <a:solidFill>
                  <a:srgbClr val="000000"/>
                </a:solidFill>
                <a:latin typeface="Arial"/>
              </a:rPr>
              <a:t>, 69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met</a:t>
            </a:r>
            <a:r>
              <a:rPr lang="de-AT" sz="2000" b="0" strike="noStrike" spc="-1" dirty="0">
                <a:solidFill>
                  <a:srgbClr val="000000"/>
                </a:solidFill>
                <a:latin typeface="Arial"/>
              </a:rPr>
              <a:t> all </a:t>
            </a:r>
            <a:r>
              <a:rPr lang="de-AT" sz="2000" b="0" strike="noStrike" spc="-1" dirty="0" err="1">
                <a:solidFill>
                  <a:srgbClr val="000000"/>
                </a:solidFill>
                <a:latin typeface="Arial"/>
              </a:rPr>
              <a:t>criteria</a:t>
            </a:r>
            <a:r>
              <a:rPr lang="de-AT" sz="2000" b="0" strike="noStrike" spc="-1" dirty="0">
                <a:solidFill>
                  <a:srgbClr val="000000"/>
                </a:solidFill>
                <a:latin typeface="Arial"/>
              </a:rPr>
              <a:t> and </a:t>
            </a:r>
            <a:r>
              <a:rPr lang="de-AT" sz="2000" b="0" strike="noStrike" spc="-1" dirty="0" err="1">
                <a:solidFill>
                  <a:srgbClr val="000000"/>
                </a:solidFill>
                <a:latin typeface="Arial"/>
              </a:rPr>
              <a:t>were</a:t>
            </a:r>
            <a:r>
              <a:rPr lang="de-AT" sz="2000" b="0" strike="noStrike" spc="-1" dirty="0">
                <a:solidFill>
                  <a:srgbClr val="000000"/>
                </a:solidFill>
                <a:latin typeface="Arial"/>
              </a:rPr>
              <a:t> </a:t>
            </a:r>
            <a:r>
              <a:rPr lang="de-AT" sz="2000" b="0" strike="noStrike" spc="-1" dirty="0" err="1">
                <a:solidFill>
                  <a:srgbClr val="000000"/>
                </a:solidFill>
                <a:latin typeface="Arial"/>
              </a:rPr>
              <a:t>included</a:t>
            </a:r>
            <a:r>
              <a:rPr lang="de-AT" sz="2000" b="0" strike="noStrike" spc="-1" dirty="0">
                <a:solidFill>
                  <a:srgbClr val="000000"/>
                </a:solidFill>
                <a:latin typeface="Arial"/>
              </a:rPr>
              <a:t> in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systematic</a:t>
            </a:r>
            <a:r>
              <a:rPr lang="de-AT" sz="2000" b="0" strike="noStrike" spc="-1" dirty="0">
                <a:solidFill>
                  <a:srgbClr val="000000"/>
                </a:solidFill>
                <a:latin typeface="Arial"/>
              </a:rPr>
              <a:t> review, </a:t>
            </a:r>
            <a:r>
              <a:rPr lang="de-AT" sz="2000" b="0" strike="noStrike" spc="-1" dirty="0" err="1">
                <a:solidFill>
                  <a:srgbClr val="000000"/>
                </a:solidFill>
                <a:latin typeface="Arial"/>
              </a:rPr>
              <a:t>while</a:t>
            </a:r>
            <a:r>
              <a:rPr lang="de-AT" sz="2000" b="0" strike="noStrike" spc="-1" dirty="0">
                <a:solidFill>
                  <a:srgbClr val="000000"/>
                </a:solidFill>
                <a:latin typeface="Arial"/>
              </a:rPr>
              <a:t> 62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provided</a:t>
            </a:r>
            <a:r>
              <a:rPr lang="de-AT" sz="2000" b="0" strike="noStrike" spc="-1" dirty="0">
                <a:solidFill>
                  <a:srgbClr val="000000"/>
                </a:solidFill>
                <a:latin typeface="Arial"/>
              </a:rPr>
              <a:t> </a:t>
            </a:r>
            <a:r>
              <a:rPr lang="de-AT" sz="2000" b="0" strike="noStrike" spc="-1" dirty="0" err="1">
                <a:solidFill>
                  <a:srgbClr val="000000"/>
                </a:solidFill>
                <a:latin typeface="Arial"/>
              </a:rPr>
              <a:t>sufficient</a:t>
            </a:r>
            <a:r>
              <a:rPr lang="de-AT" sz="2000" b="0" strike="noStrike" spc="-1" dirty="0">
                <a:solidFill>
                  <a:srgbClr val="000000"/>
                </a:solidFill>
                <a:latin typeface="Arial"/>
              </a:rPr>
              <a:t> quantitative </a:t>
            </a:r>
            <a:r>
              <a:rPr lang="de-AT" sz="2000" b="0" strike="noStrike" spc="-1" dirty="0" err="1">
                <a:solidFill>
                  <a:srgbClr val="000000"/>
                </a:solidFill>
                <a:latin typeface="Arial"/>
              </a:rPr>
              <a:t>information</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be</a:t>
            </a:r>
            <a:r>
              <a:rPr lang="de-AT" sz="2000" b="0" strike="noStrike" spc="-1" dirty="0">
                <a:solidFill>
                  <a:srgbClr val="000000"/>
                </a:solidFill>
                <a:latin typeface="Arial"/>
              </a:rPr>
              <a:t> </a:t>
            </a:r>
            <a:r>
              <a:rPr lang="de-AT" sz="2000" b="0" strike="noStrike" spc="-1" dirty="0" err="1">
                <a:solidFill>
                  <a:srgbClr val="000000"/>
                </a:solidFill>
                <a:latin typeface="Arial"/>
              </a:rPr>
              <a:t>included</a:t>
            </a:r>
            <a:r>
              <a:rPr lang="de-AT" sz="2000" b="0" strike="noStrike" spc="-1" dirty="0">
                <a:solidFill>
                  <a:srgbClr val="000000"/>
                </a:solidFill>
                <a:latin typeface="Arial"/>
              </a:rPr>
              <a:t> in </a:t>
            </a:r>
            <a:r>
              <a:rPr lang="de-AT" sz="2000" b="0" strike="noStrike" spc="-1" dirty="0" err="1">
                <a:solidFill>
                  <a:srgbClr val="000000"/>
                </a:solidFill>
                <a:latin typeface="Arial"/>
              </a:rPr>
              <a:t>the</a:t>
            </a:r>
            <a:r>
              <a:rPr lang="de-AT" sz="2000" b="0" strike="noStrike" spc="-1" dirty="0">
                <a:solidFill>
                  <a:srgbClr val="000000"/>
                </a:solidFill>
                <a:latin typeface="Arial"/>
              </a:rPr>
              <a:t> final meta-analysis.</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Overall, </a:t>
            </a:r>
            <a:r>
              <a:rPr lang="de-AT" sz="2000" b="0" strike="noStrike" spc="-1" dirty="0" err="1">
                <a:solidFill>
                  <a:srgbClr val="000000"/>
                </a:solidFill>
                <a:latin typeface="Arial"/>
              </a:rPr>
              <a:t>this</a:t>
            </a:r>
            <a:r>
              <a:rPr lang="de-AT" sz="2000" b="0" strike="noStrike" spc="-1" dirty="0">
                <a:solidFill>
                  <a:srgbClr val="000000"/>
                </a:solidFill>
                <a:latin typeface="Arial"/>
              </a:rPr>
              <a:t> PRISMA-</a:t>
            </a:r>
            <a:r>
              <a:rPr lang="de-AT" sz="2000" b="0" strike="noStrike" spc="-1" dirty="0" err="1">
                <a:solidFill>
                  <a:srgbClr val="000000"/>
                </a:solidFill>
                <a:latin typeface="Arial"/>
              </a:rPr>
              <a:t>guided</a:t>
            </a:r>
            <a:r>
              <a:rPr lang="de-AT" sz="2000" b="0" strike="noStrike" spc="-1" dirty="0">
                <a:solidFill>
                  <a:srgbClr val="000000"/>
                </a:solidFill>
                <a:latin typeface="Arial"/>
              </a:rPr>
              <a:t> </a:t>
            </a:r>
            <a:r>
              <a:rPr lang="de-AT" sz="2000" b="0" strike="noStrike" spc="-1" dirty="0" err="1">
                <a:solidFill>
                  <a:srgbClr val="000000"/>
                </a:solidFill>
                <a:latin typeface="Arial"/>
              </a:rPr>
              <a:t>process</a:t>
            </a:r>
            <a:r>
              <a:rPr lang="de-AT" sz="2000" b="0" strike="noStrike" spc="-1" dirty="0">
                <a:solidFill>
                  <a:srgbClr val="000000"/>
                </a:solidFill>
                <a:latin typeface="Arial"/>
              </a:rPr>
              <a:t> </a:t>
            </a:r>
            <a:r>
              <a:rPr lang="de-AT" sz="2000" b="0" strike="noStrike" spc="-1" dirty="0" err="1">
                <a:solidFill>
                  <a:srgbClr val="000000"/>
                </a:solidFill>
                <a:latin typeface="Arial"/>
              </a:rPr>
              <a:t>represents</a:t>
            </a:r>
            <a:r>
              <a:rPr lang="de-AT" sz="2000" b="0" strike="noStrike" spc="-1" dirty="0">
                <a:solidFill>
                  <a:srgbClr val="000000"/>
                </a:solidFill>
                <a:latin typeface="Arial"/>
              </a:rPr>
              <a:t> a </a:t>
            </a:r>
            <a:r>
              <a:rPr lang="de-AT" sz="2000" b="0" strike="noStrike" spc="-1" dirty="0" err="1">
                <a:solidFill>
                  <a:srgbClr val="000000"/>
                </a:solidFill>
                <a:latin typeface="Arial"/>
              </a:rPr>
              <a:t>major</a:t>
            </a:r>
            <a:r>
              <a:rPr lang="de-AT" sz="2000" b="0" strike="noStrike" spc="-1" dirty="0">
                <a:solidFill>
                  <a:srgbClr val="000000"/>
                </a:solidFill>
                <a:latin typeface="Arial"/>
              </a:rPr>
              <a:t> </a:t>
            </a:r>
            <a:r>
              <a:rPr lang="de-AT" sz="2000" b="0" strike="noStrike" spc="-1" dirty="0" err="1">
                <a:solidFill>
                  <a:srgbClr val="000000"/>
                </a:solidFill>
                <a:latin typeface="Arial"/>
              </a:rPr>
              <a:t>strength</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study</a:t>
            </a:r>
            <a:r>
              <a:rPr lang="de-AT" sz="2000" b="0" strike="noStrike" spc="-1" dirty="0">
                <a:solidFill>
                  <a:srgbClr val="000000"/>
                </a:solidFill>
                <a:latin typeface="Arial"/>
              </a:rPr>
              <a:t> </a:t>
            </a:r>
            <a:r>
              <a:rPr lang="de-AT" sz="2000" b="0" strike="noStrike" spc="-1" dirty="0" err="1">
                <a:solidFill>
                  <a:srgbClr val="000000"/>
                </a:solidFill>
                <a:latin typeface="Arial"/>
              </a:rPr>
              <a:t>because</a:t>
            </a:r>
            <a:r>
              <a:rPr lang="de-AT" sz="2000" b="0" strike="noStrike" spc="-1" dirty="0">
                <a:solidFill>
                  <a:srgbClr val="000000"/>
                </a:solidFill>
                <a:latin typeface="Arial"/>
              </a:rPr>
              <a:t> </a:t>
            </a:r>
            <a:r>
              <a:rPr lang="de-AT" sz="2000" b="0" strike="noStrike" spc="-1" dirty="0" err="1">
                <a:solidFill>
                  <a:srgbClr val="000000"/>
                </a:solidFill>
                <a:latin typeface="Arial"/>
              </a:rPr>
              <a:t>it</a:t>
            </a:r>
            <a:r>
              <a:rPr lang="de-AT" sz="2000" b="0" strike="noStrike" spc="-1" dirty="0">
                <a:solidFill>
                  <a:srgbClr val="000000"/>
                </a:solidFill>
                <a:latin typeface="Arial"/>
              </a:rPr>
              <a:t> </a:t>
            </a:r>
            <a:r>
              <a:rPr lang="de-AT" sz="2000" b="0" strike="noStrike" spc="-1" dirty="0" err="1">
                <a:solidFill>
                  <a:srgbClr val="000000"/>
                </a:solidFill>
                <a:latin typeface="Arial"/>
              </a:rPr>
              <a:t>demonstrates</a:t>
            </a:r>
            <a:r>
              <a:rPr lang="de-AT" sz="2000" b="0" strike="noStrike" spc="-1" dirty="0">
                <a:solidFill>
                  <a:srgbClr val="000000"/>
                </a:solidFill>
                <a:latin typeface="Arial"/>
              </a:rPr>
              <a:t> a transparent, </a:t>
            </a:r>
            <a:r>
              <a:rPr lang="de-AT" sz="2000" b="0" strike="noStrike" spc="-1" dirty="0" err="1">
                <a:solidFill>
                  <a:srgbClr val="000000"/>
                </a:solidFill>
                <a:latin typeface="Arial"/>
              </a:rPr>
              <a:t>systematic</a:t>
            </a:r>
            <a:r>
              <a:rPr lang="de-AT" sz="2000" b="0" strike="noStrike" spc="-1" dirty="0">
                <a:solidFill>
                  <a:srgbClr val="000000"/>
                </a:solidFill>
                <a:latin typeface="Arial"/>
              </a:rPr>
              <a:t>, and </a:t>
            </a:r>
            <a:r>
              <a:rPr lang="de-AT" sz="2000" b="0" strike="noStrike" spc="-1" dirty="0" err="1">
                <a:solidFill>
                  <a:srgbClr val="000000"/>
                </a:solidFill>
                <a:latin typeface="Arial"/>
              </a:rPr>
              <a:t>reproducible</a:t>
            </a:r>
            <a:r>
              <a:rPr lang="de-AT" sz="2000" b="0" strike="noStrike" spc="-1" dirty="0">
                <a:solidFill>
                  <a:srgbClr val="000000"/>
                </a:solidFill>
                <a:latin typeface="Arial"/>
              </a:rPr>
              <a:t> </a:t>
            </a:r>
            <a:r>
              <a:rPr lang="de-AT" sz="2000" b="0" strike="noStrike" spc="-1" dirty="0" err="1">
                <a:solidFill>
                  <a:srgbClr val="000000"/>
                </a:solidFill>
                <a:latin typeface="Arial"/>
              </a:rPr>
              <a:t>approach</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selecting</a:t>
            </a:r>
            <a:r>
              <a:rPr lang="de-AT" sz="2000" b="0" strike="noStrike" spc="-1" dirty="0">
                <a:solidFill>
                  <a:srgbClr val="000000"/>
                </a:solidFill>
                <a:latin typeface="Arial"/>
              </a:rPr>
              <a:t> </a:t>
            </a:r>
            <a:r>
              <a:rPr lang="de-AT" sz="2000" b="0" strike="noStrike" spc="-1" dirty="0" err="1">
                <a:solidFill>
                  <a:srgbClr val="000000"/>
                </a:solidFill>
                <a:latin typeface="Arial"/>
              </a:rPr>
              <a:t>evidence</a:t>
            </a:r>
            <a:r>
              <a:rPr lang="de-AT" sz="2000" b="0" strike="noStrike" spc="-1" dirty="0">
                <a:solidFill>
                  <a:srgbClr val="000000"/>
                </a:solidFill>
                <a:latin typeface="Arial"/>
              </a:rPr>
              <a:t>.</a:t>
            </a:r>
          </a:p>
        </p:txBody>
      </p:sp>
      <p:sp>
        <p:nvSpPr>
          <p:cNvPr id="229"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de-AT" sz="1200" b="0" strike="noStrike" spc="-1">
                <a:solidFill>
                  <a:srgbClr val="000000"/>
                </a:solidFill>
                <a:latin typeface="Times New Roman"/>
              </a:defRPr>
            </a:lvl1pPr>
          </a:lstStyle>
          <a:p>
            <a:pPr indent="0" algn="r">
              <a:lnSpc>
                <a:spcPct val="100000"/>
              </a:lnSpc>
              <a:buNone/>
            </a:pPr>
            <a:fld id="{5472F9AE-964E-4996-A4E8-BE34D1C1F13E}" type="slidenum">
              <a:rPr lang="de-AT" sz="1200" b="0" strike="noStrike" spc="-1">
                <a:solidFill>
                  <a:srgbClr val="000000"/>
                </a:solidFill>
                <a:latin typeface="Times New Roman"/>
              </a:rPr>
              <a:t>4</a:t>
            </a:fld>
            <a:endParaRPr lang="de-AT"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PlaceHolder 1"/>
          <p:cNvSpPr>
            <a:spLocks noGrp="1" noRot="1" noChangeAspect="1"/>
          </p:cNvSpPr>
          <p:nvPr>
            <p:ph type="sldImg"/>
          </p:nvPr>
        </p:nvSpPr>
        <p:spPr>
          <a:xfrm>
            <a:off x="685800" y="1143000"/>
            <a:ext cx="5486400" cy="3086100"/>
          </a:xfrm>
          <a:prstGeom prst="rect">
            <a:avLst/>
          </a:prstGeom>
          <a:ln w="0">
            <a:noFill/>
          </a:ln>
        </p:spPr>
      </p:sp>
      <p:sp>
        <p:nvSpPr>
          <p:cNvPr id="2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de-AT" sz="2000" b="0" strike="noStrike" spc="-1" dirty="0">
                <a:solidFill>
                  <a:srgbClr val="000000"/>
                </a:solidFill>
                <a:latin typeface="Arial"/>
              </a:rPr>
              <a:t>After </a:t>
            </a:r>
            <a:r>
              <a:rPr lang="de-AT" sz="2000" b="0" strike="noStrike" spc="-1" dirty="0" err="1">
                <a:solidFill>
                  <a:srgbClr val="000000"/>
                </a:solidFill>
                <a:latin typeface="Arial"/>
              </a:rPr>
              <a:t>the</a:t>
            </a:r>
            <a:r>
              <a:rPr lang="de-AT" sz="2000" b="0" strike="noStrike" spc="-1" dirty="0">
                <a:solidFill>
                  <a:srgbClr val="000000"/>
                </a:solidFill>
                <a:latin typeface="Arial"/>
              </a:rPr>
              <a:t> PRISMA </a:t>
            </a:r>
            <a:r>
              <a:rPr lang="de-AT" sz="2000" b="0" strike="noStrike" spc="-1" dirty="0" err="1">
                <a:solidFill>
                  <a:srgbClr val="000000"/>
                </a:solidFill>
                <a:latin typeface="Arial"/>
              </a:rPr>
              <a:t>process</a:t>
            </a:r>
            <a:r>
              <a:rPr lang="de-AT" sz="2000" b="0" strike="noStrike" spc="-1" dirty="0">
                <a:solidFill>
                  <a:srgbClr val="000000"/>
                </a:solidFill>
                <a:latin typeface="Arial"/>
              </a:rPr>
              <a:t>, </a:t>
            </a:r>
            <a:r>
              <a:rPr lang="de-AT" sz="2000" b="0" strike="noStrike" spc="-1" dirty="0" err="1">
                <a:solidFill>
                  <a:srgbClr val="000000"/>
                </a:solidFill>
                <a:latin typeface="Arial"/>
              </a:rPr>
              <a:t>it</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useful</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look</a:t>
            </a:r>
            <a:r>
              <a:rPr lang="de-AT" sz="2000" b="0" strike="noStrike" spc="-1" dirty="0">
                <a:solidFill>
                  <a:srgbClr val="000000"/>
                </a:solidFill>
                <a:latin typeface="Arial"/>
              </a:rPr>
              <a:t>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characteristics</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69 </a:t>
            </a:r>
            <a:r>
              <a:rPr lang="de-AT" sz="2000" b="0" strike="noStrike" spc="-1" dirty="0" err="1">
                <a:solidFill>
                  <a:srgbClr val="000000"/>
                </a:solidFill>
                <a:latin typeface="Arial"/>
              </a:rPr>
              <a:t>included</a:t>
            </a:r>
            <a:r>
              <a:rPr lang="de-AT" sz="2000" b="0" strike="noStrike" spc="-1" dirty="0">
                <a:solidFill>
                  <a:srgbClr val="000000"/>
                </a:solidFill>
                <a:latin typeface="Arial"/>
              </a:rPr>
              <a:t> </a:t>
            </a:r>
            <a:r>
              <a:rPr lang="de-AT" sz="2000" b="0" strike="noStrike" spc="-1" dirty="0" err="1">
                <a:solidFill>
                  <a:srgbClr val="000000"/>
                </a:solidFill>
                <a:latin typeface="Arial"/>
              </a:rPr>
              <a:t>studies</a:t>
            </a:r>
            <a:r>
              <a:rPr lang="de-AT" sz="2000" b="0" strike="noStrike" spc="-1" dirty="0">
                <a:solidFill>
                  <a:srgbClr val="000000"/>
                </a:solidFill>
                <a:latin typeface="Arial"/>
              </a:rPr>
              <a:t> (not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meta</a:t>
            </a:r>
            <a:r>
              <a:rPr lang="de-AT" sz="2000" b="0" strike="noStrike" spc="-1" dirty="0">
                <a:solidFill>
                  <a:srgbClr val="000000"/>
                </a:solidFill>
                <a:latin typeface="Arial"/>
              </a:rPr>
              <a:t> </a:t>
            </a:r>
            <a:r>
              <a:rPr lang="de-AT" sz="2000" b="0" strike="noStrike" spc="-1" dirty="0" err="1">
                <a:solidFill>
                  <a:srgbClr val="000000"/>
                </a:solidFill>
                <a:latin typeface="Arial"/>
              </a:rPr>
              <a:t>analysis</a:t>
            </a:r>
            <a:r>
              <a:rPr lang="de-AT" sz="2000" b="0" strike="noStrike" spc="-1" dirty="0">
                <a:solidFill>
                  <a:srgbClr val="000000"/>
                </a:solidFill>
                <a:latin typeface="Arial"/>
              </a:rPr>
              <a:t> but </a:t>
            </a:r>
            <a:r>
              <a:rPr lang="de-AT" sz="2000" b="0" strike="noStrike" spc="-1" dirty="0" err="1">
                <a:solidFill>
                  <a:srgbClr val="000000"/>
                </a:solidFill>
                <a:latin typeface="Arial"/>
              </a:rPr>
              <a:t>for</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systematic</a:t>
            </a:r>
            <a:r>
              <a:rPr lang="de-AT" sz="2000" b="0" strike="noStrike" spc="-1" dirty="0">
                <a:solidFill>
                  <a:srgbClr val="000000"/>
                </a:solidFill>
                <a:latin typeface="Arial"/>
              </a:rPr>
              <a:t> review) </a:t>
            </a:r>
            <a:r>
              <a:rPr lang="de-AT" sz="2000" b="0" strike="noStrike" spc="-1" dirty="0" err="1">
                <a:solidFill>
                  <a:srgbClr val="000000"/>
                </a:solidFill>
                <a:latin typeface="Arial"/>
              </a:rPr>
              <a:t>as</a:t>
            </a:r>
            <a:r>
              <a:rPr lang="de-AT" sz="2000" b="0" strike="noStrike" spc="-1" dirty="0">
                <a:solidFill>
                  <a:srgbClr val="000000"/>
                </a:solidFill>
                <a:latin typeface="Arial"/>
              </a:rPr>
              <a:t> </a:t>
            </a:r>
            <a:r>
              <a:rPr lang="de-AT" sz="2000" b="0" strike="noStrike" spc="-1" dirty="0" err="1">
                <a:solidFill>
                  <a:srgbClr val="000000"/>
                </a:solidFill>
                <a:latin typeface="Arial"/>
              </a:rPr>
              <a:t>some</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you</a:t>
            </a:r>
            <a:r>
              <a:rPr lang="de-AT" sz="2000" b="0" strike="noStrike" spc="-1" dirty="0">
                <a:solidFill>
                  <a:srgbClr val="000000"/>
                </a:solidFill>
                <a:latin typeface="Arial"/>
              </a:rPr>
              <a:t> </a:t>
            </a:r>
            <a:r>
              <a:rPr lang="de-AT" sz="2000" b="0" strike="noStrike" spc="-1" dirty="0" err="1">
                <a:solidFill>
                  <a:srgbClr val="000000"/>
                </a:solidFill>
                <a:latin typeface="Arial"/>
              </a:rPr>
              <a:t>always</a:t>
            </a:r>
            <a:r>
              <a:rPr lang="de-AT" sz="2000" b="0" strike="noStrike" spc="-1" dirty="0">
                <a:solidFill>
                  <a:srgbClr val="000000"/>
                </a:solidFill>
                <a:latin typeface="Arial"/>
              </a:rPr>
              <a:t> </a:t>
            </a:r>
            <a:r>
              <a:rPr lang="de-AT" sz="2000" b="0" strike="noStrike" spc="-1" dirty="0" err="1">
                <a:solidFill>
                  <a:srgbClr val="000000"/>
                </a:solidFill>
                <a:latin typeface="Arial"/>
              </a:rPr>
              <a:t>want</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know</a:t>
            </a:r>
            <a:r>
              <a:rPr lang="de-AT" sz="2000" b="0" strike="noStrike" spc="-1" dirty="0">
                <a:solidFill>
                  <a:srgbClr val="000000"/>
                </a:solidFill>
                <a:latin typeface="Arial"/>
              </a:rPr>
              <a:t> </a:t>
            </a:r>
            <a:r>
              <a:rPr lang="de-AT" sz="2000" b="0" strike="noStrike" spc="-1" dirty="0" err="1">
                <a:solidFill>
                  <a:srgbClr val="000000"/>
                </a:solidFill>
                <a:latin typeface="Arial"/>
              </a:rPr>
              <a:t>where</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took</a:t>
            </a:r>
            <a:r>
              <a:rPr lang="de-AT" sz="2000" b="0" strike="noStrike" spc="-1" dirty="0">
                <a:solidFill>
                  <a:srgbClr val="000000"/>
                </a:solidFill>
                <a:latin typeface="Arial"/>
              </a:rPr>
              <a:t> </a:t>
            </a:r>
            <a:r>
              <a:rPr lang="de-AT" sz="2000" b="0" strike="noStrike" spc="-1" dirty="0" err="1">
                <a:solidFill>
                  <a:srgbClr val="000000"/>
                </a:solidFill>
                <a:latin typeface="Arial"/>
              </a:rPr>
              <a:t>place</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The </a:t>
            </a:r>
            <a:r>
              <a:rPr lang="de-AT" sz="2000" b="0" strike="noStrike" spc="-1" dirty="0" err="1">
                <a:solidFill>
                  <a:srgbClr val="000000"/>
                </a:solidFill>
                <a:latin typeface="Arial"/>
              </a:rPr>
              <a:t>table</a:t>
            </a:r>
            <a:r>
              <a:rPr lang="de-AT" sz="2000" b="0" strike="noStrike" spc="-1" dirty="0">
                <a:solidFill>
                  <a:srgbClr val="000000"/>
                </a:solidFill>
                <a:latin typeface="Arial"/>
              </a:rPr>
              <a:t> </a:t>
            </a:r>
            <a:r>
              <a:rPr lang="de-AT" sz="2000" b="0" strike="noStrike" spc="-1" dirty="0" err="1">
                <a:solidFill>
                  <a:srgbClr val="000000"/>
                </a:solidFill>
                <a:latin typeface="Arial"/>
              </a:rPr>
              <a:t>shows</a:t>
            </a:r>
            <a:r>
              <a:rPr lang="de-AT" sz="2000" b="0" strike="noStrike" spc="-1" dirty="0">
                <a:solidFill>
                  <a:srgbClr val="000000"/>
                </a:solidFill>
                <a:latin typeface="Arial"/>
              </a:rPr>
              <a:t> </a:t>
            </a:r>
            <a:r>
              <a:rPr lang="de-AT" sz="2000" b="0" strike="noStrike" spc="-1" dirty="0" err="1">
                <a:solidFill>
                  <a:srgbClr val="000000"/>
                </a:solidFill>
                <a:latin typeface="Arial"/>
              </a:rPr>
              <a:t>that</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evidence</a:t>
            </a:r>
            <a:r>
              <a:rPr lang="de-AT" sz="2000" b="0" strike="noStrike" spc="-1" dirty="0">
                <a:solidFill>
                  <a:srgbClr val="000000"/>
                </a:solidFill>
                <a:latin typeface="Arial"/>
              </a:rPr>
              <a:t> </a:t>
            </a:r>
            <a:r>
              <a:rPr lang="de-AT" sz="2000" b="0" strike="noStrike" spc="-1" dirty="0" err="1">
                <a:solidFill>
                  <a:srgbClr val="000000"/>
                </a:solidFill>
                <a:latin typeface="Arial"/>
              </a:rPr>
              <a:t>base</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very</a:t>
            </a:r>
            <a:r>
              <a:rPr lang="de-AT" sz="2000" b="0" strike="noStrike" spc="-1" dirty="0">
                <a:solidFill>
                  <a:srgbClr val="000000"/>
                </a:solidFill>
                <a:latin typeface="Arial"/>
              </a:rPr>
              <a:t> </a:t>
            </a:r>
            <a:r>
              <a:rPr lang="de-AT" sz="2000" b="0" strike="noStrike" spc="-1" dirty="0" err="1">
                <a:solidFill>
                  <a:srgbClr val="000000"/>
                </a:solidFill>
                <a:latin typeface="Arial"/>
              </a:rPr>
              <a:t>recent</a:t>
            </a:r>
            <a:r>
              <a:rPr lang="de-AT" sz="2000" b="0" strike="noStrike" spc="-1" dirty="0">
                <a:solidFill>
                  <a:srgbClr val="000000"/>
                </a:solidFill>
                <a:latin typeface="Arial"/>
              </a:rPr>
              <a:t>: </a:t>
            </a:r>
            <a:r>
              <a:rPr lang="de-AT" sz="2000" b="0" strike="noStrike" spc="-1" dirty="0" err="1">
                <a:solidFill>
                  <a:srgbClr val="000000"/>
                </a:solidFill>
                <a:latin typeface="Arial"/>
              </a:rPr>
              <a:t>more</a:t>
            </a:r>
            <a:r>
              <a:rPr lang="de-AT" sz="2000" b="0" strike="noStrike" spc="-1" dirty="0">
                <a:solidFill>
                  <a:srgbClr val="000000"/>
                </a:solidFill>
                <a:latin typeface="Arial"/>
              </a:rPr>
              <a:t> </a:t>
            </a:r>
            <a:r>
              <a:rPr lang="de-AT" sz="2000" b="0" strike="noStrike" spc="-1" dirty="0" err="1">
                <a:solidFill>
                  <a:srgbClr val="000000"/>
                </a:solidFill>
                <a:latin typeface="Arial"/>
              </a:rPr>
              <a:t>than</a:t>
            </a:r>
            <a:r>
              <a:rPr lang="de-AT" sz="2000" b="0" strike="noStrike" spc="-1" dirty="0">
                <a:solidFill>
                  <a:srgbClr val="000000"/>
                </a:solidFill>
                <a:latin typeface="Arial"/>
              </a:rPr>
              <a:t> 80 </a:t>
            </a:r>
            <a:r>
              <a:rPr lang="de-AT" sz="2000" b="0" strike="noStrike" spc="-1" dirty="0" err="1">
                <a:solidFill>
                  <a:srgbClr val="000000"/>
                </a:solidFill>
                <a:latin typeface="Arial"/>
              </a:rPr>
              <a:t>percent</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were</a:t>
            </a:r>
            <a:r>
              <a:rPr lang="de-AT" sz="2000" b="0" strike="noStrike" spc="-1" dirty="0">
                <a:solidFill>
                  <a:srgbClr val="000000"/>
                </a:solidFill>
                <a:latin typeface="Arial"/>
              </a:rPr>
              <a:t> </a:t>
            </a:r>
            <a:r>
              <a:rPr lang="de-AT" sz="2000" b="0" strike="noStrike" spc="-1" dirty="0" err="1">
                <a:solidFill>
                  <a:srgbClr val="000000"/>
                </a:solidFill>
                <a:latin typeface="Arial"/>
              </a:rPr>
              <a:t>published</a:t>
            </a:r>
            <a:r>
              <a:rPr lang="de-AT" sz="2000" b="0" strike="noStrike" spc="-1" dirty="0">
                <a:solidFill>
                  <a:srgbClr val="000000"/>
                </a:solidFill>
                <a:latin typeface="Arial"/>
              </a:rPr>
              <a:t> in 2024, </a:t>
            </a:r>
            <a:r>
              <a:rPr lang="de-AT" sz="2000" b="0" strike="noStrike" spc="-1" dirty="0" err="1">
                <a:solidFill>
                  <a:srgbClr val="000000"/>
                </a:solidFill>
                <a:latin typeface="Arial"/>
              </a:rPr>
              <a:t>which</a:t>
            </a:r>
            <a:r>
              <a:rPr lang="de-AT" sz="2000" b="0" strike="noStrike" spc="-1" dirty="0">
                <a:solidFill>
                  <a:srgbClr val="000000"/>
                </a:solidFill>
                <a:latin typeface="Arial"/>
              </a:rPr>
              <a:t> </a:t>
            </a:r>
            <a:r>
              <a:rPr lang="de-AT" sz="2000" b="0" strike="noStrike" spc="-1" dirty="0" err="1">
                <a:solidFill>
                  <a:srgbClr val="000000"/>
                </a:solidFill>
                <a:latin typeface="Arial"/>
              </a:rPr>
              <a:t>reflects</a:t>
            </a:r>
            <a:r>
              <a:rPr lang="de-AT" sz="2000" b="0" strike="noStrike" spc="-1" dirty="0">
                <a:solidFill>
                  <a:srgbClr val="000000"/>
                </a:solidFill>
                <a:latin typeface="Arial"/>
              </a:rPr>
              <a:t> </a:t>
            </a:r>
            <a:r>
              <a:rPr lang="de-AT" sz="2000" b="0" strike="noStrike" spc="-1" dirty="0" err="1">
                <a:solidFill>
                  <a:srgbClr val="000000"/>
                </a:solidFill>
                <a:latin typeface="Arial"/>
              </a:rPr>
              <a:t>how</a:t>
            </a:r>
            <a:r>
              <a:rPr lang="de-AT" sz="2000" b="0" strike="noStrike" spc="-1" dirty="0">
                <a:solidFill>
                  <a:srgbClr val="000000"/>
                </a:solidFill>
                <a:latin typeface="Arial"/>
              </a:rPr>
              <a:t> </a:t>
            </a:r>
            <a:r>
              <a:rPr lang="de-AT" sz="2000" b="0" strike="noStrike" spc="-1" dirty="0" err="1">
                <a:solidFill>
                  <a:srgbClr val="000000"/>
                </a:solidFill>
                <a:latin typeface="Arial"/>
              </a:rPr>
              <a:t>quickly</a:t>
            </a:r>
            <a:r>
              <a:rPr lang="de-AT" sz="2000" b="0" strike="noStrike" spc="-1" dirty="0">
                <a:solidFill>
                  <a:srgbClr val="000000"/>
                </a:solidFill>
                <a:latin typeface="Arial"/>
              </a:rPr>
              <a:t> </a:t>
            </a:r>
            <a:r>
              <a:rPr lang="de-AT" sz="2000" b="0" strike="noStrike" spc="-1" dirty="0" err="1">
                <a:solidFill>
                  <a:srgbClr val="000000"/>
                </a:solidFill>
                <a:latin typeface="Arial"/>
              </a:rPr>
              <a:t>research</a:t>
            </a:r>
            <a:r>
              <a:rPr lang="de-AT" sz="2000" b="0" strike="noStrike" spc="-1" dirty="0">
                <a:solidFill>
                  <a:srgbClr val="000000"/>
                </a:solidFill>
                <a:latin typeface="Arial"/>
              </a:rPr>
              <a:t> on ChatGPT in </a:t>
            </a:r>
            <a:r>
              <a:rPr lang="de-AT" sz="2000" b="0" strike="noStrike" spc="-1" dirty="0" err="1">
                <a:solidFill>
                  <a:srgbClr val="000000"/>
                </a:solidFill>
                <a:latin typeface="Arial"/>
              </a:rPr>
              <a:t>education</a:t>
            </a:r>
            <a:r>
              <a:rPr lang="de-AT" sz="2000" b="0" strike="noStrike" spc="-1" dirty="0">
                <a:solidFill>
                  <a:srgbClr val="000000"/>
                </a:solidFill>
                <a:latin typeface="Arial"/>
              </a:rPr>
              <a:t> </a:t>
            </a:r>
            <a:r>
              <a:rPr lang="de-AT" sz="2000" b="0" strike="noStrike" spc="-1" dirty="0" err="1">
                <a:solidFill>
                  <a:srgbClr val="000000"/>
                </a:solidFill>
                <a:latin typeface="Arial"/>
              </a:rPr>
              <a:t>has</a:t>
            </a:r>
            <a:r>
              <a:rPr lang="de-AT" sz="2000" b="0" strike="noStrike" spc="-1" dirty="0">
                <a:solidFill>
                  <a:srgbClr val="000000"/>
                </a:solidFill>
                <a:latin typeface="Arial"/>
              </a:rPr>
              <a:t> </a:t>
            </a:r>
            <a:r>
              <a:rPr lang="de-AT" sz="2000" b="0" strike="noStrike" spc="-1" dirty="0" err="1">
                <a:solidFill>
                  <a:srgbClr val="000000"/>
                </a:solidFill>
                <a:latin typeface="Arial"/>
              </a:rPr>
              <a:t>developed</a:t>
            </a:r>
            <a:r>
              <a:rPr lang="de-AT" sz="2000" b="0" strike="noStrike" spc="-1" dirty="0">
                <a:solidFill>
                  <a:srgbClr val="000000"/>
                </a:solidFill>
                <a:latin typeface="Arial"/>
              </a:rPr>
              <a:t> and </a:t>
            </a:r>
            <a:r>
              <a:rPr lang="de-AT" sz="2000" b="0" strike="noStrike" spc="-1" dirty="0" err="1">
                <a:solidFill>
                  <a:srgbClr val="000000"/>
                </a:solidFill>
                <a:latin typeface="Arial"/>
              </a:rPr>
              <a:t>is</a:t>
            </a:r>
            <a:r>
              <a:rPr lang="de-AT" sz="2000" b="0" strike="noStrike" spc="-1" dirty="0">
                <a:solidFill>
                  <a:srgbClr val="000000"/>
                </a:solidFill>
                <a:latin typeface="Arial"/>
              </a:rPr>
              <a:t> still </a:t>
            </a:r>
            <a:r>
              <a:rPr lang="de-AT" sz="2000" b="0" strike="noStrike" spc="-1" dirty="0" err="1">
                <a:solidFill>
                  <a:srgbClr val="000000"/>
                </a:solidFill>
                <a:latin typeface="Arial"/>
              </a:rPr>
              <a:t>developing</a:t>
            </a:r>
            <a:r>
              <a:rPr lang="de-AT" sz="2000" b="0" strike="noStrike" spc="-1" dirty="0">
                <a:solidFill>
                  <a:srgbClr val="000000"/>
                </a:solidFill>
                <a:latin typeface="Arial"/>
              </a:rPr>
              <a:t> </a:t>
            </a:r>
            <a:r>
              <a:rPr lang="de-AT" sz="2000" b="0" strike="noStrike" spc="-1" dirty="0" err="1">
                <a:solidFill>
                  <a:srgbClr val="000000"/>
                </a:solidFill>
                <a:latin typeface="Arial"/>
              </a:rPr>
              <a:t>further</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Most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were</a:t>
            </a:r>
            <a:r>
              <a:rPr lang="de-AT" sz="2000" b="0" strike="noStrike" spc="-1" dirty="0">
                <a:solidFill>
                  <a:srgbClr val="000000"/>
                </a:solidFill>
                <a:latin typeface="Arial"/>
              </a:rPr>
              <a:t> </a:t>
            </a:r>
            <a:r>
              <a:rPr lang="de-AT" sz="2000" b="0" strike="noStrike" spc="-1" dirty="0" err="1">
                <a:solidFill>
                  <a:srgbClr val="000000"/>
                </a:solidFill>
                <a:latin typeface="Arial"/>
              </a:rPr>
              <a:t>journal</a:t>
            </a:r>
            <a:r>
              <a:rPr lang="de-AT" sz="2000" b="0" strike="noStrike" spc="-1" dirty="0">
                <a:solidFill>
                  <a:srgbClr val="000000"/>
                </a:solidFill>
                <a:latin typeface="Arial"/>
              </a:rPr>
              <a:t> </a:t>
            </a:r>
            <a:r>
              <a:rPr lang="de-AT" sz="2000" b="0" strike="noStrike" spc="-1" dirty="0" err="1">
                <a:solidFill>
                  <a:srgbClr val="000000"/>
                </a:solidFill>
                <a:latin typeface="Arial"/>
              </a:rPr>
              <a:t>articles</a:t>
            </a:r>
            <a:r>
              <a:rPr lang="de-AT" sz="2000" b="0" strike="noStrike" spc="-1" dirty="0">
                <a:solidFill>
                  <a:srgbClr val="000000"/>
                </a:solidFill>
                <a:latin typeface="Arial"/>
              </a:rPr>
              <a:t>, </a:t>
            </a:r>
            <a:r>
              <a:rPr lang="de-AT" sz="2000" b="0" strike="noStrike" spc="-1" dirty="0" err="1">
                <a:solidFill>
                  <a:srgbClr val="000000"/>
                </a:solidFill>
                <a:latin typeface="Arial"/>
              </a:rPr>
              <a:t>about</a:t>
            </a:r>
            <a:r>
              <a:rPr lang="de-AT" sz="2000" b="0" strike="noStrike" spc="-1" dirty="0">
                <a:solidFill>
                  <a:srgbClr val="000000"/>
                </a:solidFill>
                <a:latin typeface="Arial"/>
              </a:rPr>
              <a:t> 84 </a:t>
            </a:r>
            <a:r>
              <a:rPr lang="de-AT" sz="2000" b="0" strike="noStrike" spc="-1" dirty="0" err="1">
                <a:solidFill>
                  <a:srgbClr val="000000"/>
                </a:solidFill>
                <a:latin typeface="Arial"/>
              </a:rPr>
              <a:t>percent</a:t>
            </a:r>
            <a:r>
              <a:rPr lang="de-AT" sz="2000" b="0" strike="noStrike" spc="-1" dirty="0">
                <a:solidFill>
                  <a:srgbClr val="000000"/>
                </a:solidFill>
                <a:latin typeface="Arial"/>
              </a:rPr>
              <a:t>, </a:t>
            </a:r>
            <a:r>
              <a:rPr lang="de-AT" sz="2000" b="0" strike="noStrike" spc="-1" dirty="0" err="1">
                <a:solidFill>
                  <a:srgbClr val="000000"/>
                </a:solidFill>
                <a:latin typeface="Arial"/>
              </a:rPr>
              <a:t>while</a:t>
            </a:r>
            <a:r>
              <a:rPr lang="de-AT" sz="2000" b="0" strike="noStrike" spc="-1" dirty="0">
                <a:solidFill>
                  <a:srgbClr val="000000"/>
                </a:solidFill>
                <a:latin typeface="Arial"/>
              </a:rPr>
              <a:t> </a:t>
            </a:r>
            <a:r>
              <a:rPr lang="de-AT" sz="2000" b="0" strike="noStrike" spc="-1" dirty="0" err="1">
                <a:solidFill>
                  <a:srgbClr val="000000"/>
                </a:solidFill>
                <a:latin typeface="Arial"/>
              </a:rPr>
              <a:t>around</a:t>
            </a:r>
            <a:r>
              <a:rPr lang="de-AT" sz="2000" b="0" strike="noStrike" spc="-1" dirty="0">
                <a:solidFill>
                  <a:srgbClr val="000000"/>
                </a:solidFill>
                <a:latin typeface="Arial"/>
              </a:rPr>
              <a:t> 16 </a:t>
            </a:r>
            <a:r>
              <a:rPr lang="de-AT" sz="2000" b="0" strike="noStrike" spc="-1" dirty="0" err="1">
                <a:solidFill>
                  <a:srgbClr val="000000"/>
                </a:solidFill>
                <a:latin typeface="Arial"/>
              </a:rPr>
              <a:t>percent</a:t>
            </a:r>
            <a:r>
              <a:rPr lang="de-AT" sz="2000" b="0" strike="noStrike" spc="-1" dirty="0">
                <a:solidFill>
                  <a:srgbClr val="000000"/>
                </a:solidFill>
                <a:latin typeface="Arial"/>
              </a:rPr>
              <a:t> </a:t>
            </a:r>
            <a:r>
              <a:rPr lang="de-AT" sz="2000" b="0" strike="noStrike" spc="-1" dirty="0" err="1">
                <a:solidFill>
                  <a:srgbClr val="000000"/>
                </a:solidFill>
                <a:latin typeface="Arial"/>
              </a:rPr>
              <a:t>were</a:t>
            </a:r>
            <a:r>
              <a:rPr lang="de-AT" sz="2000" b="0" strike="noStrike" spc="-1" dirty="0">
                <a:solidFill>
                  <a:srgbClr val="000000"/>
                </a:solidFill>
                <a:latin typeface="Arial"/>
              </a:rPr>
              <a:t> </a:t>
            </a:r>
            <a:r>
              <a:rPr lang="de-AT" sz="2000" b="0" strike="noStrike" spc="-1" dirty="0" err="1">
                <a:solidFill>
                  <a:srgbClr val="000000"/>
                </a:solidFill>
                <a:latin typeface="Arial"/>
              </a:rPr>
              <a:t>conference</a:t>
            </a:r>
            <a:r>
              <a:rPr lang="de-AT" sz="2000" b="0" strike="noStrike" spc="-1" dirty="0">
                <a:solidFill>
                  <a:srgbClr val="000000"/>
                </a:solidFill>
                <a:latin typeface="Arial"/>
              </a:rPr>
              <a:t> </a:t>
            </a:r>
            <a:r>
              <a:rPr lang="de-AT" sz="2000" b="0" strike="noStrike" spc="-1" dirty="0" err="1">
                <a:solidFill>
                  <a:srgbClr val="000000"/>
                </a:solidFill>
                <a:latin typeface="Arial"/>
              </a:rPr>
              <a:t>papers</a:t>
            </a:r>
            <a:r>
              <a:rPr lang="de-AT" sz="2000" b="0" strike="noStrike" spc="-1" dirty="0">
                <a:solidFill>
                  <a:srgbClr val="000000"/>
                </a:solidFill>
                <a:latin typeface="Arial"/>
              </a:rPr>
              <a:t>. This </a:t>
            </a:r>
            <a:r>
              <a:rPr lang="de-AT" sz="2000" b="0" strike="noStrike" spc="-1" dirty="0" err="1">
                <a:solidFill>
                  <a:srgbClr val="000000"/>
                </a:solidFill>
                <a:latin typeface="Arial"/>
              </a:rPr>
              <a:t>strengthens</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credibility</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review, </a:t>
            </a:r>
            <a:r>
              <a:rPr lang="de-AT" sz="2000" b="0" strike="noStrike" spc="-1" dirty="0" err="1">
                <a:solidFill>
                  <a:srgbClr val="000000"/>
                </a:solidFill>
                <a:latin typeface="Arial"/>
              </a:rPr>
              <a:t>since</a:t>
            </a:r>
            <a:r>
              <a:rPr lang="de-AT" sz="2000" b="0" strike="noStrike" spc="-1" dirty="0">
                <a:solidFill>
                  <a:srgbClr val="000000"/>
                </a:solidFill>
                <a:latin typeface="Arial"/>
              </a:rPr>
              <a:t> </a:t>
            </a:r>
            <a:r>
              <a:rPr lang="de-AT" sz="2000" b="0" strike="noStrike" spc="-1" dirty="0" err="1">
                <a:solidFill>
                  <a:srgbClr val="000000"/>
                </a:solidFill>
                <a:latin typeface="Arial"/>
              </a:rPr>
              <a:t>journal</a:t>
            </a:r>
            <a:r>
              <a:rPr lang="de-AT" sz="2000" b="0" strike="noStrike" spc="-1" dirty="0">
                <a:solidFill>
                  <a:srgbClr val="000000"/>
                </a:solidFill>
                <a:latin typeface="Arial"/>
              </a:rPr>
              <a:t> </a:t>
            </a:r>
            <a:r>
              <a:rPr lang="de-AT" sz="2000" b="0" strike="noStrike" spc="-1" dirty="0" err="1">
                <a:solidFill>
                  <a:srgbClr val="000000"/>
                </a:solidFill>
                <a:latin typeface="Arial"/>
              </a:rPr>
              <a:t>articles</a:t>
            </a:r>
            <a:r>
              <a:rPr lang="de-AT" sz="2000" b="0" strike="noStrike" spc="-1" dirty="0">
                <a:solidFill>
                  <a:srgbClr val="000000"/>
                </a:solidFill>
                <a:latin typeface="Arial"/>
              </a:rPr>
              <a:t> </a:t>
            </a:r>
            <a:r>
              <a:rPr lang="de-AT" sz="2000" b="0" strike="noStrike" spc="-1" dirty="0" err="1">
                <a:solidFill>
                  <a:srgbClr val="000000"/>
                </a:solidFill>
                <a:latin typeface="Arial"/>
              </a:rPr>
              <a:t>usually</a:t>
            </a:r>
            <a:r>
              <a:rPr lang="de-AT" sz="2000" b="0" strike="noStrike" spc="-1" dirty="0">
                <a:solidFill>
                  <a:srgbClr val="000000"/>
                </a:solidFill>
                <a:latin typeface="Arial"/>
              </a:rPr>
              <a:t> </a:t>
            </a:r>
            <a:r>
              <a:rPr lang="de-AT" sz="2000" b="0" strike="noStrike" spc="-1" dirty="0" err="1">
                <a:solidFill>
                  <a:srgbClr val="000000"/>
                </a:solidFill>
                <a:latin typeface="Arial"/>
              </a:rPr>
              <a:t>undergo</a:t>
            </a:r>
            <a:r>
              <a:rPr lang="de-AT" sz="2000" b="0" strike="noStrike" spc="-1" dirty="0">
                <a:solidFill>
                  <a:srgbClr val="000000"/>
                </a:solidFill>
                <a:latin typeface="Arial"/>
              </a:rPr>
              <a:t> a </a:t>
            </a:r>
            <a:r>
              <a:rPr lang="de-AT" sz="2000" b="0" strike="noStrike" spc="-1" dirty="0" err="1">
                <a:solidFill>
                  <a:srgbClr val="000000"/>
                </a:solidFill>
                <a:latin typeface="Arial"/>
              </a:rPr>
              <a:t>more</a:t>
            </a:r>
            <a:r>
              <a:rPr lang="de-AT" sz="2000" b="0" strike="noStrike" spc="-1" dirty="0">
                <a:solidFill>
                  <a:srgbClr val="000000"/>
                </a:solidFill>
                <a:latin typeface="Arial"/>
              </a:rPr>
              <a:t> </a:t>
            </a:r>
            <a:r>
              <a:rPr lang="de-AT" sz="2000" b="0" strike="noStrike" spc="-1" dirty="0" err="1">
                <a:solidFill>
                  <a:srgbClr val="000000"/>
                </a:solidFill>
                <a:latin typeface="Arial"/>
              </a:rPr>
              <a:t>rigorous</a:t>
            </a:r>
            <a:r>
              <a:rPr lang="de-AT" sz="2000" b="0" strike="noStrike" spc="-1" dirty="0">
                <a:solidFill>
                  <a:srgbClr val="000000"/>
                </a:solidFill>
                <a:latin typeface="Arial"/>
              </a:rPr>
              <a:t> peer-review </a:t>
            </a:r>
            <a:r>
              <a:rPr lang="de-AT" sz="2000" b="0" strike="noStrike" spc="-1" dirty="0" err="1">
                <a:solidFill>
                  <a:srgbClr val="000000"/>
                </a:solidFill>
                <a:latin typeface="Arial"/>
              </a:rPr>
              <a:t>process</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err="1">
                <a:solidFill>
                  <a:srgbClr val="000000"/>
                </a:solidFill>
                <a:latin typeface="Arial"/>
              </a:rPr>
              <a:t>Another</a:t>
            </a:r>
            <a:r>
              <a:rPr lang="de-AT" sz="2000" b="0" strike="noStrike" spc="-1" dirty="0">
                <a:solidFill>
                  <a:srgbClr val="000000"/>
                </a:solidFill>
                <a:latin typeface="Arial"/>
              </a:rPr>
              <a:t> </a:t>
            </a:r>
            <a:r>
              <a:rPr lang="de-AT" sz="2000" b="0" strike="noStrike" spc="-1" dirty="0" err="1">
                <a:solidFill>
                  <a:srgbClr val="000000"/>
                </a:solidFill>
                <a:latin typeface="Arial"/>
              </a:rPr>
              <a:t>important</a:t>
            </a:r>
            <a:r>
              <a:rPr lang="de-AT" sz="2000" b="0" strike="noStrike" spc="-1" dirty="0">
                <a:solidFill>
                  <a:srgbClr val="000000"/>
                </a:solidFill>
                <a:latin typeface="Arial"/>
              </a:rPr>
              <a:t> </a:t>
            </a:r>
            <a:r>
              <a:rPr lang="de-AT" sz="2000" b="0" strike="noStrike" spc="-1" dirty="0" err="1">
                <a:solidFill>
                  <a:srgbClr val="000000"/>
                </a:solidFill>
                <a:latin typeface="Arial"/>
              </a:rPr>
              <a:t>point</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geographical</a:t>
            </a:r>
            <a:r>
              <a:rPr lang="de-AT" sz="2000" b="0" strike="noStrike" spc="-1" dirty="0">
                <a:solidFill>
                  <a:srgbClr val="000000"/>
                </a:solidFill>
                <a:latin typeface="Arial"/>
              </a:rPr>
              <a:t> </a:t>
            </a:r>
            <a:r>
              <a:rPr lang="de-AT" sz="2000" b="0" strike="noStrike" spc="-1" dirty="0" err="1">
                <a:solidFill>
                  <a:srgbClr val="000000"/>
                </a:solidFill>
                <a:latin typeface="Arial"/>
              </a:rPr>
              <a:t>distribution</a:t>
            </a:r>
            <a:r>
              <a:rPr lang="de-AT" sz="2000" b="0" strike="noStrike" spc="-1" dirty="0">
                <a:solidFill>
                  <a:srgbClr val="000000"/>
                </a:solidFill>
                <a:latin typeface="Arial"/>
              </a:rPr>
              <a:t>. More </a:t>
            </a:r>
            <a:r>
              <a:rPr lang="de-AT" sz="2000" b="0" strike="noStrike" spc="-1" dirty="0" err="1">
                <a:solidFill>
                  <a:srgbClr val="000000"/>
                </a:solidFill>
                <a:latin typeface="Arial"/>
              </a:rPr>
              <a:t>than</a:t>
            </a:r>
            <a:r>
              <a:rPr lang="de-AT" sz="2000" b="0" strike="noStrike" spc="-1" dirty="0">
                <a:solidFill>
                  <a:srgbClr val="000000"/>
                </a:solidFill>
                <a:latin typeface="Arial"/>
              </a:rPr>
              <a:t> 70 </a:t>
            </a:r>
            <a:r>
              <a:rPr lang="de-AT" sz="2000" b="0" strike="noStrike" spc="-1" dirty="0" err="1">
                <a:solidFill>
                  <a:srgbClr val="000000"/>
                </a:solidFill>
                <a:latin typeface="Arial"/>
              </a:rPr>
              <a:t>percent</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first</a:t>
            </a:r>
            <a:r>
              <a:rPr lang="de-AT" sz="2000" b="0" strike="noStrike" spc="-1" dirty="0">
                <a:solidFill>
                  <a:srgbClr val="000000"/>
                </a:solidFill>
                <a:latin typeface="Arial"/>
              </a:rPr>
              <a:t> </a:t>
            </a:r>
            <a:r>
              <a:rPr lang="de-AT" sz="2000" b="0" strike="noStrike" spc="-1" dirty="0" err="1">
                <a:solidFill>
                  <a:srgbClr val="000000"/>
                </a:solidFill>
                <a:latin typeface="Arial"/>
              </a:rPr>
              <a:t>authors</a:t>
            </a:r>
            <a:r>
              <a:rPr lang="de-AT" sz="2000" b="0" strike="noStrike" spc="-1" dirty="0">
                <a:solidFill>
                  <a:srgbClr val="000000"/>
                </a:solidFill>
                <a:latin typeface="Arial"/>
              </a:rPr>
              <a:t> </a:t>
            </a:r>
            <a:r>
              <a:rPr lang="de-AT" sz="2000" b="0" strike="noStrike" spc="-1" dirty="0" err="1">
                <a:solidFill>
                  <a:srgbClr val="000000"/>
                </a:solidFill>
                <a:latin typeface="Arial"/>
              </a:rPr>
              <a:t>were</a:t>
            </a:r>
            <a:r>
              <a:rPr lang="de-AT" sz="2000" b="0" strike="noStrike" spc="-1" dirty="0">
                <a:solidFill>
                  <a:srgbClr val="000000"/>
                </a:solidFill>
                <a:latin typeface="Arial"/>
              </a:rPr>
              <a:t> </a:t>
            </a:r>
            <a:r>
              <a:rPr lang="de-AT" sz="2000" b="0" strike="noStrike" spc="-1" dirty="0" err="1">
                <a:solidFill>
                  <a:srgbClr val="000000"/>
                </a:solidFill>
                <a:latin typeface="Arial"/>
              </a:rPr>
              <a:t>from</a:t>
            </a:r>
            <a:r>
              <a:rPr lang="de-AT" sz="2000" b="0" strike="noStrike" spc="-1" dirty="0">
                <a:solidFill>
                  <a:srgbClr val="000000"/>
                </a:solidFill>
                <a:latin typeface="Arial"/>
              </a:rPr>
              <a:t> Asia, and </a:t>
            </a:r>
            <a:r>
              <a:rPr lang="de-AT" sz="2000" b="0" strike="noStrike" spc="-1" dirty="0" err="1">
                <a:solidFill>
                  <a:srgbClr val="000000"/>
                </a:solidFill>
                <a:latin typeface="Arial"/>
              </a:rPr>
              <a:t>more</a:t>
            </a:r>
            <a:r>
              <a:rPr lang="de-AT" sz="2000" b="0" strike="noStrike" spc="-1" dirty="0">
                <a:solidFill>
                  <a:srgbClr val="000000"/>
                </a:solidFill>
                <a:latin typeface="Arial"/>
              </a:rPr>
              <a:t> </a:t>
            </a:r>
            <a:r>
              <a:rPr lang="de-AT" sz="2000" b="0" strike="noStrike" spc="-1" dirty="0" err="1">
                <a:solidFill>
                  <a:srgbClr val="000000"/>
                </a:solidFill>
                <a:latin typeface="Arial"/>
              </a:rPr>
              <a:t>than</a:t>
            </a:r>
            <a:r>
              <a:rPr lang="de-AT" sz="2000" b="0" strike="noStrike" spc="-1" dirty="0">
                <a:solidFill>
                  <a:srgbClr val="000000"/>
                </a:solidFill>
                <a:latin typeface="Arial"/>
              </a:rPr>
              <a:t> half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were</a:t>
            </a:r>
            <a:r>
              <a:rPr lang="de-AT" sz="2000" b="0" strike="noStrike" spc="-1" dirty="0">
                <a:solidFill>
                  <a:srgbClr val="000000"/>
                </a:solidFill>
                <a:latin typeface="Arial"/>
              </a:rPr>
              <a:t> also </a:t>
            </a:r>
            <a:r>
              <a:rPr lang="de-AT" sz="2000" b="0" strike="noStrike" spc="-1" dirty="0" err="1">
                <a:solidFill>
                  <a:srgbClr val="000000"/>
                </a:solidFill>
                <a:latin typeface="Arial"/>
              </a:rPr>
              <a:t>conducted</a:t>
            </a:r>
            <a:r>
              <a:rPr lang="de-AT" sz="2000" b="0" strike="noStrike" spc="-1" dirty="0">
                <a:solidFill>
                  <a:srgbClr val="000000"/>
                </a:solidFill>
                <a:latin typeface="Arial"/>
              </a:rPr>
              <a:t> in Asian </a:t>
            </a:r>
            <a:r>
              <a:rPr lang="de-AT" sz="2000" b="0" strike="noStrike" spc="-1" dirty="0" err="1">
                <a:solidFill>
                  <a:srgbClr val="000000"/>
                </a:solidFill>
                <a:latin typeface="Arial"/>
              </a:rPr>
              <a:t>educational</a:t>
            </a:r>
            <a:r>
              <a:rPr lang="de-AT" sz="2000" b="0" strike="noStrike" spc="-1" dirty="0">
                <a:solidFill>
                  <a:srgbClr val="000000"/>
                </a:solidFill>
                <a:latin typeface="Arial"/>
              </a:rPr>
              <a:t> </a:t>
            </a:r>
            <a:r>
              <a:rPr lang="de-AT" sz="2000" b="0" strike="noStrike" spc="-1" dirty="0" err="1">
                <a:solidFill>
                  <a:srgbClr val="000000"/>
                </a:solidFill>
                <a:latin typeface="Arial"/>
              </a:rPr>
              <a:t>contexts</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This </a:t>
            </a:r>
            <a:r>
              <a:rPr lang="de-AT" sz="2000" b="0" strike="noStrike" spc="-1" dirty="0" err="1">
                <a:solidFill>
                  <a:srgbClr val="000000"/>
                </a:solidFill>
                <a:latin typeface="Arial"/>
              </a:rPr>
              <a:t>shows</a:t>
            </a:r>
            <a:r>
              <a:rPr lang="de-AT" sz="2000" b="0" strike="noStrike" spc="-1" dirty="0">
                <a:solidFill>
                  <a:srgbClr val="000000"/>
                </a:solidFill>
                <a:latin typeface="Arial"/>
              </a:rPr>
              <a:t> strong </a:t>
            </a:r>
            <a:r>
              <a:rPr lang="de-AT" sz="2000" b="0" strike="noStrike" spc="-1" dirty="0" err="1">
                <a:solidFill>
                  <a:srgbClr val="000000"/>
                </a:solidFill>
                <a:latin typeface="Arial"/>
              </a:rPr>
              <a:t>research</a:t>
            </a:r>
            <a:r>
              <a:rPr lang="de-AT" sz="2000" b="0" strike="noStrike" spc="-1" dirty="0">
                <a:solidFill>
                  <a:srgbClr val="000000"/>
                </a:solidFill>
                <a:latin typeface="Arial"/>
              </a:rPr>
              <a:t> </a:t>
            </a:r>
            <a:r>
              <a:rPr lang="de-AT" sz="2000" b="0" strike="noStrike" spc="-1" dirty="0" err="1">
                <a:solidFill>
                  <a:srgbClr val="000000"/>
                </a:solidFill>
                <a:latin typeface="Arial"/>
              </a:rPr>
              <a:t>activity</a:t>
            </a:r>
            <a:r>
              <a:rPr lang="de-AT" sz="2000" b="0" strike="noStrike" spc="-1" dirty="0">
                <a:solidFill>
                  <a:srgbClr val="000000"/>
                </a:solidFill>
                <a:latin typeface="Arial"/>
              </a:rPr>
              <a:t> in Asia, but </a:t>
            </a:r>
            <a:r>
              <a:rPr lang="de-AT" sz="2000" b="0" strike="noStrike" spc="-1" dirty="0" err="1">
                <a:solidFill>
                  <a:srgbClr val="000000"/>
                </a:solidFill>
                <a:latin typeface="Arial"/>
              </a:rPr>
              <a:t>it</a:t>
            </a:r>
            <a:r>
              <a:rPr lang="de-AT" sz="2000" b="0" strike="noStrike" spc="-1" dirty="0">
                <a:solidFill>
                  <a:srgbClr val="000000"/>
                </a:solidFill>
                <a:latin typeface="Arial"/>
              </a:rPr>
              <a:t> also </a:t>
            </a:r>
            <a:r>
              <a:rPr lang="de-AT" sz="2000" b="0" strike="noStrike" spc="-1" dirty="0" err="1">
                <a:solidFill>
                  <a:srgbClr val="000000"/>
                </a:solidFill>
                <a:latin typeface="Arial"/>
              </a:rPr>
              <a:t>limits</a:t>
            </a:r>
            <a:r>
              <a:rPr lang="de-AT" sz="2000" b="0" strike="noStrike" spc="-1" dirty="0">
                <a:solidFill>
                  <a:srgbClr val="000000"/>
                </a:solidFill>
                <a:latin typeface="Arial"/>
              </a:rPr>
              <a:t> </a:t>
            </a:r>
            <a:r>
              <a:rPr lang="de-AT" sz="2000" b="0" strike="noStrike" spc="-1" dirty="0" err="1">
                <a:solidFill>
                  <a:srgbClr val="000000"/>
                </a:solidFill>
                <a:latin typeface="Arial"/>
              </a:rPr>
              <a:t>generalizability</a:t>
            </a:r>
            <a:r>
              <a:rPr lang="de-AT" sz="2000" b="0" strike="noStrike" spc="-1" dirty="0">
                <a:solidFill>
                  <a:srgbClr val="000000"/>
                </a:solidFill>
                <a:latin typeface="Arial"/>
              </a:rPr>
              <a:t>. Educational </a:t>
            </a:r>
            <a:r>
              <a:rPr lang="de-AT" sz="2000" b="0" strike="noStrike" spc="-1" dirty="0" err="1">
                <a:solidFill>
                  <a:srgbClr val="000000"/>
                </a:solidFill>
                <a:latin typeface="Arial"/>
              </a:rPr>
              <a:t>systems</a:t>
            </a:r>
            <a:r>
              <a:rPr lang="de-AT" sz="2000" b="0" strike="noStrike" spc="-1" dirty="0">
                <a:solidFill>
                  <a:srgbClr val="000000"/>
                </a:solidFill>
                <a:latin typeface="Arial"/>
              </a:rPr>
              <a:t> and </a:t>
            </a:r>
            <a:r>
              <a:rPr lang="de-AT" sz="2000" b="0" strike="noStrike" spc="-1" dirty="0" err="1">
                <a:solidFill>
                  <a:srgbClr val="000000"/>
                </a:solidFill>
                <a:latin typeface="Arial"/>
              </a:rPr>
              <a:t>technology</a:t>
            </a:r>
            <a:r>
              <a:rPr lang="de-AT" sz="2000" b="0" strike="noStrike" spc="-1" dirty="0">
                <a:solidFill>
                  <a:srgbClr val="000000"/>
                </a:solidFill>
                <a:latin typeface="Arial"/>
              </a:rPr>
              <a:t> </a:t>
            </a:r>
            <a:r>
              <a:rPr lang="de-AT" sz="2000" b="0" strike="noStrike" spc="-1" dirty="0" err="1">
                <a:solidFill>
                  <a:srgbClr val="000000"/>
                </a:solidFill>
                <a:latin typeface="Arial"/>
              </a:rPr>
              <a:t>use</a:t>
            </a:r>
            <a:r>
              <a:rPr lang="de-AT" sz="2000" b="0" strike="noStrike" spc="-1" dirty="0">
                <a:solidFill>
                  <a:srgbClr val="000000"/>
                </a:solidFill>
                <a:latin typeface="Arial"/>
              </a:rPr>
              <a:t> </a:t>
            </a:r>
            <a:r>
              <a:rPr lang="de-AT" sz="2000" b="0" strike="noStrike" spc="-1" dirty="0" err="1">
                <a:solidFill>
                  <a:srgbClr val="000000"/>
                </a:solidFill>
                <a:latin typeface="Arial"/>
              </a:rPr>
              <a:t>can</a:t>
            </a:r>
            <a:r>
              <a:rPr lang="de-AT" sz="2000" b="0" strike="noStrike" spc="-1" dirty="0">
                <a:solidFill>
                  <a:srgbClr val="000000"/>
                </a:solidFill>
                <a:latin typeface="Arial"/>
              </a:rPr>
              <a:t> </a:t>
            </a:r>
            <a:r>
              <a:rPr lang="de-AT" sz="2000" b="0" strike="noStrike" spc="-1" dirty="0" err="1">
                <a:solidFill>
                  <a:srgbClr val="000000"/>
                </a:solidFill>
                <a:latin typeface="Arial"/>
              </a:rPr>
              <a:t>differ</a:t>
            </a:r>
            <a:r>
              <a:rPr lang="de-AT" sz="2000" b="0" strike="noStrike" spc="-1" dirty="0">
                <a:solidFill>
                  <a:srgbClr val="000000"/>
                </a:solidFill>
                <a:latin typeface="Arial"/>
              </a:rPr>
              <a:t> </a:t>
            </a:r>
            <a:r>
              <a:rPr lang="de-AT" sz="2000" b="0" strike="noStrike" spc="-1" dirty="0" err="1">
                <a:solidFill>
                  <a:srgbClr val="000000"/>
                </a:solidFill>
                <a:latin typeface="Arial"/>
              </a:rPr>
              <a:t>across</a:t>
            </a:r>
            <a:r>
              <a:rPr lang="de-AT" sz="2000" b="0" strike="noStrike" spc="-1" dirty="0">
                <a:solidFill>
                  <a:srgbClr val="000000"/>
                </a:solidFill>
                <a:latin typeface="Arial"/>
              </a:rPr>
              <a:t> </a:t>
            </a:r>
            <a:r>
              <a:rPr lang="de-AT" sz="2000" b="0" strike="noStrike" spc="-1" dirty="0" err="1">
                <a:solidFill>
                  <a:srgbClr val="000000"/>
                </a:solidFill>
                <a:latin typeface="Arial"/>
              </a:rPr>
              <a:t>regions</a:t>
            </a:r>
            <a:r>
              <a:rPr lang="de-AT" sz="2000" b="0" strike="noStrike" spc="-1" dirty="0">
                <a:solidFill>
                  <a:srgbClr val="000000"/>
                </a:solidFill>
                <a:latin typeface="Arial"/>
              </a:rPr>
              <a:t>, so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findings</a:t>
            </a:r>
            <a:r>
              <a:rPr lang="de-AT" sz="2000" b="0" strike="noStrike" spc="-1" dirty="0">
                <a:solidFill>
                  <a:srgbClr val="000000"/>
                </a:solidFill>
                <a:latin typeface="Arial"/>
              </a:rPr>
              <a:t> </a:t>
            </a:r>
            <a:r>
              <a:rPr lang="de-AT" sz="2000" b="0" strike="noStrike" spc="-1" dirty="0" err="1">
                <a:solidFill>
                  <a:srgbClr val="000000"/>
                </a:solidFill>
                <a:latin typeface="Arial"/>
              </a:rPr>
              <a:t>should</a:t>
            </a:r>
            <a:r>
              <a:rPr lang="de-AT" sz="2000" b="0" strike="noStrike" spc="-1" dirty="0">
                <a:solidFill>
                  <a:srgbClr val="000000"/>
                </a:solidFill>
                <a:latin typeface="Arial"/>
              </a:rPr>
              <a:t> </a:t>
            </a:r>
            <a:r>
              <a:rPr lang="de-AT" sz="2000" b="0" strike="noStrike" spc="-1" dirty="0" err="1">
                <a:solidFill>
                  <a:srgbClr val="000000"/>
                </a:solidFill>
                <a:latin typeface="Arial"/>
              </a:rPr>
              <a:t>be</a:t>
            </a:r>
            <a:r>
              <a:rPr lang="de-AT" sz="2000" b="0" strike="noStrike" spc="-1" dirty="0">
                <a:solidFill>
                  <a:srgbClr val="000000"/>
                </a:solidFill>
                <a:latin typeface="Arial"/>
              </a:rPr>
              <a:t> </a:t>
            </a:r>
            <a:r>
              <a:rPr lang="de-AT" sz="2000" b="0" strike="noStrike" spc="-1" dirty="0" err="1">
                <a:solidFill>
                  <a:srgbClr val="000000"/>
                </a:solidFill>
                <a:latin typeface="Arial"/>
              </a:rPr>
              <a:t>applied</a:t>
            </a:r>
            <a:r>
              <a:rPr lang="de-AT" sz="2000" b="0" strike="noStrike" spc="-1" dirty="0">
                <a:solidFill>
                  <a:srgbClr val="000000"/>
                </a:solidFill>
                <a:latin typeface="Arial"/>
              </a:rPr>
              <a:t> </a:t>
            </a:r>
            <a:r>
              <a:rPr lang="de-AT" sz="2000" b="0" strike="noStrike" spc="-1" dirty="0" err="1">
                <a:solidFill>
                  <a:srgbClr val="000000"/>
                </a:solidFill>
                <a:latin typeface="Arial"/>
              </a:rPr>
              <a:t>carefully</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other</a:t>
            </a:r>
            <a:r>
              <a:rPr lang="de-AT" sz="2000" b="0" strike="noStrike" spc="-1" dirty="0">
                <a:solidFill>
                  <a:srgbClr val="000000"/>
                </a:solidFill>
                <a:latin typeface="Arial"/>
              </a:rPr>
              <a:t> </a:t>
            </a:r>
            <a:r>
              <a:rPr lang="de-AT" sz="2000" b="0" strike="noStrike" spc="-1" dirty="0" err="1">
                <a:solidFill>
                  <a:srgbClr val="000000"/>
                </a:solidFill>
                <a:latin typeface="Arial"/>
              </a:rPr>
              <a:t>contexts</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Overall,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evidence</a:t>
            </a:r>
            <a:r>
              <a:rPr lang="de-AT" sz="2000" b="0" strike="noStrike" spc="-1" dirty="0">
                <a:solidFill>
                  <a:srgbClr val="000000"/>
                </a:solidFill>
                <a:latin typeface="Arial"/>
              </a:rPr>
              <a:t> </a:t>
            </a:r>
            <a:r>
              <a:rPr lang="de-AT" sz="2000" b="0" strike="noStrike" spc="-1" dirty="0" err="1">
                <a:solidFill>
                  <a:srgbClr val="000000"/>
                </a:solidFill>
                <a:latin typeface="Arial"/>
              </a:rPr>
              <a:t>base</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recent</a:t>
            </a:r>
            <a:r>
              <a:rPr lang="de-AT" sz="2000" b="0" strike="noStrike" spc="-1" dirty="0">
                <a:solidFill>
                  <a:srgbClr val="000000"/>
                </a:solidFill>
                <a:latin typeface="Arial"/>
              </a:rPr>
              <a:t> and </a:t>
            </a:r>
            <a:r>
              <a:rPr lang="de-AT" sz="2000" b="0" strike="noStrike" spc="-1" dirty="0" err="1">
                <a:solidFill>
                  <a:srgbClr val="000000"/>
                </a:solidFill>
                <a:latin typeface="Arial"/>
              </a:rPr>
              <a:t>mostly</a:t>
            </a:r>
            <a:r>
              <a:rPr lang="de-AT" sz="2000" b="0" strike="noStrike" spc="-1" dirty="0">
                <a:solidFill>
                  <a:srgbClr val="000000"/>
                </a:solidFill>
                <a:latin typeface="Arial"/>
              </a:rPr>
              <a:t> peer-</a:t>
            </a:r>
            <a:r>
              <a:rPr lang="de-AT" sz="2000" b="0" strike="noStrike" spc="-1" dirty="0" err="1">
                <a:solidFill>
                  <a:srgbClr val="000000"/>
                </a:solidFill>
                <a:latin typeface="Arial"/>
              </a:rPr>
              <a:t>reviewed</a:t>
            </a:r>
            <a:r>
              <a:rPr lang="de-AT" sz="2000" b="0" strike="noStrike" spc="-1" dirty="0">
                <a:solidFill>
                  <a:srgbClr val="000000"/>
                </a:solidFill>
                <a:latin typeface="Arial"/>
              </a:rPr>
              <a:t>, but </a:t>
            </a:r>
            <a:r>
              <a:rPr lang="de-AT" sz="2000" b="0" strike="noStrike" spc="-1" dirty="0" err="1">
                <a:solidFill>
                  <a:srgbClr val="000000"/>
                </a:solidFill>
                <a:latin typeface="Arial"/>
              </a:rPr>
              <a:t>geographically</a:t>
            </a:r>
            <a:r>
              <a:rPr lang="de-AT" sz="2000" b="0" strike="noStrike" spc="-1" dirty="0">
                <a:solidFill>
                  <a:srgbClr val="000000"/>
                </a:solidFill>
                <a:latin typeface="Arial"/>
              </a:rPr>
              <a:t> </a:t>
            </a:r>
            <a:r>
              <a:rPr lang="de-AT" sz="2000" b="0" strike="noStrike" spc="-1" dirty="0" err="1">
                <a:solidFill>
                  <a:srgbClr val="000000"/>
                </a:solidFill>
                <a:latin typeface="Arial"/>
              </a:rPr>
              <a:t>concentrated</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Having </a:t>
            </a:r>
            <a:r>
              <a:rPr lang="de-AT" sz="2000" b="0" strike="noStrike" spc="-1" dirty="0" err="1">
                <a:solidFill>
                  <a:srgbClr val="000000"/>
                </a:solidFill>
                <a:latin typeface="Arial"/>
              </a:rPr>
              <a:t>looked</a:t>
            </a:r>
            <a:r>
              <a:rPr lang="de-AT" sz="2000" b="0" strike="noStrike" spc="-1" dirty="0">
                <a:solidFill>
                  <a:srgbClr val="000000"/>
                </a:solidFill>
                <a:latin typeface="Arial"/>
              </a:rPr>
              <a:t>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study</a:t>
            </a:r>
            <a:r>
              <a:rPr lang="de-AT" sz="2000" b="0" strike="noStrike" spc="-1" dirty="0">
                <a:solidFill>
                  <a:srgbClr val="000000"/>
                </a:solidFill>
                <a:latin typeface="Arial"/>
              </a:rPr>
              <a:t> </a:t>
            </a:r>
            <a:r>
              <a:rPr lang="de-AT" sz="2000" b="0" strike="noStrike" spc="-1" dirty="0" err="1">
                <a:solidFill>
                  <a:srgbClr val="000000"/>
                </a:solidFill>
                <a:latin typeface="Arial"/>
              </a:rPr>
              <a:t>selection</a:t>
            </a:r>
            <a:r>
              <a:rPr lang="de-AT" sz="2000" b="0" strike="noStrike" spc="-1" dirty="0">
                <a:solidFill>
                  <a:srgbClr val="000000"/>
                </a:solidFill>
                <a:latin typeface="Arial"/>
              </a:rPr>
              <a:t> </a:t>
            </a:r>
            <a:r>
              <a:rPr lang="de-AT" sz="2000" b="0" strike="noStrike" spc="-1" dirty="0" err="1">
                <a:solidFill>
                  <a:srgbClr val="000000"/>
                </a:solidFill>
                <a:latin typeface="Arial"/>
              </a:rPr>
              <a:t>process</a:t>
            </a:r>
            <a:r>
              <a:rPr lang="de-AT" sz="2000" b="0" strike="noStrike" spc="-1" dirty="0">
                <a:solidFill>
                  <a:srgbClr val="000000"/>
                </a:solidFill>
                <a:latin typeface="Arial"/>
              </a:rPr>
              <a:t> and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characteristics</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included</a:t>
            </a:r>
            <a:r>
              <a:rPr lang="de-AT" sz="2000" b="0" strike="noStrike" spc="-1" dirty="0">
                <a:solidFill>
                  <a:srgbClr val="000000"/>
                </a:solidFill>
                <a:latin typeface="Arial"/>
              </a:rPr>
              <a: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let</a:t>
            </a:r>
            <a:r>
              <a:rPr lang="de-AT" sz="2000" b="0" strike="noStrike" spc="-1" dirty="0">
                <a:solidFill>
                  <a:srgbClr val="000000"/>
                </a:solidFill>
                <a:latin typeface="Arial"/>
              </a:rPr>
              <a:t> </a:t>
            </a:r>
            <a:r>
              <a:rPr lang="de-AT" sz="2000" b="0" strike="noStrike" spc="-1" dirty="0" err="1">
                <a:solidFill>
                  <a:srgbClr val="000000"/>
                </a:solidFill>
                <a:latin typeface="Arial"/>
              </a:rPr>
              <a:t>us</a:t>
            </a:r>
            <a:r>
              <a:rPr lang="de-AT" sz="2000" b="0" strike="noStrike" spc="-1" dirty="0">
                <a:solidFill>
                  <a:srgbClr val="000000"/>
                </a:solidFill>
                <a:latin typeface="Arial"/>
              </a:rPr>
              <a:t> </a:t>
            </a:r>
            <a:r>
              <a:rPr lang="de-AT" sz="2000" b="0" strike="noStrike" spc="-1" dirty="0" err="1">
                <a:solidFill>
                  <a:srgbClr val="000000"/>
                </a:solidFill>
                <a:latin typeface="Arial"/>
              </a:rPr>
              <a:t>continue</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evaluate</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overall</a:t>
            </a:r>
            <a:r>
              <a:rPr lang="de-AT" sz="2000" b="0" strike="noStrike" spc="-1" dirty="0">
                <a:solidFill>
                  <a:srgbClr val="000000"/>
                </a:solidFill>
                <a:latin typeface="Arial"/>
              </a:rPr>
              <a:t> </a:t>
            </a:r>
            <a:r>
              <a:rPr lang="de-AT" sz="2000" b="0" strike="noStrike" spc="-1" dirty="0" err="1">
                <a:solidFill>
                  <a:srgbClr val="000000"/>
                </a:solidFill>
                <a:latin typeface="Arial"/>
              </a:rPr>
              <a:t>quality</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meta-analysis </a:t>
            </a:r>
            <a:r>
              <a:rPr lang="de-AT" sz="2000" b="0" strike="noStrike" spc="-1" dirty="0" err="1">
                <a:solidFill>
                  <a:srgbClr val="000000"/>
                </a:solidFill>
                <a:latin typeface="Arial"/>
              </a:rPr>
              <a:t>using</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MAGIC </a:t>
            </a:r>
            <a:r>
              <a:rPr lang="de-AT" sz="2000" b="0" strike="noStrike" spc="-1" dirty="0" err="1">
                <a:solidFill>
                  <a:srgbClr val="000000"/>
                </a:solidFill>
                <a:latin typeface="Arial"/>
              </a:rPr>
              <a:t>framework</a:t>
            </a:r>
            <a:r>
              <a:rPr lang="de-AT" sz="2000" b="0" strike="noStrike" spc="-1" dirty="0">
                <a:solidFill>
                  <a:srgbClr val="000000"/>
                </a:solidFill>
                <a:latin typeface="Arial"/>
              </a:rPr>
              <a:t>.</a:t>
            </a:r>
          </a:p>
        </p:txBody>
      </p:sp>
      <p:sp>
        <p:nvSpPr>
          <p:cNvPr id="232"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de-AT" sz="1200" b="0" strike="noStrike" spc="-1">
                <a:solidFill>
                  <a:srgbClr val="000000"/>
                </a:solidFill>
                <a:latin typeface="Times New Roman"/>
              </a:defRPr>
            </a:lvl1pPr>
          </a:lstStyle>
          <a:p>
            <a:pPr indent="0" algn="r">
              <a:lnSpc>
                <a:spcPct val="100000"/>
              </a:lnSpc>
              <a:buNone/>
            </a:pPr>
            <a:fld id="{E88FFF29-727E-41B4-A59C-8DC2DA8E2D5B}" type="slidenum">
              <a:rPr lang="de-AT" sz="1200" b="0" strike="noStrike" spc="-1">
                <a:solidFill>
                  <a:srgbClr val="000000"/>
                </a:solidFill>
                <a:latin typeface="Times New Roman"/>
              </a:rPr>
              <a:t>5</a:t>
            </a:fld>
            <a:endParaRPr lang="de-AT"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PlaceHolder 1"/>
          <p:cNvSpPr>
            <a:spLocks noGrp="1" noRot="1" noChangeAspect="1"/>
          </p:cNvSpPr>
          <p:nvPr>
            <p:ph type="sldImg"/>
          </p:nvPr>
        </p:nvSpPr>
        <p:spPr>
          <a:xfrm>
            <a:off x="685800" y="1143000"/>
            <a:ext cx="5486400" cy="3086100"/>
          </a:xfrm>
          <a:prstGeom prst="rect">
            <a:avLst/>
          </a:prstGeom>
          <a:ln w="0">
            <a:noFill/>
          </a:ln>
        </p:spPr>
      </p:sp>
      <p:sp>
        <p:nvSpPr>
          <p:cNvPr id="2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evaluate</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quality</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meta-analysis, </a:t>
            </a:r>
            <a:r>
              <a:rPr lang="de-AT" sz="2000" b="0" strike="noStrike" spc="-1" dirty="0" err="1">
                <a:solidFill>
                  <a:srgbClr val="000000"/>
                </a:solidFill>
                <a:latin typeface="Arial"/>
              </a:rPr>
              <a:t>we</a:t>
            </a:r>
            <a:r>
              <a:rPr lang="de-AT" sz="2000" b="0" strike="noStrike" spc="-1" dirty="0">
                <a:solidFill>
                  <a:srgbClr val="000000"/>
                </a:solidFill>
                <a:latin typeface="Arial"/>
              </a:rPr>
              <a:t> </a:t>
            </a:r>
            <a:r>
              <a:rPr lang="de-AT" sz="2000" b="0" strike="noStrike" spc="-1" dirty="0" err="1">
                <a:solidFill>
                  <a:srgbClr val="000000"/>
                </a:solidFill>
                <a:latin typeface="Arial"/>
              </a:rPr>
              <a:t>applied</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MAGIC </a:t>
            </a:r>
            <a:r>
              <a:rPr lang="de-AT" sz="2000" b="0" strike="noStrike" spc="-1" dirty="0" err="1">
                <a:solidFill>
                  <a:srgbClr val="000000"/>
                </a:solidFill>
                <a:latin typeface="Arial"/>
              </a:rPr>
              <a:t>criteria</a:t>
            </a:r>
            <a:r>
              <a:rPr lang="de-AT" sz="2000" b="0" strike="noStrike" spc="-1" dirty="0">
                <a:solidFill>
                  <a:srgbClr val="000000"/>
                </a:solidFill>
                <a:latin typeface="Arial"/>
              </a:rPr>
              <a:t> </a:t>
            </a:r>
            <a:r>
              <a:rPr lang="de-AT" sz="2000" b="0" strike="noStrike" spc="-1" dirty="0" err="1">
                <a:solidFill>
                  <a:srgbClr val="000000"/>
                </a:solidFill>
                <a:latin typeface="Arial"/>
              </a:rPr>
              <a:t>from</a:t>
            </a:r>
            <a:r>
              <a:rPr lang="de-AT" sz="2000" b="0" strike="noStrike" spc="-1" dirty="0">
                <a:solidFill>
                  <a:srgbClr val="000000"/>
                </a:solidFill>
                <a:latin typeface="Arial"/>
              </a:rPr>
              <a:t> </a:t>
            </a:r>
            <a:r>
              <a:rPr lang="de-AT" sz="2000" b="0" strike="noStrike" spc="-1" dirty="0" err="1">
                <a:solidFill>
                  <a:srgbClr val="000000"/>
                </a:solidFill>
                <a:latin typeface="Arial"/>
              </a:rPr>
              <a:t>our</a:t>
            </a:r>
            <a:r>
              <a:rPr lang="de-AT" sz="2000" b="0" strike="noStrike" spc="-1" dirty="0">
                <a:solidFill>
                  <a:srgbClr val="000000"/>
                </a:solidFill>
                <a:latin typeface="Arial"/>
              </a:rPr>
              <a:t> </a:t>
            </a:r>
            <a:r>
              <a:rPr lang="de-AT" sz="2000" b="0" strike="noStrike" spc="-1" dirty="0" err="1">
                <a:solidFill>
                  <a:srgbClr val="000000"/>
                </a:solidFill>
                <a:latin typeface="Arial"/>
              </a:rPr>
              <a:t>course</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err="1">
                <a:solidFill>
                  <a:srgbClr val="000000"/>
                </a:solidFill>
                <a:latin typeface="Arial"/>
              </a:rPr>
              <a:t>Starting</a:t>
            </a:r>
            <a:r>
              <a:rPr lang="de-AT" sz="2000" b="0" strike="noStrike" spc="-1" dirty="0">
                <a:solidFill>
                  <a:srgbClr val="000000"/>
                </a:solidFill>
                <a:latin typeface="Arial"/>
              </a:rPr>
              <a:t> </a:t>
            </a:r>
            <a:r>
              <a:rPr lang="de-AT" sz="2000" b="0" strike="noStrike" spc="-1" dirty="0" err="1">
                <a:solidFill>
                  <a:srgbClr val="000000"/>
                </a:solidFill>
                <a:latin typeface="Arial"/>
              </a:rPr>
              <a:t>with</a:t>
            </a:r>
            <a:r>
              <a:rPr lang="de-AT" sz="2000" b="0" strike="noStrike" spc="-1" dirty="0">
                <a:solidFill>
                  <a:srgbClr val="000000"/>
                </a:solidFill>
                <a:latin typeface="Arial"/>
              </a:rPr>
              <a:t> </a:t>
            </a:r>
            <a:r>
              <a:rPr lang="de-AT" sz="2000" b="1" strike="noStrike" spc="-1" dirty="0">
                <a:solidFill>
                  <a:srgbClr val="000000"/>
                </a:solidFill>
                <a:latin typeface="Arial"/>
              </a:rPr>
              <a:t>Magnitude</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meta-analysis </a:t>
            </a:r>
            <a:r>
              <a:rPr lang="de-AT" sz="2000" b="0" strike="noStrike" spc="-1" dirty="0" err="1">
                <a:solidFill>
                  <a:srgbClr val="000000"/>
                </a:solidFill>
                <a:latin typeface="Arial"/>
              </a:rPr>
              <a:t>reports</a:t>
            </a:r>
            <a:r>
              <a:rPr lang="de-AT" sz="2000" b="0" strike="noStrike" spc="-1" dirty="0">
                <a:solidFill>
                  <a:srgbClr val="000000"/>
                </a:solidFill>
                <a:latin typeface="Arial"/>
              </a:rPr>
              <a:t> an </a:t>
            </a:r>
            <a:r>
              <a:rPr lang="de-AT" sz="2000" b="0" strike="noStrike" spc="-1" dirty="0" err="1">
                <a:solidFill>
                  <a:srgbClr val="000000"/>
                </a:solidFill>
                <a:latin typeface="Arial"/>
              </a:rPr>
              <a:t>overall</a:t>
            </a:r>
            <a:r>
              <a:rPr lang="de-AT" sz="2000" b="0" strike="noStrike" spc="-1" dirty="0">
                <a:solidFill>
                  <a:srgbClr val="000000"/>
                </a:solidFill>
                <a:latin typeface="Arial"/>
              </a:rPr>
              <a:t> positive </a:t>
            </a:r>
            <a:r>
              <a:rPr lang="de-AT" sz="2000" b="0" strike="noStrike" spc="-1" dirty="0" err="1">
                <a:solidFill>
                  <a:srgbClr val="000000"/>
                </a:solidFill>
                <a:latin typeface="Arial"/>
              </a:rPr>
              <a:t>effect</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ChatGPT on </a:t>
            </a:r>
            <a:r>
              <a:rPr lang="de-AT" sz="2000" b="0" strike="noStrike" spc="-1" dirty="0" err="1">
                <a:solidFill>
                  <a:srgbClr val="000000"/>
                </a:solidFill>
                <a:latin typeface="Arial"/>
              </a:rPr>
              <a:t>student</a:t>
            </a:r>
            <a:r>
              <a:rPr lang="de-AT" sz="2000" b="0" strike="noStrike" spc="-1" dirty="0">
                <a:solidFill>
                  <a:srgbClr val="000000"/>
                </a:solidFill>
                <a:latin typeface="Arial"/>
              </a:rPr>
              <a:t> </a:t>
            </a:r>
            <a:r>
              <a:rPr lang="de-AT" sz="2000" b="0" strike="noStrike" spc="-1" dirty="0" err="1">
                <a:solidFill>
                  <a:srgbClr val="000000"/>
                </a:solidFill>
                <a:latin typeface="Arial"/>
              </a:rPr>
              <a:t>learning</a:t>
            </a:r>
            <a:r>
              <a:rPr lang="de-AT" sz="2000" b="0" strike="noStrike" spc="-1" dirty="0">
                <a:solidFill>
                  <a:srgbClr val="000000"/>
                </a:solidFill>
                <a:latin typeface="Arial"/>
              </a:rPr>
              <a:t>. This </a:t>
            </a:r>
            <a:r>
              <a:rPr lang="de-AT" sz="2000" b="0" strike="noStrike" spc="-1" dirty="0" err="1">
                <a:solidFill>
                  <a:srgbClr val="000000"/>
                </a:solidFill>
                <a:latin typeface="Arial"/>
              </a:rPr>
              <a:t>suggests</a:t>
            </a:r>
            <a:r>
              <a:rPr lang="de-AT" sz="2000" b="0" strike="noStrike" spc="-1" dirty="0">
                <a:solidFill>
                  <a:srgbClr val="000000"/>
                </a:solidFill>
                <a:latin typeface="Arial"/>
              </a:rPr>
              <a:t> </a:t>
            </a:r>
            <a:r>
              <a:rPr lang="de-AT" sz="2000" b="0" strike="noStrike" spc="-1" dirty="0" err="1">
                <a:solidFill>
                  <a:srgbClr val="000000"/>
                </a:solidFill>
                <a:latin typeface="Arial"/>
              </a:rPr>
              <a:t>that</a:t>
            </a:r>
            <a:r>
              <a:rPr lang="de-AT" sz="2000" b="0" strike="noStrike" spc="-1" dirty="0">
                <a:solidFill>
                  <a:srgbClr val="000000"/>
                </a:solidFill>
                <a:latin typeface="Arial"/>
              </a:rPr>
              <a:t>, </a:t>
            </a:r>
            <a:r>
              <a:rPr lang="de-AT" sz="2000" b="0" strike="noStrike" spc="-1" dirty="0" err="1">
                <a:solidFill>
                  <a:srgbClr val="000000"/>
                </a:solidFill>
                <a:latin typeface="Arial"/>
              </a:rPr>
              <a:t>across</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included</a:t>
            </a:r>
            <a:r>
              <a:rPr lang="de-AT" sz="2000" b="0" strike="noStrike" spc="-1" dirty="0">
                <a:solidFill>
                  <a:srgbClr val="000000"/>
                </a:solidFill>
                <a:latin typeface="Arial"/>
              </a:rPr>
              <a:t> experimental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students</a:t>
            </a:r>
            <a:r>
              <a:rPr lang="de-AT" sz="2000" b="0" strike="noStrike" spc="-1" dirty="0">
                <a:solidFill>
                  <a:srgbClr val="000000"/>
                </a:solidFill>
                <a:latin typeface="Arial"/>
              </a:rPr>
              <a:t> </a:t>
            </a:r>
            <a:r>
              <a:rPr lang="de-AT" sz="2000" b="0" strike="noStrike" spc="-1" dirty="0" err="1">
                <a:solidFill>
                  <a:srgbClr val="000000"/>
                </a:solidFill>
                <a:latin typeface="Arial"/>
              </a:rPr>
              <a:t>using</a:t>
            </a:r>
            <a:r>
              <a:rPr lang="de-AT" sz="2000" b="0" strike="noStrike" spc="-1" dirty="0">
                <a:solidFill>
                  <a:srgbClr val="000000"/>
                </a:solidFill>
                <a:latin typeface="Arial"/>
              </a:rPr>
              <a:t> ChatGPT </a:t>
            </a:r>
            <a:r>
              <a:rPr lang="de-AT" sz="2000" b="0" strike="noStrike" spc="-1" dirty="0" err="1">
                <a:solidFill>
                  <a:srgbClr val="000000"/>
                </a:solidFill>
                <a:latin typeface="Arial"/>
              </a:rPr>
              <a:t>tended</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benefit</a:t>
            </a:r>
            <a:r>
              <a:rPr lang="de-AT" sz="2000" b="0" strike="noStrike" spc="-1" dirty="0">
                <a:solidFill>
                  <a:srgbClr val="000000"/>
                </a:solidFill>
                <a:latin typeface="Arial"/>
              </a:rPr>
              <a:t> </a:t>
            </a:r>
            <a:r>
              <a:rPr lang="de-AT" sz="2000" b="0" strike="noStrike" spc="-1" dirty="0" err="1">
                <a:solidFill>
                  <a:srgbClr val="000000"/>
                </a:solidFill>
                <a:latin typeface="Arial"/>
              </a:rPr>
              <a:t>compared</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control</a:t>
            </a:r>
            <a:r>
              <a:rPr lang="de-AT" sz="2000" b="0" strike="noStrike" spc="-1" dirty="0">
                <a:solidFill>
                  <a:srgbClr val="000000"/>
                </a:solidFill>
                <a:latin typeface="Arial"/>
              </a:rPr>
              <a:t> </a:t>
            </a:r>
            <a:r>
              <a:rPr lang="de-AT" sz="2000" b="0" strike="noStrike" spc="-1" dirty="0" err="1">
                <a:solidFill>
                  <a:srgbClr val="000000"/>
                </a:solidFill>
                <a:latin typeface="Arial"/>
              </a:rPr>
              <a:t>groups</a:t>
            </a:r>
            <a:r>
              <a:rPr lang="de-AT" sz="2000" b="0" strike="noStrike" spc="-1" dirty="0">
                <a:solidFill>
                  <a:srgbClr val="000000"/>
                </a:solidFill>
                <a:latin typeface="Arial"/>
              </a:rPr>
              <a:t>. </a:t>
            </a:r>
            <a:r>
              <a:rPr lang="de-AT" sz="2000" b="0" strike="noStrike" spc="-1" dirty="0" err="1">
                <a:solidFill>
                  <a:srgbClr val="000000"/>
                </a:solidFill>
                <a:latin typeface="Arial"/>
              </a:rPr>
              <a:t>However</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size</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effect</a:t>
            </a:r>
            <a:r>
              <a:rPr lang="de-AT" sz="2000" b="0" strike="noStrike" spc="-1" dirty="0">
                <a:solidFill>
                  <a:srgbClr val="000000"/>
                </a:solidFill>
                <a:latin typeface="Arial"/>
              </a:rPr>
              <a:t> </a:t>
            </a:r>
            <a:r>
              <a:rPr lang="de-AT" sz="2000" b="0" strike="noStrike" spc="-1" dirty="0" err="1">
                <a:solidFill>
                  <a:srgbClr val="000000"/>
                </a:solidFill>
                <a:latin typeface="Arial"/>
              </a:rPr>
              <a:t>should</a:t>
            </a:r>
            <a:r>
              <a:rPr lang="de-AT" sz="2000" b="0" strike="noStrike" spc="-1" dirty="0">
                <a:solidFill>
                  <a:srgbClr val="000000"/>
                </a:solidFill>
                <a:latin typeface="Arial"/>
              </a:rPr>
              <a:t> not </a:t>
            </a:r>
            <a:r>
              <a:rPr lang="de-AT" sz="2000" b="0" strike="noStrike" spc="-1" dirty="0" err="1">
                <a:solidFill>
                  <a:srgbClr val="000000"/>
                </a:solidFill>
                <a:latin typeface="Arial"/>
              </a:rPr>
              <a:t>be</a:t>
            </a:r>
            <a:r>
              <a:rPr lang="de-AT" sz="2000" b="0" strike="noStrike" spc="-1" dirty="0">
                <a:solidFill>
                  <a:srgbClr val="000000"/>
                </a:solidFill>
                <a:latin typeface="Arial"/>
              </a:rPr>
              <a:t> </a:t>
            </a:r>
            <a:r>
              <a:rPr lang="de-AT" sz="2000" b="0" strike="noStrike" spc="-1" dirty="0" err="1">
                <a:solidFill>
                  <a:srgbClr val="000000"/>
                </a:solidFill>
                <a:latin typeface="Arial"/>
              </a:rPr>
              <a:t>interpreted</a:t>
            </a:r>
            <a:r>
              <a:rPr lang="de-AT" sz="2000" b="0" strike="noStrike" spc="-1" dirty="0">
                <a:solidFill>
                  <a:srgbClr val="000000"/>
                </a:solidFill>
                <a:latin typeface="Arial"/>
              </a:rPr>
              <a:t> </a:t>
            </a:r>
            <a:r>
              <a:rPr lang="de-AT" sz="2000" b="0" strike="noStrike" spc="-1" dirty="0" err="1">
                <a:solidFill>
                  <a:srgbClr val="000000"/>
                </a:solidFill>
                <a:latin typeface="Arial"/>
              </a:rPr>
              <a:t>as</a:t>
            </a:r>
            <a:r>
              <a:rPr lang="de-AT" sz="2000" b="0" strike="noStrike" spc="-1" dirty="0">
                <a:solidFill>
                  <a:srgbClr val="000000"/>
                </a:solidFill>
                <a:latin typeface="Arial"/>
              </a:rPr>
              <a:t> </a:t>
            </a:r>
            <a:r>
              <a:rPr lang="de-AT" sz="2000" b="0" strike="noStrike" spc="-1" dirty="0" err="1">
                <a:solidFill>
                  <a:srgbClr val="000000"/>
                </a:solidFill>
                <a:latin typeface="Arial"/>
              </a:rPr>
              <a:t>proof</a:t>
            </a:r>
            <a:r>
              <a:rPr lang="de-AT" sz="2000" b="0" strike="noStrike" spc="-1" dirty="0">
                <a:solidFill>
                  <a:srgbClr val="000000"/>
                </a:solidFill>
                <a:latin typeface="Arial"/>
              </a:rPr>
              <a:t> </a:t>
            </a:r>
            <a:r>
              <a:rPr lang="de-AT" sz="2000" b="0" strike="noStrike" spc="-1" dirty="0" err="1">
                <a:solidFill>
                  <a:srgbClr val="000000"/>
                </a:solidFill>
                <a:latin typeface="Arial"/>
              </a:rPr>
              <a:t>that</a:t>
            </a:r>
            <a:r>
              <a:rPr lang="de-AT" sz="2000" b="0" strike="noStrike" spc="-1" dirty="0">
                <a:solidFill>
                  <a:srgbClr val="000000"/>
                </a:solidFill>
                <a:latin typeface="Arial"/>
              </a:rPr>
              <a:t> ChatGPT </a:t>
            </a:r>
            <a:r>
              <a:rPr lang="de-AT" sz="2000" b="0" strike="noStrike" spc="-1" dirty="0" err="1">
                <a:solidFill>
                  <a:srgbClr val="000000"/>
                </a:solidFill>
                <a:latin typeface="Arial"/>
              </a:rPr>
              <a:t>always</a:t>
            </a:r>
            <a:r>
              <a:rPr lang="de-AT" sz="2000" b="0" strike="noStrike" spc="-1" dirty="0">
                <a:solidFill>
                  <a:srgbClr val="000000"/>
                </a:solidFill>
                <a:latin typeface="Arial"/>
              </a:rPr>
              <a:t> </a:t>
            </a:r>
            <a:r>
              <a:rPr lang="de-AT" sz="2000" b="0" strike="noStrike" spc="-1" dirty="0" err="1">
                <a:solidFill>
                  <a:srgbClr val="000000"/>
                </a:solidFill>
                <a:latin typeface="Arial"/>
              </a:rPr>
              <a:t>improves</a:t>
            </a:r>
            <a:r>
              <a:rPr lang="de-AT" sz="2000" b="0" strike="noStrike" spc="-1" dirty="0">
                <a:solidFill>
                  <a:srgbClr val="000000"/>
                </a:solidFill>
                <a:latin typeface="Arial"/>
              </a:rPr>
              <a:t> </a:t>
            </a:r>
            <a:r>
              <a:rPr lang="de-AT" sz="2000" b="0" strike="noStrike" spc="-1" dirty="0" err="1">
                <a:solidFill>
                  <a:srgbClr val="000000"/>
                </a:solidFill>
                <a:latin typeface="Arial"/>
              </a:rPr>
              <a:t>learning</a:t>
            </a:r>
            <a:r>
              <a:rPr lang="de-AT" sz="2000" b="0" strike="noStrike" spc="-1" dirty="0">
                <a:solidFill>
                  <a:srgbClr val="000000"/>
                </a:solidFill>
                <a:latin typeface="Arial"/>
              </a:rPr>
              <a:t>. Rather, </a:t>
            </a:r>
            <a:r>
              <a:rPr lang="de-AT" sz="2000" b="0" strike="noStrike" spc="-1" dirty="0" err="1">
                <a:solidFill>
                  <a:srgbClr val="000000"/>
                </a:solidFill>
                <a:latin typeface="Arial"/>
              </a:rPr>
              <a:t>it</a:t>
            </a:r>
            <a:r>
              <a:rPr lang="de-AT" sz="2000" b="0" strike="noStrike" spc="-1" dirty="0">
                <a:solidFill>
                  <a:srgbClr val="000000"/>
                </a:solidFill>
                <a:latin typeface="Arial"/>
              </a:rPr>
              <a:t> </a:t>
            </a:r>
            <a:r>
              <a:rPr lang="de-AT" sz="2000" b="0" strike="noStrike" spc="-1" dirty="0" err="1">
                <a:solidFill>
                  <a:srgbClr val="000000"/>
                </a:solidFill>
                <a:latin typeface="Arial"/>
              </a:rPr>
              <a:t>indicates</a:t>
            </a:r>
            <a:r>
              <a:rPr lang="de-AT" sz="2000" b="0" strike="noStrike" spc="-1" dirty="0">
                <a:solidFill>
                  <a:srgbClr val="000000"/>
                </a:solidFill>
                <a:latin typeface="Arial"/>
              </a:rPr>
              <a:t> a </a:t>
            </a:r>
            <a:r>
              <a:rPr lang="de-AT" sz="2000" b="0" strike="noStrike" spc="-1" dirty="0" err="1">
                <a:solidFill>
                  <a:srgbClr val="000000"/>
                </a:solidFill>
                <a:latin typeface="Arial"/>
              </a:rPr>
              <a:t>general</a:t>
            </a:r>
            <a:r>
              <a:rPr lang="de-AT" sz="2000" b="0" strike="noStrike" spc="-1" dirty="0">
                <a:solidFill>
                  <a:srgbClr val="000000"/>
                </a:solidFill>
                <a:latin typeface="Arial"/>
              </a:rPr>
              <a:t> positive </a:t>
            </a:r>
            <a:r>
              <a:rPr lang="de-AT" sz="2000" b="0" strike="noStrike" spc="-1" dirty="0" err="1">
                <a:solidFill>
                  <a:srgbClr val="000000"/>
                </a:solidFill>
                <a:latin typeface="Arial"/>
              </a:rPr>
              <a:t>tendency</a:t>
            </a:r>
            <a:r>
              <a:rPr lang="de-AT" sz="2000" b="0" strike="noStrike" spc="-1" dirty="0">
                <a:solidFill>
                  <a:srgbClr val="000000"/>
                </a:solidFill>
                <a:latin typeface="Arial"/>
              </a:rPr>
              <a:t> </a:t>
            </a:r>
            <a:r>
              <a:rPr lang="de-AT" sz="2000" b="0" strike="noStrike" spc="-1" dirty="0" err="1">
                <a:solidFill>
                  <a:srgbClr val="000000"/>
                </a:solidFill>
                <a:latin typeface="Arial"/>
              </a:rPr>
              <a:t>across</a:t>
            </a:r>
            <a:r>
              <a:rPr lang="de-AT" sz="2000" b="0" strike="noStrike" spc="-1" dirty="0">
                <a:solidFill>
                  <a:srgbClr val="000000"/>
                </a:solidFill>
                <a:latin typeface="Arial"/>
              </a:rPr>
              <a:t> different </a:t>
            </a:r>
            <a:r>
              <a:rPr lang="de-AT" sz="2000" b="0" strike="noStrike" spc="-1" dirty="0" err="1">
                <a:solidFill>
                  <a:srgbClr val="000000"/>
                </a:solidFill>
                <a:latin typeface="Arial"/>
              </a:rPr>
              <a:t>studies</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The </a:t>
            </a:r>
            <a:r>
              <a:rPr lang="de-AT" sz="2000" b="0" strike="noStrike" spc="-1" dirty="0" err="1">
                <a:solidFill>
                  <a:srgbClr val="000000"/>
                </a:solidFill>
                <a:latin typeface="Arial"/>
              </a:rPr>
              <a:t>second</a:t>
            </a:r>
            <a:r>
              <a:rPr lang="de-AT" sz="2000" b="0" strike="noStrike" spc="-1" dirty="0">
                <a:solidFill>
                  <a:srgbClr val="000000"/>
                </a:solidFill>
                <a:latin typeface="Arial"/>
              </a:rPr>
              <a:t> </a:t>
            </a:r>
            <a:r>
              <a:rPr lang="de-AT" sz="2000" b="0" strike="noStrike" spc="-1" dirty="0" err="1">
                <a:solidFill>
                  <a:srgbClr val="000000"/>
                </a:solidFill>
                <a:latin typeface="Arial"/>
              </a:rPr>
              <a:t>criterion</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1" strike="noStrike" spc="-1" dirty="0" err="1">
                <a:solidFill>
                  <a:srgbClr val="000000"/>
                </a:solidFill>
                <a:latin typeface="Arial"/>
              </a:rPr>
              <a:t>Articulation</a:t>
            </a:r>
            <a:r>
              <a:rPr lang="de-AT" sz="2000" b="0" strike="noStrike" spc="-1" dirty="0">
                <a:solidFill>
                  <a:srgbClr val="000000"/>
                </a:solidFill>
                <a:latin typeface="Arial"/>
              </a:rPr>
              <a:t>. Here, I </a:t>
            </a:r>
            <a:r>
              <a:rPr lang="de-AT" sz="2000" b="0" strike="noStrike" spc="-1" dirty="0" err="1">
                <a:solidFill>
                  <a:srgbClr val="000000"/>
                </a:solidFill>
                <a:latin typeface="Arial"/>
              </a:rPr>
              <a:t>would</a:t>
            </a:r>
            <a:r>
              <a:rPr lang="de-AT" sz="2000" b="0" strike="noStrike" spc="-1" dirty="0">
                <a:solidFill>
                  <a:srgbClr val="000000"/>
                </a:solidFill>
                <a:latin typeface="Arial"/>
              </a:rPr>
              <a:t> </a:t>
            </a:r>
            <a:r>
              <a:rPr lang="de-AT" sz="2000" b="0" strike="noStrike" spc="-1" dirty="0" err="1">
                <a:solidFill>
                  <a:srgbClr val="000000"/>
                </a:solidFill>
                <a:latin typeface="Arial"/>
              </a:rPr>
              <a:t>say</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meta-analysis </a:t>
            </a:r>
            <a:r>
              <a:rPr lang="de-AT" sz="2000" b="0" strike="noStrike" spc="-1" dirty="0" err="1">
                <a:solidFill>
                  <a:srgbClr val="000000"/>
                </a:solidFill>
                <a:latin typeface="Arial"/>
              </a:rPr>
              <a:t>performs</a:t>
            </a:r>
            <a:r>
              <a:rPr lang="de-AT" sz="2000" b="0" strike="noStrike" spc="-1" dirty="0">
                <a:solidFill>
                  <a:srgbClr val="000000"/>
                </a:solidFill>
                <a:latin typeface="Arial"/>
              </a:rPr>
              <a:t> </a:t>
            </a:r>
            <a:r>
              <a:rPr lang="de-AT" sz="2000" b="0" strike="noStrike" spc="-1" dirty="0" err="1">
                <a:solidFill>
                  <a:srgbClr val="000000"/>
                </a:solidFill>
                <a:latin typeface="Arial"/>
              </a:rPr>
              <a:t>well</a:t>
            </a:r>
            <a:r>
              <a:rPr lang="de-AT" sz="2000" b="0" strike="noStrike" spc="-1" dirty="0">
                <a:solidFill>
                  <a:srgbClr val="000000"/>
                </a:solidFill>
                <a:latin typeface="Arial"/>
              </a:rPr>
              <a:t>. The </a:t>
            </a:r>
            <a:r>
              <a:rPr lang="de-AT" sz="2000" b="0" strike="noStrike" spc="-1" dirty="0" err="1">
                <a:solidFill>
                  <a:srgbClr val="000000"/>
                </a:solidFill>
                <a:latin typeface="Arial"/>
              </a:rPr>
              <a:t>research</a:t>
            </a:r>
            <a:r>
              <a:rPr lang="de-AT" sz="2000" b="0" strike="noStrike" spc="-1" dirty="0">
                <a:solidFill>
                  <a:srgbClr val="000000"/>
                </a:solidFill>
                <a:latin typeface="Arial"/>
              </a:rPr>
              <a:t> </a:t>
            </a:r>
            <a:r>
              <a:rPr lang="de-AT" sz="2000" b="0" strike="noStrike" spc="-1" dirty="0" err="1">
                <a:solidFill>
                  <a:srgbClr val="000000"/>
                </a:solidFill>
                <a:latin typeface="Arial"/>
              </a:rPr>
              <a:t>question</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clearly</a:t>
            </a:r>
            <a:r>
              <a:rPr lang="de-AT" sz="2000" b="0" strike="noStrike" spc="-1" dirty="0">
                <a:solidFill>
                  <a:srgbClr val="000000"/>
                </a:solidFill>
                <a:latin typeface="Arial"/>
              </a:rPr>
              <a:t> </a:t>
            </a:r>
            <a:r>
              <a:rPr lang="de-AT" sz="2000" b="0" strike="noStrike" spc="-1" dirty="0" err="1">
                <a:solidFill>
                  <a:srgbClr val="000000"/>
                </a:solidFill>
                <a:latin typeface="Arial"/>
              </a:rPr>
              <a:t>formulated</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authors</a:t>
            </a:r>
            <a:r>
              <a:rPr lang="de-AT" sz="2000" b="0" strike="noStrike" spc="-1" dirty="0">
                <a:solidFill>
                  <a:srgbClr val="000000"/>
                </a:solidFill>
                <a:latin typeface="Arial"/>
              </a:rPr>
              <a:t> </a:t>
            </a:r>
            <a:r>
              <a:rPr lang="de-AT" sz="2000" b="0" strike="noStrike" spc="-1" dirty="0" err="1">
                <a:solidFill>
                  <a:srgbClr val="000000"/>
                </a:solidFill>
                <a:latin typeface="Arial"/>
              </a:rPr>
              <a:t>want</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investigate</a:t>
            </a:r>
            <a:r>
              <a:rPr lang="de-AT" sz="2000" b="0" strike="noStrike" spc="-1" dirty="0">
                <a:solidFill>
                  <a:srgbClr val="000000"/>
                </a:solidFill>
                <a:latin typeface="Arial"/>
              </a:rPr>
              <a:t> </a:t>
            </a:r>
            <a:r>
              <a:rPr lang="de-AT" sz="2000" b="0" strike="noStrike" spc="-1" dirty="0" err="1">
                <a:solidFill>
                  <a:srgbClr val="000000"/>
                </a:solidFill>
                <a:latin typeface="Arial"/>
              </a:rPr>
              <a:t>whether</a:t>
            </a:r>
            <a:r>
              <a:rPr lang="de-AT" sz="2000" b="0" strike="noStrike" spc="-1" dirty="0">
                <a:solidFill>
                  <a:srgbClr val="000000"/>
                </a:solidFill>
                <a:latin typeface="Arial"/>
              </a:rPr>
              <a:t> ChatGPT </a:t>
            </a:r>
            <a:r>
              <a:rPr lang="de-AT" sz="2000" b="0" strike="noStrike" spc="-1" dirty="0" err="1">
                <a:solidFill>
                  <a:srgbClr val="000000"/>
                </a:solidFill>
                <a:latin typeface="Arial"/>
              </a:rPr>
              <a:t>enhances</a:t>
            </a:r>
            <a:r>
              <a:rPr lang="de-AT" sz="2000" b="0" strike="noStrike" spc="-1" dirty="0">
                <a:solidFill>
                  <a:srgbClr val="000000"/>
                </a:solidFill>
                <a:latin typeface="Arial"/>
              </a:rPr>
              <a:t> </a:t>
            </a:r>
            <a:r>
              <a:rPr lang="de-AT" sz="2000" b="0" strike="noStrike" spc="-1" dirty="0" err="1">
                <a:solidFill>
                  <a:srgbClr val="000000"/>
                </a:solidFill>
                <a:latin typeface="Arial"/>
              </a:rPr>
              <a:t>student</a:t>
            </a:r>
            <a:r>
              <a:rPr lang="de-AT" sz="2000" b="0" strike="noStrike" spc="-1" dirty="0">
                <a:solidFill>
                  <a:srgbClr val="000000"/>
                </a:solidFill>
                <a:latin typeface="Arial"/>
              </a:rPr>
              <a:t> </a:t>
            </a:r>
            <a:r>
              <a:rPr lang="de-AT" sz="2000" b="0" strike="noStrike" spc="-1" dirty="0" err="1">
                <a:solidFill>
                  <a:srgbClr val="000000"/>
                </a:solidFill>
                <a:latin typeface="Arial"/>
              </a:rPr>
              <a:t>learning</a:t>
            </a:r>
            <a:r>
              <a:rPr lang="de-AT" sz="2000" b="0" strike="noStrike" spc="-1" dirty="0">
                <a:solidFill>
                  <a:srgbClr val="000000"/>
                </a:solidFill>
                <a:latin typeface="Arial"/>
              </a:rPr>
              <a:t> </a:t>
            </a:r>
            <a:r>
              <a:rPr lang="de-AT" sz="2000" b="0" strike="noStrike" spc="-1" dirty="0" err="1">
                <a:solidFill>
                  <a:srgbClr val="000000"/>
                </a:solidFill>
                <a:latin typeface="Arial"/>
              </a:rPr>
              <a:t>based</a:t>
            </a:r>
            <a:r>
              <a:rPr lang="de-AT" sz="2000" b="0" strike="noStrike" spc="-1" dirty="0">
                <a:solidFill>
                  <a:srgbClr val="000000"/>
                </a:solidFill>
                <a:latin typeface="Arial"/>
              </a:rPr>
              <a:t> on experimental </a:t>
            </a:r>
            <a:r>
              <a:rPr lang="de-AT" sz="2000" b="0" strike="noStrike" spc="-1" dirty="0" err="1">
                <a:solidFill>
                  <a:srgbClr val="000000"/>
                </a:solidFill>
                <a:latin typeface="Arial"/>
              </a:rPr>
              <a:t>evidence</a:t>
            </a:r>
            <a:r>
              <a:rPr lang="de-AT" sz="2000" b="0" strike="noStrike" spc="-1" dirty="0">
                <a:solidFill>
                  <a:srgbClr val="000000"/>
                </a:solidFill>
                <a:latin typeface="Arial"/>
              </a:rPr>
              <a:t>. The </a:t>
            </a:r>
            <a:r>
              <a:rPr lang="de-AT" sz="2000" b="0" strike="noStrike" spc="-1" dirty="0" err="1">
                <a:solidFill>
                  <a:srgbClr val="000000"/>
                </a:solidFill>
                <a:latin typeface="Arial"/>
              </a:rPr>
              <a:t>inclusion</a:t>
            </a:r>
            <a:r>
              <a:rPr lang="de-AT" sz="2000" b="0" strike="noStrike" spc="-1" dirty="0">
                <a:solidFill>
                  <a:srgbClr val="000000"/>
                </a:solidFill>
                <a:latin typeface="Arial"/>
              </a:rPr>
              <a:t> and </a:t>
            </a:r>
            <a:r>
              <a:rPr lang="de-AT" sz="2000" b="0" strike="noStrike" spc="-1" dirty="0" err="1">
                <a:solidFill>
                  <a:srgbClr val="000000"/>
                </a:solidFill>
                <a:latin typeface="Arial"/>
              </a:rPr>
              <a:t>exclusion</a:t>
            </a:r>
            <a:r>
              <a:rPr lang="de-AT" sz="2000" b="0" strike="noStrike" spc="-1" dirty="0">
                <a:solidFill>
                  <a:srgbClr val="000000"/>
                </a:solidFill>
                <a:latin typeface="Arial"/>
              </a:rPr>
              <a:t> </a:t>
            </a:r>
            <a:r>
              <a:rPr lang="de-AT" sz="2000" b="0" strike="noStrike" spc="-1" dirty="0" err="1">
                <a:solidFill>
                  <a:srgbClr val="000000"/>
                </a:solidFill>
                <a:latin typeface="Arial"/>
              </a:rPr>
              <a:t>criteria</a:t>
            </a:r>
            <a:r>
              <a:rPr lang="de-AT" sz="2000" b="0" strike="noStrike" spc="-1" dirty="0">
                <a:solidFill>
                  <a:srgbClr val="000000"/>
                </a:solidFill>
                <a:latin typeface="Arial"/>
              </a:rPr>
              <a:t> </a:t>
            </a:r>
            <a:r>
              <a:rPr lang="de-AT" sz="2000" b="0" strike="noStrike" spc="-1" dirty="0" err="1">
                <a:solidFill>
                  <a:srgbClr val="000000"/>
                </a:solidFill>
                <a:latin typeface="Arial"/>
              </a:rPr>
              <a:t>are</a:t>
            </a:r>
            <a:r>
              <a:rPr lang="de-AT" sz="2000" b="0" strike="noStrike" spc="-1" dirty="0">
                <a:solidFill>
                  <a:srgbClr val="000000"/>
                </a:solidFill>
                <a:latin typeface="Arial"/>
              </a:rPr>
              <a:t> also </a:t>
            </a:r>
            <a:r>
              <a:rPr lang="de-AT" sz="2000" b="0" strike="noStrike" spc="-1" dirty="0" err="1">
                <a:solidFill>
                  <a:srgbClr val="000000"/>
                </a:solidFill>
                <a:latin typeface="Arial"/>
              </a:rPr>
              <a:t>clearly</a:t>
            </a:r>
            <a:r>
              <a:rPr lang="de-AT" sz="2000" b="0" strike="noStrike" spc="-1" dirty="0">
                <a:solidFill>
                  <a:srgbClr val="000000"/>
                </a:solidFill>
                <a:latin typeface="Arial"/>
              </a:rPr>
              <a:t> </a:t>
            </a:r>
            <a:r>
              <a:rPr lang="de-AT" sz="2000" b="0" strike="noStrike" spc="-1" dirty="0" err="1">
                <a:solidFill>
                  <a:srgbClr val="000000"/>
                </a:solidFill>
                <a:latin typeface="Arial"/>
              </a:rPr>
              <a:t>explained</a:t>
            </a:r>
            <a:r>
              <a:rPr lang="de-AT" sz="2000" b="0" strike="noStrike" spc="-1" dirty="0">
                <a:solidFill>
                  <a:srgbClr val="000000"/>
                </a:solidFill>
                <a:latin typeface="Arial"/>
              </a:rPr>
              <a:t>. This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important</a:t>
            </a:r>
            <a:r>
              <a:rPr lang="de-AT" sz="2000" b="0" strike="noStrike" spc="-1" dirty="0">
                <a:solidFill>
                  <a:srgbClr val="000000"/>
                </a:solidFill>
                <a:latin typeface="Arial"/>
              </a:rPr>
              <a:t> </a:t>
            </a:r>
            <a:r>
              <a:rPr lang="de-AT" sz="2000" b="0" strike="noStrike" spc="-1" dirty="0" err="1">
                <a:solidFill>
                  <a:srgbClr val="000000"/>
                </a:solidFill>
                <a:latin typeface="Arial"/>
              </a:rPr>
              <a:t>because</a:t>
            </a:r>
            <a:r>
              <a:rPr lang="de-AT" sz="2000" b="0" strike="noStrike" spc="-1" dirty="0">
                <a:solidFill>
                  <a:srgbClr val="000000"/>
                </a:solidFill>
                <a:latin typeface="Arial"/>
              </a:rPr>
              <a:t> </a:t>
            </a:r>
            <a:r>
              <a:rPr lang="de-AT" sz="2000" b="0" strike="noStrike" spc="-1" dirty="0" err="1">
                <a:solidFill>
                  <a:srgbClr val="000000"/>
                </a:solidFill>
                <a:latin typeface="Arial"/>
              </a:rPr>
              <a:t>it</a:t>
            </a:r>
            <a:r>
              <a:rPr lang="de-AT" sz="2000" b="0" strike="noStrike" spc="-1" dirty="0">
                <a:solidFill>
                  <a:srgbClr val="000000"/>
                </a:solidFill>
                <a:latin typeface="Arial"/>
              </a:rPr>
              <a:t> </a:t>
            </a:r>
            <a:r>
              <a:rPr lang="de-AT" sz="2000" b="0" strike="noStrike" spc="-1" dirty="0" err="1">
                <a:solidFill>
                  <a:srgbClr val="000000"/>
                </a:solidFill>
                <a:latin typeface="Arial"/>
              </a:rPr>
              <a:t>allows</a:t>
            </a:r>
            <a:r>
              <a:rPr lang="de-AT" sz="2000" b="0" strike="noStrike" spc="-1" dirty="0">
                <a:solidFill>
                  <a:srgbClr val="000000"/>
                </a:solidFill>
                <a:latin typeface="Arial"/>
              </a:rPr>
              <a:t> </a:t>
            </a:r>
            <a:r>
              <a:rPr lang="de-AT" sz="2000" b="0" strike="noStrike" spc="-1" dirty="0" err="1">
                <a:solidFill>
                  <a:srgbClr val="000000"/>
                </a:solidFill>
                <a:latin typeface="Arial"/>
              </a:rPr>
              <a:t>readers</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understand</a:t>
            </a:r>
            <a:r>
              <a:rPr lang="de-AT" sz="2000" b="0" strike="noStrike" spc="-1" dirty="0">
                <a:solidFill>
                  <a:srgbClr val="000000"/>
                </a:solidFill>
                <a:latin typeface="Arial"/>
              </a:rPr>
              <a:t> </a:t>
            </a:r>
            <a:r>
              <a:rPr lang="de-AT" sz="2000" b="0" strike="noStrike" spc="-1" dirty="0" err="1">
                <a:solidFill>
                  <a:srgbClr val="000000"/>
                </a:solidFill>
                <a:latin typeface="Arial"/>
              </a:rPr>
              <a:t>exactly</a:t>
            </a:r>
            <a:r>
              <a:rPr lang="de-AT" sz="2000" b="0" strike="noStrike" spc="-1" dirty="0">
                <a:solidFill>
                  <a:srgbClr val="000000"/>
                </a:solidFill>
                <a:latin typeface="Arial"/>
              </a:rPr>
              <a:t> </a:t>
            </a:r>
            <a:r>
              <a:rPr lang="de-AT" sz="2000" b="0" strike="noStrike" spc="-1" dirty="0" err="1">
                <a:solidFill>
                  <a:srgbClr val="000000"/>
                </a:solidFill>
                <a:latin typeface="Arial"/>
              </a:rPr>
              <a:t>which</a:t>
            </a:r>
            <a:r>
              <a:rPr lang="de-AT" sz="2000" b="0" strike="noStrike" spc="-1" dirty="0">
                <a:solidFill>
                  <a:srgbClr val="000000"/>
                </a:solidFill>
                <a:latin typeface="Arial"/>
              </a:rPr>
              <a:t> </a:t>
            </a:r>
            <a:r>
              <a:rPr lang="de-AT" sz="2000" b="0" strike="noStrike" spc="-1" dirty="0" err="1">
                <a:solidFill>
                  <a:srgbClr val="000000"/>
                </a:solidFill>
                <a:latin typeface="Arial"/>
              </a:rPr>
              <a:t>types</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were</a:t>
            </a:r>
            <a:r>
              <a:rPr lang="de-AT" sz="2000" b="0" strike="noStrike" spc="-1" dirty="0">
                <a:solidFill>
                  <a:srgbClr val="000000"/>
                </a:solidFill>
                <a:latin typeface="Arial"/>
              </a:rPr>
              <a:t> </a:t>
            </a:r>
            <a:r>
              <a:rPr lang="de-AT" sz="2000" b="0" strike="noStrike" spc="-1" dirty="0" err="1">
                <a:solidFill>
                  <a:srgbClr val="000000"/>
                </a:solidFill>
                <a:latin typeface="Arial"/>
              </a:rPr>
              <a:t>included</a:t>
            </a:r>
            <a:r>
              <a:rPr lang="de-AT" sz="2000" b="0" strike="noStrike" spc="-1" dirty="0">
                <a:solidFill>
                  <a:srgbClr val="000000"/>
                </a:solidFill>
                <a:latin typeface="Arial"/>
              </a:rPr>
              <a:t> and </a:t>
            </a:r>
            <a:r>
              <a:rPr lang="de-AT" sz="2000" b="0" strike="noStrike" spc="-1" dirty="0" err="1">
                <a:solidFill>
                  <a:srgbClr val="000000"/>
                </a:solidFill>
                <a:latin typeface="Arial"/>
              </a:rPr>
              <a:t>why</a:t>
            </a:r>
            <a:r>
              <a:rPr lang="de-AT" sz="2000" b="0" strike="noStrike" spc="-1" dirty="0">
                <a:solidFill>
                  <a:srgbClr val="000000"/>
                </a:solidFill>
                <a:latin typeface="Arial"/>
              </a:rPr>
              <a:t> </a:t>
            </a:r>
            <a:r>
              <a:rPr lang="de-AT" sz="2000" b="0" strike="noStrike" spc="-1" dirty="0" err="1">
                <a:solidFill>
                  <a:srgbClr val="000000"/>
                </a:solidFill>
                <a:latin typeface="Arial"/>
              </a:rPr>
              <a:t>others</a:t>
            </a:r>
            <a:r>
              <a:rPr lang="de-AT" sz="2000" b="0" strike="noStrike" spc="-1" dirty="0">
                <a:solidFill>
                  <a:srgbClr val="000000"/>
                </a:solidFill>
                <a:latin typeface="Arial"/>
              </a:rPr>
              <a:t> </a:t>
            </a:r>
            <a:r>
              <a:rPr lang="de-AT" sz="2000" b="0" strike="noStrike" spc="-1" dirty="0" err="1">
                <a:solidFill>
                  <a:srgbClr val="000000"/>
                </a:solidFill>
                <a:latin typeface="Arial"/>
              </a:rPr>
              <a:t>were</a:t>
            </a:r>
            <a:r>
              <a:rPr lang="de-AT" sz="2000" b="0" strike="noStrike" spc="-1" dirty="0">
                <a:solidFill>
                  <a:srgbClr val="000000"/>
                </a:solidFill>
                <a:latin typeface="Arial"/>
              </a:rPr>
              <a:t> </a:t>
            </a:r>
            <a:r>
              <a:rPr lang="de-AT" sz="2000" b="0" strike="noStrike" spc="-1" dirty="0" err="1">
                <a:solidFill>
                  <a:srgbClr val="000000"/>
                </a:solidFill>
                <a:latin typeface="Arial"/>
              </a:rPr>
              <a:t>excluded</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The </a:t>
            </a:r>
            <a:r>
              <a:rPr lang="de-AT" sz="2000" b="0" strike="noStrike" spc="-1" dirty="0" err="1">
                <a:solidFill>
                  <a:srgbClr val="000000"/>
                </a:solidFill>
                <a:latin typeface="Arial"/>
              </a:rPr>
              <a:t>third</a:t>
            </a:r>
            <a:r>
              <a:rPr lang="de-AT" sz="2000" b="0" strike="noStrike" spc="-1" dirty="0">
                <a:solidFill>
                  <a:srgbClr val="000000"/>
                </a:solidFill>
                <a:latin typeface="Arial"/>
              </a:rPr>
              <a:t> </a:t>
            </a:r>
            <a:r>
              <a:rPr lang="de-AT" sz="2000" b="0" strike="noStrike" spc="-1" dirty="0" err="1">
                <a:solidFill>
                  <a:srgbClr val="000000"/>
                </a:solidFill>
                <a:latin typeface="Arial"/>
              </a:rPr>
              <a:t>criterion</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1" strike="noStrike" spc="-1" dirty="0" err="1">
                <a:solidFill>
                  <a:srgbClr val="000000"/>
                </a:solidFill>
                <a:latin typeface="Arial"/>
              </a:rPr>
              <a:t>Generality</a:t>
            </a:r>
            <a:r>
              <a:rPr lang="de-AT" sz="2000" b="0" strike="noStrike" spc="-1" dirty="0">
                <a:solidFill>
                  <a:srgbClr val="000000"/>
                </a:solidFill>
                <a:latin typeface="Arial"/>
              </a:rPr>
              <a:t>. The </a:t>
            </a:r>
            <a:r>
              <a:rPr lang="de-AT" sz="2000" b="0" strike="noStrike" spc="-1" dirty="0" err="1">
                <a:solidFill>
                  <a:srgbClr val="000000"/>
                </a:solidFill>
                <a:latin typeface="Arial"/>
              </a:rPr>
              <a:t>analysis</a:t>
            </a:r>
            <a:r>
              <a:rPr lang="de-AT" sz="2000" b="0" strike="noStrike" spc="-1" dirty="0">
                <a:solidFill>
                  <a:srgbClr val="000000"/>
                </a:solidFill>
                <a:latin typeface="Arial"/>
              </a:rPr>
              <a:t> </a:t>
            </a:r>
            <a:r>
              <a:rPr lang="de-AT" sz="2000" b="0" strike="noStrike" spc="-1" dirty="0" err="1">
                <a:solidFill>
                  <a:srgbClr val="000000"/>
                </a:solidFill>
                <a:latin typeface="Arial"/>
              </a:rPr>
              <a:t>includes</a:t>
            </a:r>
            <a:r>
              <a:rPr lang="de-AT" sz="2000" b="0" strike="noStrike" spc="-1" dirty="0">
                <a:solidFill>
                  <a:srgbClr val="000000"/>
                </a:solidFill>
                <a:latin typeface="Arial"/>
              </a:rPr>
              <a: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from</a:t>
            </a:r>
            <a:r>
              <a:rPr lang="de-AT" sz="2000" b="0" strike="noStrike" spc="-1" dirty="0">
                <a:solidFill>
                  <a:srgbClr val="000000"/>
                </a:solidFill>
                <a:latin typeface="Arial"/>
              </a:rPr>
              <a:t> different </a:t>
            </a:r>
            <a:r>
              <a:rPr lang="de-AT" sz="2000" b="0" strike="noStrike" spc="-1" dirty="0" err="1">
                <a:solidFill>
                  <a:srgbClr val="000000"/>
                </a:solidFill>
                <a:latin typeface="Arial"/>
              </a:rPr>
              <a:t>educational</a:t>
            </a:r>
            <a:r>
              <a:rPr lang="de-AT" sz="2000" b="0" strike="noStrike" spc="-1" dirty="0">
                <a:solidFill>
                  <a:srgbClr val="000000"/>
                </a:solidFill>
                <a:latin typeface="Arial"/>
              </a:rPr>
              <a:t> </a:t>
            </a:r>
            <a:r>
              <a:rPr lang="de-AT" sz="2000" b="0" strike="noStrike" spc="-1" dirty="0" err="1">
                <a:solidFill>
                  <a:srgbClr val="000000"/>
                </a:solidFill>
                <a:latin typeface="Arial"/>
              </a:rPr>
              <a:t>contexts</a:t>
            </a:r>
            <a:r>
              <a:rPr lang="de-AT" sz="2000" b="0" strike="noStrike" spc="-1" dirty="0">
                <a:solidFill>
                  <a:srgbClr val="000000"/>
                </a:solidFill>
                <a:latin typeface="Arial"/>
              </a:rPr>
              <a:t>, different </a:t>
            </a:r>
            <a:r>
              <a:rPr lang="de-AT" sz="2000" b="0" strike="noStrike" spc="-1" dirty="0" err="1">
                <a:solidFill>
                  <a:srgbClr val="000000"/>
                </a:solidFill>
                <a:latin typeface="Arial"/>
              </a:rPr>
              <a:t>subjects</a:t>
            </a:r>
            <a:r>
              <a:rPr lang="de-AT" sz="2000" b="0" strike="noStrike" spc="-1" dirty="0">
                <a:solidFill>
                  <a:srgbClr val="000000"/>
                </a:solidFill>
                <a:latin typeface="Arial"/>
              </a:rPr>
              <a:t>, and different </a:t>
            </a:r>
            <a:r>
              <a:rPr lang="de-AT" sz="2000" b="0" strike="noStrike" spc="-1" dirty="0" err="1">
                <a:solidFill>
                  <a:srgbClr val="000000"/>
                </a:solidFill>
                <a:latin typeface="Arial"/>
              </a:rPr>
              <a:t>student</a:t>
            </a:r>
            <a:r>
              <a:rPr lang="de-AT" sz="2000" b="0" strike="noStrike" spc="-1" dirty="0">
                <a:solidFill>
                  <a:srgbClr val="000000"/>
                </a:solidFill>
                <a:latin typeface="Arial"/>
              </a:rPr>
              <a:t> </a:t>
            </a:r>
            <a:r>
              <a:rPr lang="de-AT" sz="2000" b="0" strike="noStrike" spc="-1" dirty="0" err="1">
                <a:solidFill>
                  <a:srgbClr val="000000"/>
                </a:solidFill>
                <a:latin typeface="Arial"/>
              </a:rPr>
              <a:t>populations</a:t>
            </a:r>
            <a:r>
              <a:rPr lang="de-AT" sz="2000" b="0" strike="noStrike" spc="-1" dirty="0">
                <a:solidFill>
                  <a:srgbClr val="000000"/>
                </a:solidFill>
                <a:latin typeface="Arial"/>
              </a:rPr>
              <a:t>. This </a:t>
            </a:r>
            <a:r>
              <a:rPr lang="de-AT" sz="2000" b="0" strike="noStrike" spc="-1" dirty="0" err="1">
                <a:solidFill>
                  <a:srgbClr val="000000"/>
                </a:solidFill>
                <a:latin typeface="Arial"/>
              </a:rPr>
              <a:t>makes</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results</a:t>
            </a:r>
            <a:r>
              <a:rPr lang="de-AT" sz="2000" b="0" strike="noStrike" spc="-1" dirty="0">
                <a:solidFill>
                  <a:srgbClr val="000000"/>
                </a:solidFill>
                <a:latin typeface="Arial"/>
              </a:rPr>
              <a:t> </a:t>
            </a:r>
            <a:r>
              <a:rPr lang="de-AT" sz="2000" b="0" strike="noStrike" spc="-1" dirty="0" err="1">
                <a:solidFill>
                  <a:srgbClr val="000000"/>
                </a:solidFill>
                <a:latin typeface="Arial"/>
              </a:rPr>
              <a:t>more</a:t>
            </a:r>
            <a:r>
              <a:rPr lang="de-AT" sz="2000" b="0" strike="noStrike" spc="-1" dirty="0">
                <a:solidFill>
                  <a:srgbClr val="000000"/>
                </a:solidFill>
                <a:latin typeface="Arial"/>
              </a:rPr>
              <a:t> </a:t>
            </a:r>
            <a:r>
              <a:rPr lang="de-AT" sz="2000" b="0" strike="noStrike" spc="-1" dirty="0" err="1">
                <a:solidFill>
                  <a:srgbClr val="000000"/>
                </a:solidFill>
                <a:latin typeface="Arial"/>
              </a:rPr>
              <a:t>broadly</a:t>
            </a:r>
            <a:r>
              <a:rPr lang="de-AT" sz="2000" b="0" strike="noStrike" spc="-1" dirty="0">
                <a:solidFill>
                  <a:srgbClr val="000000"/>
                </a:solidFill>
                <a:latin typeface="Arial"/>
              </a:rPr>
              <a:t> relevant </a:t>
            </a:r>
            <a:r>
              <a:rPr lang="de-AT" sz="2000" b="0" strike="noStrike" spc="-1" dirty="0" err="1">
                <a:solidFill>
                  <a:srgbClr val="000000"/>
                </a:solidFill>
                <a:latin typeface="Arial"/>
              </a:rPr>
              <a:t>than</a:t>
            </a:r>
            <a:r>
              <a:rPr lang="de-AT" sz="2000" b="0" strike="noStrike" spc="-1" dirty="0">
                <a:solidFill>
                  <a:srgbClr val="000000"/>
                </a:solidFill>
                <a:latin typeface="Arial"/>
              </a:rPr>
              <a:t> a </a:t>
            </a:r>
            <a:r>
              <a:rPr lang="de-AT" sz="2000" b="0" strike="noStrike" spc="-1" dirty="0" err="1">
                <a:solidFill>
                  <a:srgbClr val="000000"/>
                </a:solidFill>
                <a:latin typeface="Arial"/>
              </a:rPr>
              <a:t>single</a:t>
            </a:r>
            <a:r>
              <a:rPr lang="de-AT" sz="2000" b="0" strike="noStrike" spc="-1" dirty="0">
                <a:solidFill>
                  <a:srgbClr val="000000"/>
                </a:solidFill>
                <a:latin typeface="Arial"/>
              </a:rPr>
              <a:t> </a:t>
            </a:r>
            <a:r>
              <a:rPr lang="de-AT" sz="2000" b="0" strike="noStrike" spc="-1" dirty="0" err="1">
                <a:solidFill>
                  <a:srgbClr val="000000"/>
                </a:solidFill>
                <a:latin typeface="Arial"/>
              </a:rPr>
              <a:t>experiment</a:t>
            </a:r>
            <a:r>
              <a:rPr lang="de-AT" sz="2000" b="0" strike="noStrike" spc="-1" dirty="0">
                <a:solidFill>
                  <a:srgbClr val="000000"/>
                </a:solidFill>
                <a:latin typeface="Arial"/>
              </a:rPr>
              <a:t>. At </a:t>
            </a:r>
            <a:r>
              <a:rPr lang="de-AT" sz="2000" b="0" strike="noStrike" spc="-1" dirty="0" err="1">
                <a:solidFill>
                  <a:srgbClr val="000000"/>
                </a:solidFill>
                <a:latin typeface="Arial"/>
              </a:rPr>
              <a:t>the</a:t>
            </a:r>
            <a:r>
              <a:rPr lang="de-AT" sz="2000" b="0" strike="noStrike" spc="-1" dirty="0">
                <a:solidFill>
                  <a:srgbClr val="000000"/>
                </a:solidFill>
                <a:latin typeface="Arial"/>
              </a:rPr>
              <a:t> same time, </a:t>
            </a:r>
            <a:r>
              <a:rPr lang="de-AT" sz="2000" b="0" strike="noStrike" spc="-1" dirty="0" err="1">
                <a:solidFill>
                  <a:srgbClr val="000000"/>
                </a:solidFill>
                <a:latin typeface="Arial"/>
              </a:rPr>
              <a:t>this</a:t>
            </a:r>
            <a:r>
              <a:rPr lang="de-AT" sz="2000" b="0" strike="noStrike" spc="-1" dirty="0">
                <a:solidFill>
                  <a:srgbClr val="000000"/>
                </a:solidFill>
                <a:latin typeface="Arial"/>
              </a:rPr>
              <a:t> also </a:t>
            </a:r>
            <a:r>
              <a:rPr lang="de-AT" sz="2000" b="0" strike="noStrike" spc="-1" dirty="0" err="1">
                <a:solidFill>
                  <a:srgbClr val="000000"/>
                </a:solidFill>
                <a:latin typeface="Arial"/>
              </a:rPr>
              <a:t>creates</a:t>
            </a:r>
            <a:r>
              <a:rPr lang="de-AT" sz="2000" b="0" strike="noStrike" spc="-1" dirty="0">
                <a:solidFill>
                  <a:srgbClr val="000000"/>
                </a:solidFill>
                <a:latin typeface="Arial"/>
              </a:rPr>
              <a:t> a </a:t>
            </a:r>
            <a:r>
              <a:rPr lang="de-AT" sz="2000" b="0" strike="noStrike" spc="-1" dirty="0" err="1">
                <a:solidFill>
                  <a:srgbClr val="000000"/>
                </a:solidFill>
                <a:latin typeface="Arial"/>
              </a:rPr>
              <a:t>challenge</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are</a:t>
            </a:r>
            <a:r>
              <a:rPr lang="de-AT" sz="2000" b="0" strike="noStrike" spc="-1" dirty="0">
                <a:solidFill>
                  <a:srgbClr val="000000"/>
                </a:solidFill>
                <a:latin typeface="Arial"/>
              </a:rPr>
              <a:t> </a:t>
            </a:r>
            <a:r>
              <a:rPr lang="de-AT" sz="2000" b="0" strike="noStrike" spc="-1" dirty="0" err="1">
                <a:solidFill>
                  <a:srgbClr val="000000"/>
                </a:solidFill>
                <a:latin typeface="Arial"/>
              </a:rPr>
              <a:t>quite</a:t>
            </a:r>
            <a:r>
              <a:rPr lang="de-AT" sz="2000" b="0" strike="noStrike" spc="-1" dirty="0">
                <a:solidFill>
                  <a:srgbClr val="000000"/>
                </a:solidFill>
                <a:latin typeface="Arial"/>
              </a:rPr>
              <a:t> </a:t>
            </a:r>
            <a:r>
              <a:rPr lang="de-AT" sz="2000" b="0" strike="noStrike" spc="-1" dirty="0" err="1">
                <a:solidFill>
                  <a:srgbClr val="000000"/>
                </a:solidFill>
                <a:latin typeface="Arial"/>
              </a:rPr>
              <a:t>heterogeneous</a:t>
            </a:r>
            <a:r>
              <a:rPr lang="de-AT" sz="2000" b="0" strike="noStrike" spc="-1" dirty="0">
                <a:solidFill>
                  <a:srgbClr val="000000"/>
                </a:solidFill>
                <a:latin typeface="Arial"/>
              </a:rPr>
              <a:t>. </a:t>
            </a:r>
            <a:r>
              <a:rPr lang="de-AT" sz="2000" b="0" strike="noStrike" spc="-1" dirty="0" err="1">
                <a:solidFill>
                  <a:srgbClr val="000000"/>
                </a:solidFill>
                <a:latin typeface="Arial"/>
              </a:rPr>
              <a:t>For</a:t>
            </a:r>
            <a:r>
              <a:rPr lang="de-AT" sz="2000" b="0" strike="noStrike" spc="-1" dirty="0">
                <a:solidFill>
                  <a:srgbClr val="000000"/>
                </a:solidFill>
                <a:latin typeface="Arial"/>
              </a:rPr>
              <a:t> </a:t>
            </a:r>
            <a:r>
              <a:rPr lang="de-AT" sz="2000" b="0" strike="noStrike" spc="-1" dirty="0" err="1">
                <a:solidFill>
                  <a:srgbClr val="000000"/>
                </a:solidFill>
                <a:latin typeface="Arial"/>
              </a:rPr>
              <a:t>example</a:t>
            </a:r>
            <a:r>
              <a:rPr lang="de-AT" sz="2000" b="0" strike="noStrike" spc="-1" dirty="0">
                <a:solidFill>
                  <a:srgbClr val="000000"/>
                </a:solidFill>
                <a:latin typeface="Arial"/>
              </a:rPr>
              <a:t>, </a:t>
            </a:r>
            <a:r>
              <a:rPr lang="de-AT" sz="2000" b="0" strike="noStrike" spc="-1" dirty="0" err="1">
                <a:solidFill>
                  <a:srgbClr val="000000"/>
                </a:solidFill>
                <a:latin typeface="Arial"/>
              </a:rPr>
              <a:t>using</a:t>
            </a:r>
            <a:r>
              <a:rPr lang="de-AT" sz="2000" b="0" strike="noStrike" spc="-1" dirty="0">
                <a:solidFill>
                  <a:srgbClr val="000000"/>
                </a:solidFill>
                <a:latin typeface="Arial"/>
              </a:rPr>
              <a:t> ChatGPT </a:t>
            </a:r>
            <a:r>
              <a:rPr lang="de-AT" sz="2000" b="0" strike="noStrike" spc="-1" dirty="0" err="1">
                <a:solidFill>
                  <a:srgbClr val="000000"/>
                </a:solidFill>
                <a:latin typeface="Arial"/>
              </a:rPr>
              <a:t>for</a:t>
            </a:r>
            <a:r>
              <a:rPr lang="de-AT" sz="2000" b="0" strike="noStrike" spc="-1" dirty="0">
                <a:solidFill>
                  <a:srgbClr val="000000"/>
                </a:solidFill>
                <a:latin typeface="Arial"/>
              </a:rPr>
              <a:t> </a:t>
            </a:r>
            <a:r>
              <a:rPr lang="de-AT" sz="2000" b="0" strike="noStrike" spc="-1" dirty="0" err="1">
                <a:solidFill>
                  <a:srgbClr val="000000"/>
                </a:solidFill>
                <a:latin typeface="Arial"/>
              </a:rPr>
              <a:t>language</a:t>
            </a:r>
            <a:r>
              <a:rPr lang="de-AT" sz="2000" b="0" strike="noStrike" spc="-1" dirty="0">
                <a:solidFill>
                  <a:srgbClr val="000000"/>
                </a:solidFill>
                <a:latin typeface="Arial"/>
              </a:rPr>
              <a:t> </a:t>
            </a:r>
            <a:r>
              <a:rPr lang="de-AT" sz="2000" b="0" strike="noStrike" spc="-1" dirty="0" err="1">
                <a:solidFill>
                  <a:srgbClr val="000000"/>
                </a:solidFill>
                <a:latin typeface="Arial"/>
              </a:rPr>
              <a:t>learning</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not </a:t>
            </a:r>
            <a:r>
              <a:rPr lang="de-AT" sz="2000" b="0" strike="noStrike" spc="-1" dirty="0" err="1">
                <a:solidFill>
                  <a:srgbClr val="000000"/>
                </a:solidFill>
                <a:latin typeface="Arial"/>
              </a:rPr>
              <a:t>the</a:t>
            </a:r>
            <a:r>
              <a:rPr lang="de-AT" sz="2000" b="0" strike="noStrike" spc="-1" dirty="0">
                <a:solidFill>
                  <a:srgbClr val="000000"/>
                </a:solidFill>
                <a:latin typeface="Arial"/>
              </a:rPr>
              <a:t> same </a:t>
            </a:r>
            <a:r>
              <a:rPr lang="de-AT" sz="2000" b="0" strike="noStrike" spc="-1" dirty="0" err="1">
                <a:solidFill>
                  <a:srgbClr val="000000"/>
                </a:solidFill>
                <a:latin typeface="Arial"/>
              </a:rPr>
              <a:t>as</a:t>
            </a:r>
            <a:r>
              <a:rPr lang="de-AT" sz="2000" b="0" strike="noStrike" spc="-1" dirty="0">
                <a:solidFill>
                  <a:srgbClr val="000000"/>
                </a:solidFill>
                <a:latin typeface="Arial"/>
              </a:rPr>
              <a:t> </a:t>
            </a:r>
            <a:r>
              <a:rPr lang="de-AT" sz="2000" b="0" strike="noStrike" spc="-1" dirty="0" err="1">
                <a:solidFill>
                  <a:srgbClr val="000000"/>
                </a:solidFill>
                <a:latin typeface="Arial"/>
              </a:rPr>
              <a:t>using</a:t>
            </a:r>
            <a:r>
              <a:rPr lang="de-AT" sz="2000" b="0" strike="noStrike" spc="-1" dirty="0">
                <a:solidFill>
                  <a:srgbClr val="000000"/>
                </a:solidFill>
                <a:latin typeface="Arial"/>
              </a:rPr>
              <a:t> </a:t>
            </a:r>
            <a:r>
              <a:rPr lang="de-AT" sz="2000" b="0" strike="noStrike" spc="-1" dirty="0" err="1">
                <a:solidFill>
                  <a:srgbClr val="000000"/>
                </a:solidFill>
                <a:latin typeface="Arial"/>
              </a:rPr>
              <a:t>it</a:t>
            </a:r>
            <a:r>
              <a:rPr lang="de-AT" sz="2000" b="0" strike="noStrike" spc="-1" dirty="0">
                <a:solidFill>
                  <a:srgbClr val="000000"/>
                </a:solidFill>
                <a:latin typeface="Arial"/>
              </a:rPr>
              <a:t> </a:t>
            </a:r>
            <a:r>
              <a:rPr lang="de-AT" sz="2000" b="0" strike="noStrike" spc="-1" dirty="0" err="1">
                <a:solidFill>
                  <a:srgbClr val="000000"/>
                </a:solidFill>
                <a:latin typeface="Arial"/>
              </a:rPr>
              <a:t>for</a:t>
            </a:r>
            <a:r>
              <a:rPr lang="de-AT" sz="2000" b="0" strike="noStrike" spc="-1" dirty="0">
                <a:solidFill>
                  <a:srgbClr val="000000"/>
                </a:solidFill>
                <a:latin typeface="Arial"/>
              </a:rPr>
              <a:t> </a:t>
            </a:r>
            <a:r>
              <a:rPr lang="de-AT" sz="2000" b="0" strike="noStrike" spc="-1" dirty="0" err="1">
                <a:solidFill>
                  <a:srgbClr val="000000"/>
                </a:solidFill>
                <a:latin typeface="Arial"/>
              </a:rPr>
              <a:t>programming</a:t>
            </a:r>
            <a:r>
              <a:rPr lang="de-AT" sz="2000" b="0" strike="noStrike" spc="-1" dirty="0">
                <a:solidFill>
                  <a:srgbClr val="000000"/>
                </a:solidFill>
                <a:latin typeface="Arial"/>
              </a:rPr>
              <a:t>, </a:t>
            </a:r>
            <a:r>
              <a:rPr lang="de-AT" sz="2000" b="0" strike="noStrike" spc="-1" dirty="0" err="1">
                <a:solidFill>
                  <a:srgbClr val="000000"/>
                </a:solidFill>
                <a:latin typeface="Arial"/>
              </a:rPr>
              <a:t>medicine</a:t>
            </a:r>
            <a:r>
              <a:rPr lang="de-AT" sz="2000" b="0" strike="noStrike" spc="-1" dirty="0">
                <a:solidFill>
                  <a:srgbClr val="000000"/>
                </a:solidFill>
                <a:latin typeface="Arial"/>
              </a:rPr>
              <a:t>, </a:t>
            </a:r>
            <a:r>
              <a:rPr lang="de-AT" sz="2000" b="0" strike="noStrike" spc="-1" dirty="0" err="1">
                <a:solidFill>
                  <a:srgbClr val="000000"/>
                </a:solidFill>
                <a:latin typeface="Arial"/>
              </a:rPr>
              <a:t>or</a:t>
            </a:r>
            <a:r>
              <a:rPr lang="de-AT" sz="2000" b="0" strike="noStrike" spc="-1" dirty="0">
                <a:solidFill>
                  <a:srgbClr val="000000"/>
                </a:solidFill>
                <a:latin typeface="Arial"/>
              </a:rPr>
              <a:t> </a:t>
            </a:r>
            <a:r>
              <a:rPr lang="de-AT" sz="2000" b="0" strike="noStrike" spc="-1" dirty="0" err="1">
                <a:solidFill>
                  <a:srgbClr val="000000"/>
                </a:solidFill>
                <a:latin typeface="Arial"/>
              </a:rPr>
              <a:t>general</a:t>
            </a:r>
            <a:r>
              <a:rPr lang="de-AT" sz="2000" b="0" strike="noStrike" spc="-1" dirty="0">
                <a:solidFill>
                  <a:srgbClr val="000000"/>
                </a:solidFill>
                <a:latin typeface="Arial"/>
              </a:rPr>
              <a:t> </a:t>
            </a:r>
            <a:r>
              <a:rPr lang="de-AT" sz="2000" b="0" strike="noStrike" spc="-1" dirty="0" err="1">
                <a:solidFill>
                  <a:srgbClr val="000000"/>
                </a:solidFill>
                <a:latin typeface="Arial"/>
              </a:rPr>
              <a:t>study</a:t>
            </a:r>
            <a:r>
              <a:rPr lang="de-AT" sz="2000" b="0" strike="noStrike" spc="-1" dirty="0">
                <a:solidFill>
                  <a:srgbClr val="000000"/>
                </a:solidFill>
                <a:latin typeface="Arial"/>
              </a:rPr>
              <a:t> support. So, </a:t>
            </a:r>
            <a:r>
              <a:rPr lang="de-AT" sz="2000" b="0" strike="noStrike" spc="-1" dirty="0" err="1">
                <a:solidFill>
                  <a:srgbClr val="000000"/>
                </a:solidFill>
                <a:latin typeface="Arial"/>
              </a:rPr>
              <a:t>while</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findings</a:t>
            </a:r>
            <a:r>
              <a:rPr lang="de-AT" sz="2000" b="0" strike="noStrike" spc="-1" dirty="0">
                <a:solidFill>
                  <a:srgbClr val="000000"/>
                </a:solidFill>
                <a:latin typeface="Arial"/>
              </a:rPr>
              <a:t> </a:t>
            </a:r>
            <a:r>
              <a:rPr lang="de-AT" sz="2000" b="0" strike="noStrike" spc="-1" dirty="0" err="1">
                <a:solidFill>
                  <a:srgbClr val="000000"/>
                </a:solidFill>
                <a:latin typeface="Arial"/>
              </a:rPr>
              <a:t>are</a:t>
            </a:r>
            <a:r>
              <a:rPr lang="de-AT" sz="2000" b="0" strike="noStrike" spc="-1" dirty="0">
                <a:solidFill>
                  <a:srgbClr val="000000"/>
                </a:solidFill>
                <a:latin typeface="Arial"/>
              </a:rPr>
              <a:t> </a:t>
            </a:r>
            <a:r>
              <a:rPr lang="de-AT" sz="2000" b="0" strike="noStrike" spc="-1" dirty="0" err="1">
                <a:solidFill>
                  <a:srgbClr val="000000"/>
                </a:solidFill>
                <a:latin typeface="Arial"/>
              </a:rPr>
              <a:t>broadly</a:t>
            </a:r>
            <a:r>
              <a:rPr lang="de-AT" sz="2000" b="0" strike="noStrike" spc="-1" dirty="0">
                <a:solidFill>
                  <a:srgbClr val="000000"/>
                </a:solidFill>
                <a:latin typeface="Arial"/>
              </a:rPr>
              <a:t> relevant, </a:t>
            </a:r>
            <a:r>
              <a:rPr lang="de-AT" sz="2000" b="0" strike="noStrike" spc="-1" dirty="0" err="1">
                <a:solidFill>
                  <a:srgbClr val="000000"/>
                </a:solidFill>
                <a:latin typeface="Arial"/>
              </a:rPr>
              <a:t>they</a:t>
            </a:r>
            <a:r>
              <a:rPr lang="de-AT" sz="2000" b="0" strike="noStrike" spc="-1" dirty="0">
                <a:solidFill>
                  <a:srgbClr val="000000"/>
                </a:solidFill>
                <a:latin typeface="Arial"/>
              </a:rPr>
              <a:t> </a:t>
            </a:r>
            <a:r>
              <a:rPr lang="de-AT" sz="2000" b="0" strike="noStrike" spc="-1" dirty="0" err="1">
                <a:solidFill>
                  <a:srgbClr val="000000"/>
                </a:solidFill>
                <a:latin typeface="Arial"/>
              </a:rPr>
              <a:t>should</a:t>
            </a:r>
            <a:r>
              <a:rPr lang="de-AT" sz="2000" b="0" strike="noStrike" spc="-1" dirty="0">
                <a:solidFill>
                  <a:srgbClr val="000000"/>
                </a:solidFill>
                <a:latin typeface="Arial"/>
              </a:rPr>
              <a:t> still </a:t>
            </a:r>
            <a:r>
              <a:rPr lang="de-AT" sz="2000" b="0" strike="noStrike" spc="-1" dirty="0" err="1">
                <a:solidFill>
                  <a:srgbClr val="000000"/>
                </a:solidFill>
                <a:latin typeface="Arial"/>
              </a:rPr>
              <a:t>be</a:t>
            </a:r>
            <a:r>
              <a:rPr lang="de-AT" sz="2000" b="0" strike="noStrike" spc="-1" dirty="0">
                <a:solidFill>
                  <a:srgbClr val="000000"/>
                </a:solidFill>
                <a:latin typeface="Arial"/>
              </a:rPr>
              <a:t> </a:t>
            </a:r>
            <a:r>
              <a:rPr lang="de-AT" sz="2000" b="0" strike="noStrike" spc="-1" dirty="0" err="1">
                <a:solidFill>
                  <a:srgbClr val="000000"/>
                </a:solidFill>
                <a:latin typeface="Arial"/>
              </a:rPr>
              <a:t>applied</a:t>
            </a:r>
            <a:r>
              <a:rPr lang="de-AT" sz="2000" b="0" strike="noStrike" spc="-1" dirty="0">
                <a:solidFill>
                  <a:srgbClr val="000000"/>
                </a:solidFill>
                <a:latin typeface="Arial"/>
              </a:rPr>
              <a:t> </a:t>
            </a:r>
            <a:r>
              <a:rPr lang="de-AT" sz="2000" b="0" strike="noStrike" spc="-1" dirty="0" err="1">
                <a:solidFill>
                  <a:srgbClr val="000000"/>
                </a:solidFill>
                <a:latin typeface="Arial"/>
              </a:rPr>
              <a:t>carefully</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specific</a:t>
            </a:r>
            <a:r>
              <a:rPr lang="de-AT" sz="2000" b="0" strike="noStrike" spc="-1" dirty="0">
                <a:solidFill>
                  <a:srgbClr val="000000"/>
                </a:solidFill>
                <a:latin typeface="Arial"/>
              </a:rPr>
              <a:t> </a:t>
            </a:r>
            <a:r>
              <a:rPr lang="de-AT" sz="2000" b="0" strike="noStrike" spc="-1" dirty="0" err="1">
                <a:solidFill>
                  <a:srgbClr val="000000"/>
                </a:solidFill>
                <a:latin typeface="Arial"/>
              </a:rPr>
              <a:t>educational</a:t>
            </a:r>
            <a:r>
              <a:rPr lang="de-AT" sz="2000" b="0" strike="noStrike" spc="-1" dirty="0">
                <a:solidFill>
                  <a:srgbClr val="000000"/>
                </a:solidFill>
                <a:latin typeface="Arial"/>
              </a:rPr>
              <a:t> </a:t>
            </a:r>
            <a:r>
              <a:rPr lang="de-AT" sz="2000" b="0" strike="noStrike" spc="-1" dirty="0" err="1">
                <a:solidFill>
                  <a:srgbClr val="000000"/>
                </a:solidFill>
                <a:latin typeface="Arial"/>
              </a:rPr>
              <a:t>contexts</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The </a:t>
            </a:r>
            <a:r>
              <a:rPr lang="de-AT" sz="2000" b="0" strike="noStrike" spc="-1" dirty="0" err="1">
                <a:solidFill>
                  <a:srgbClr val="000000"/>
                </a:solidFill>
                <a:latin typeface="Arial"/>
              </a:rPr>
              <a:t>fourth</a:t>
            </a:r>
            <a:r>
              <a:rPr lang="de-AT" sz="2000" b="0" strike="noStrike" spc="-1" dirty="0">
                <a:solidFill>
                  <a:srgbClr val="000000"/>
                </a:solidFill>
                <a:latin typeface="Arial"/>
              </a:rPr>
              <a:t> </a:t>
            </a:r>
            <a:r>
              <a:rPr lang="de-AT" sz="2000" b="0" strike="noStrike" spc="-1" dirty="0" err="1">
                <a:solidFill>
                  <a:srgbClr val="000000"/>
                </a:solidFill>
                <a:latin typeface="Arial"/>
              </a:rPr>
              <a:t>criterion</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1" strike="noStrike" spc="-1" dirty="0" err="1">
                <a:solidFill>
                  <a:srgbClr val="000000"/>
                </a:solidFill>
                <a:latin typeface="Arial"/>
              </a:rPr>
              <a:t>Interestingness</a:t>
            </a:r>
            <a:r>
              <a:rPr lang="de-AT" sz="2000" b="0" strike="noStrike" spc="-1" dirty="0">
                <a:solidFill>
                  <a:srgbClr val="000000"/>
                </a:solidFill>
                <a:latin typeface="Arial"/>
              </a:rPr>
              <a:t>. This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one</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strongest</a:t>
            </a:r>
            <a:r>
              <a:rPr lang="de-AT" sz="2000" b="0" strike="noStrike" spc="-1" dirty="0">
                <a:solidFill>
                  <a:srgbClr val="000000"/>
                </a:solidFill>
                <a:latin typeface="Arial"/>
              </a:rPr>
              <a:t> </a:t>
            </a:r>
            <a:r>
              <a:rPr lang="de-AT" sz="2000" b="0" strike="noStrike" spc="-1" dirty="0" err="1">
                <a:solidFill>
                  <a:srgbClr val="000000"/>
                </a:solidFill>
                <a:latin typeface="Arial"/>
              </a:rPr>
              <a:t>aspects</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paper</a:t>
            </a:r>
            <a:r>
              <a:rPr lang="de-AT" sz="2000" b="0" strike="noStrike" spc="-1" dirty="0">
                <a:solidFill>
                  <a:srgbClr val="000000"/>
                </a:solidFill>
                <a:latin typeface="Arial"/>
              </a:rPr>
              <a:t>. ChatGPT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currently</a:t>
            </a:r>
            <a:r>
              <a:rPr lang="de-AT" sz="2000" b="0" strike="noStrike" spc="-1" dirty="0">
                <a:solidFill>
                  <a:srgbClr val="000000"/>
                </a:solidFill>
                <a:latin typeface="Arial"/>
              </a:rPr>
              <a:t> </a:t>
            </a:r>
            <a:r>
              <a:rPr lang="de-AT" sz="2000" b="0" strike="noStrike" spc="-1" dirty="0" err="1">
                <a:solidFill>
                  <a:srgbClr val="000000"/>
                </a:solidFill>
                <a:latin typeface="Arial"/>
              </a:rPr>
              <a:t>one</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most</a:t>
            </a:r>
            <a:r>
              <a:rPr lang="de-AT" sz="2000" b="0" strike="noStrike" spc="-1" dirty="0">
                <a:solidFill>
                  <a:srgbClr val="000000"/>
                </a:solidFill>
                <a:latin typeface="Arial"/>
              </a:rPr>
              <a:t> </a:t>
            </a:r>
            <a:r>
              <a:rPr lang="de-AT" sz="2000" b="0" strike="noStrike" spc="-1" dirty="0" err="1">
                <a:solidFill>
                  <a:srgbClr val="000000"/>
                </a:solidFill>
                <a:latin typeface="Arial"/>
              </a:rPr>
              <a:t>discussed</a:t>
            </a:r>
            <a:r>
              <a:rPr lang="de-AT" sz="2000" b="0" strike="noStrike" spc="-1" dirty="0">
                <a:solidFill>
                  <a:srgbClr val="000000"/>
                </a:solidFill>
                <a:latin typeface="Arial"/>
              </a:rPr>
              <a:t> </a:t>
            </a:r>
            <a:r>
              <a:rPr lang="de-AT" sz="2000" b="0" strike="noStrike" spc="-1" dirty="0" err="1">
                <a:solidFill>
                  <a:srgbClr val="000000"/>
                </a:solidFill>
                <a:latin typeface="Arial"/>
              </a:rPr>
              <a:t>technologies</a:t>
            </a:r>
            <a:r>
              <a:rPr lang="de-AT" sz="2000" b="0" strike="noStrike" spc="-1" dirty="0">
                <a:solidFill>
                  <a:srgbClr val="000000"/>
                </a:solidFill>
                <a:latin typeface="Arial"/>
              </a:rPr>
              <a:t> in </a:t>
            </a:r>
            <a:r>
              <a:rPr lang="de-AT" sz="2000" b="0" strike="noStrike" spc="-1" dirty="0" err="1">
                <a:solidFill>
                  <a:srgbClr val="000000"/>
                </a:solidFill>
                <a:latin typeface="Arial"/>
              </a:rPr>
              <a:t>education</a:t>
            </a:r>
            <a:r>
              <a:rPr lang="de-AT" sz="2000" b="0" strike="noStrike" spc="-1" dirty="0">
                <a:solidFill>
                  <a:srgbClr val="000000"/>
                </a:solidFill>
                <a:latin typeface="Arial"/>
              </a:rPr>
              <a:t>. </a:t>
            </a:r>
            <a:r>
              <a:rPr lang="de-AT" sz="2000" b="0" strike="noStrike" spc="-1" dirty="0" err="1">
                <a:solidFill>
                  <a:srgbClr val="000000"/>
                </a:solidFill>
                <a:latin typeface="Arial"/>
              </a:rPr>
              <a:t>There</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 </a:t>
            </a:r>
            <a:r>
              <a:rPr lang="de-AT" sz="2000" b="0" strike="noStrike" spc="-1" dirty="0" err="1">
                <a:solidFill>
                  <a:srgbClr val="000000"/>
                </a:solidFill>
                <a:latin typeface="Arial"/>
              </a:rPr>
              <a:t>lot</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debate</a:t>
            </a:r>
            <a:r>
              <a:rPr lang="de-AT" sz="2000" b="0" strike="noStrike" spc="-1" dirty="0">
                <a:solidFill>
                  <a:srgbClr val="000000"/>
                </a:solidFill>
                <a:latin typeface="Arial"/>
              </a:rPr>
              <a:t> </a:t>
            </a:r>
            <a:r>
              <a:rPr lang="de-AT" sz="2000" b="0" strike="noStrike" spc="-1" dirty="0" err="1">
                <a:solidFill>
                  <a:srgbClr val="000000"/>
                </a:solidFill>
                <a:latin typeface="Arial"/>
              </a:rPr>
              <a:t>about</a:t>
            </a:r>
            <a:r>
              <a:rPr lang="de-AT" sz="2000" b="0" strike="noStrike" spc="-1" dirty="0">
                <a:solidFill>
                  <a:srgbClr val="000000"/>
                </a:solidFill>
                <a:latin typeface="Arial"/>
              </a:rPr>
              <a:t> </a:t>
            </a:r>
            <a:r>
              <a:rPr lang="de-AT" sz="2000" b="0" strike="noStrike" spc="-1" dirty="0" err="1">
                <a:solidFill>
                  <a:srgbClr val="000000"/>
                </a:solidFill>
                <a:latin typeface="Arial"/>
              </a:rPr>
              <a:t>whether</a:t>
            </a:r>
            <a:r>
              <a:rPr lang="de-AT" sz="2000" b="0" strike="noStrike" spc="-1" dirty="0">
                <a:solidFill>
                  <a:srgbClr val="000000"/>
                </a:solidFill>
                <a:latin typeface="Arial"/>
              </a:rPr>
              <a:t> </a:t>
            </a:r>
            <a:r>
              <a:rPr lang="de-AT" sz="2000" b="0" strike="noStrike" spc="-1" dirty="0" err="1">
                <a:solidFill>
                  <a:srgbClr val="000000"/>
                </a:solidFill>
                <a:latin typeface="Arial"/>
              </a:rPr>
              <a:t>it</a:t>
            </a:r>
            <a:r>
              <a:rPr lang="de-AT" sz="2000" b="0" strike="noStrike" spc="-1" dirty="0">
                <a:solidFill>
                  <a:srgbClr val="000000"/>
                </a:solidFill>
                <a:latin typeface="Arial"/>
              </a:rPr>
              <a:t> </a:t>
            </a:r>
            <a:r>
              <a:rPr lang="de-AT" sz="2000" b="0" strike="noStrike" spc="-1" dirty="0" err="1">
                <a:solidFill>
                  <a:srgbClr val="000000"/>
                </a:solidFill>
                <a:latin typeface="Arial"/>
              </a:rPr>
              <a:t>supports</a:t>
            </a:r>
            <a:r>
              <a:rPr lang="de-AT" sz="2000" b="0" strike="noStrike" spc="-1" dirty="0">
                <a:solidFill>
                  <a:srgbClr val="000000"/>
                </a:solidFill>
                <a:latin typeface="Arial"/>
              </a:rPr>
              <a:t> </a:t>
            </a:r>
            <a:r>
              <a:rPr lang="de-AT" sz="2000" b="0" strike="noStrike" spc="-1" dirty="0" err="1">
                <a:solidFill>
                  <a:srgbClr val="000000"/>
                </a:solidFill>
                <a:latin typeface="Arial"/>
              </a:rPr>
              <a:t>learning</a:t>
            </a:r>
            <a:r>
              <a:rPr lang="de-AT" sz="2000" b="0" strike="noStrike" spc="-1" dirty="0">
                <a:solidFill>
                  <a:srgbClr val="000000"/>
                </a:solidFill>
                <a:latin typeface="Arial"/>
              </a:rPr>
              <a:t>, </a:t>
            </a:r>
            <a:r>
              <a:rPr lang="de-AT" sz="2000" b="0" strike="noStrike" spc="-1" dirty="0" err="1">
                <a:solidFill>
                  <a:srgbClr val="000000"/>
                </a:solidFill>
                <a:latin typeface="Arial"/>
              </a:rPr>
              <a:t>threatens</a:t>
            </a:r>
            <a:r>
              <a:rPr lang="de-AT" sz="2000" b="0" strike="noStrike" spc="-1" dirty="0">
                <a:solidFill>
                  <a:srgbClr val="000000"/>
                </a:solidFill>
                <a:latin typeface="Arial"/>
              </a:rPr>
              <a:t> </a:t>
            </a:r>
            <a:r>
              <a:rPr lang="de-AT" sz="2000" b="0" strike="noStrike" spc="-1" dirty="0" err="1">
                <a:solidFill>
                  <a:srgbClr val="000000"/>
                </a:solidFill>
                <a:latin typeface="Arial"/>
              </a:rPr>
              <a:t>academic</a:t>
            </a:r>
            <a:r>
              <a:rPr lang="de-AT" sz="2000" b="0" strike="noStrike" spc="-1" dirty="0">
                <a:solidFill>
                  <a:srgbClr val="000000"/>
                </a:solidFill>
                <a:latin typeface="Arial"/>
              </a:rPr>
              <a:t> </a:t>
            </a:r>
            <a:r>
              <a:rPr lang="de-AT" sz="2000" b="0" strike="noStrike" spc="-1" dirty="0" err="1">
                <a:solidFill>
                  <a:srgbClr val="000000"/>
                </a:solidFill>
                <a:latin typeface="Arial"/>
              </a:rPr>
              <a:t>integrity</a:t>
            </a:r>
            <a:r>
              <a:rPr lang="de-AT" sz="2000" b="0" strike="noStrike" spc="-1" dirty="0">
                <a:solidFill>
                  <a:srgbClr val="000000"/>
                </a:solidFill>
                <a:latin typeface="Arial"/>
              </a:rPr>
              <a:t>, </a:t>
            </a:r>
            <a:r>
              <a:rPr lang="de-AT" sz="2000" b="0" strike="noStrike" spc="-1" dirty="0" err="1">
                <a:solidFill>
                  <a:srgbClr val="000000"/>
                </a:solidFill>
                <a:latin typeface="Arial"/>
              </a:rPr>
              <a:t>or</a:t>
            </a:r>
            <a:r>
              <a:rPr lang="de-AT" sz="2000" b="0" strike="noStrike" spc="-1" dirty="0">
                <a:solidFill>
                  <a:srgbClr val="000000"/>
                </a:solidFill>
                <a:latin typeface="Arial"/>
              </a:rPr>
              <a:t> </a:t>
            </a:r>
            <a:r>
              <a:rPr lang="de-AT" sz="2000" b="0" strike="noStrike" spc="-1" dirty="0" err="1">
                <a:solidFill>
                  <a:srgbClr val="000000"/>
                </a:solidFill>
                <a:latin typeface="Arial"/>
              </a:rPr>
              <a:t>changes</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role</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teachers</a:t>
            </a:r>
            <a:r>
              <a:rPr lang="de-AT" sz="2000" b="0" strike="noStrike" spc="-1" dirty="0">
                <a:solidFill>
                  <a:srgbClr val="000000"/>
                </a:solidFill>
                <a:latin typeface="Arial"/>
              </a:rPr>
              <a:t> and </a:t>
            </a:r>
            <a:r>
              <a:rPr lang="de-AT" sz="2000" b="0" strike="noStrike" spc="-1" dirty="0" err="1">
                <a:solidFill>
                  <a:srgbClr val="000000"/>
                </a:solidFill>
                <a:latin typeface="Arial"/>
              </a:rPr>
              <a:t>students</a:t>
            </a:r>
            <a:r>
              <a:rPr lang="de-AT" sz="2000" b="0" strike="noStrike" spc="-1" dirty="0">
                <a:solidFill>
                  <a:srgbClr val="000000"/>
                </a:solidFill>
                <a:latin typeface="Arial"/>
              </a:rPr>
              <a:t>. </a:t>
            </a:r>
            <a:r>
              <a:rPr lang="de-AT" sz="2000" b="0" strike="noStrike" spc="-1" dirty="0" err="1">
                <a:solidFill>
                  <a:srgbClr val="000000"/>
                </a:solidFill>
                <a:latin typeface="Arial"/>
              </a:rPr>
              <a:t>Because</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that</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research</a:t>
            </a:r>
            <a:r>
              <a:rPr lang="de-AT" sz="2000" b="0" strike="noStrike" spc="-1" dirty="0">
                <a:solidFill>
                  <a:srgbClr val="000000"/>
                </a:solidFill>
                <a:latin typeface="Arial"/>
              </a:rPr>
              <a:t> </a:t>
            </a:r>
            <a:r>
              <a:rPr lang="de-AT" sz="2000" b="0" strike="noStrike" spc="-1" dirty="0" err="1">
                <a:solidFill>
                  <a:srgbClr val="000000"/>
                </a:solidFill>
                <a:latin typeface="Arial"/>
              </a:rPr>
              <a:t>question</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highly</a:t>
            </a:r>
            <a:r>
              <a:rPr lang="de-AT" sz="2000" b="0" strike="noStrike" spc="-1" dirty="0">
                <a:solidFill>
                  <a:srgbClr val="000000"/>
                </a:solidFill>
                <a:latin typeface="Arial"/>
              </a:rPr>
              <a:t> relevant </a:t>
            </a:r>
            <a:r>
              <a:rPr lang="de-AT" sz="2000" b="0" strike="noStrike" spc="-1" dirty="0" err="1">
                <a:solidFill>
                  <a:srgbClr val="000000"/>
                </a:solidFill>
                <a:latin typeface="Arial"/>
              </a:rPr>
              <a:t>for</a:t>
            </a:r>
            <a:r>
              <a:rPr lang="de-AT" sz="2000" b="0" strike="noStrike" spc="-1" dirty="0">
                <a:solidFill>
                  <a:srgbClr val="000000"/>
                </a:solidFill>
                <a:latin typeface="Arial"/>
              </a:rPr>
              <a:t> </a:t>
            </a:r>
            <a:r>
              <a:rPr lang="de-AT" sz="2000" b="0" strike="noStrike" spc="-1" dirty="0" err="1">
                <a:solidFill>
                  <a:srgbClr val="000000"/>
                </a:solidFill>
                <a:latin typeface="Arial"/>
              </a:rPr>
              <a:t>universities</a:t>
            </a:r>
            <a:r>
              <a:rPr lang="de-AT" sz="2000" b="0" strike="noStrike" spc="-1" dirty="0">
                <a:solidFill>
                  <a:srgbClr val="000000"/>
                </a:solidFill>
                <a:latin typeface="Arial"/>
              </a:rPr>
              <a:t>, </a:t>
            </a:r>
            <a:r>
              <a:rPr lang="de-AT" sz="2000" b="0" strike="noStrike" spc="-1" dirty="0" err="1">
                <a:solidFill>
                  <a:srgbClr val="000000"/>
                </a:solidFill>
                <a:latin typeface="Arial"/>
              </a:rPr>
              <a:t>teachers</a:t>
            </a:r>
            <a:r>
              <a:rPr lang="de-AT" sz="2000" b="0" strike="noStrike" spc="-1" dirty="0">
                <a:solidFill>
                  <a:srgbClr val="000000"/>
                </a:solidFill>
                <a:latin typeface="Arial"/>
              </a:rPr>
              <a:t>, </a:t>
            </a:r>
            <a:r>
              <a:rPr lang="de-AT" sz="2000" b="0" strike="noStrike" spc="-1" dirty="0" err="1">
                <a:solidFill>
                  <a:srgbClr val="000000"/>
                </a:solidFill>
                <a:latin typeface="Arial"/>
              </a:rPr>
              <a:t>students</a:t>
            </a:r>
            <a:r>
              <a:rPr lang="de-AT" sz="2000" b="0" strike="noStrike" spc="-1" dirty="0">
                <a:solidFill>
                  <a:srgbClr val="000000"/>
                </a:solidFill>
                <a:latin typeface="Arial"/>
              </a:rPr>
              <a:t>, and </a:t>
            </a:r>
            <a:r>
              <a:rPr lang="de-AT" sz="2000" b="0" strike="noStrike" spc="-1" dirty="0" err="1">
                <a:solidFill>
                  <a:srgbClr val="000000"/>
                </a:solidFill>
                <a:latin typeface="Arial"/>
              </a:rPr>
              <a:t>policymakers</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The final </a:t>
            </a:r>
            <a:r>
              <a:rPr lang="de-AT" sz="2000" b="0" strike="noStrike" spc="-1" dirty="0" err="1">
                <a:solidFill>
                  <a:srgbClr val="000000"/>
                </a:solidFill>
                <a:latin typeface="Arial"/>
              </a:rPr>
              <a:t>criterion</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1" strike="noStrike" spc="-1" dirty="0">
                <a:solidFill>
                  <a:srgbClr val="000000"/>
                </a:solidFill>
                <a:latin typeface="Arial"/>
              </a:rPr>
              <a:t>Credibility</a:t>
            </a:r>
            <a:r>
              <a:rPr lang="de-AT" sz="2000" b="0" strike="noStrike" spc="-1" dirty="0">
                <a:solidFill>
                  <a:srgbClr val="000000"/>
                </a:solidFill>
                <a:latin typeface="Arial"/>
              </a:rPr>
              <a:t>. The </a:t>
            </a:r>
            <a:r>
              <a:rPr lang="de-AT" sz="2000" b="0" strike="noStrike" spc="-1" dirty="0" err="1">
                <a:solidFill>
                  <a:srgbClr val="000000"/>
                </a:solidFill>
                <a:latin typeface="Arial"/>
              </a:rPr>
              <a:t>credibility</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meta-analysis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strengthened</a:t>
            </a:r>
            <a:r>
              <a:rPr lang="de-AT" sz="2000" b="0" strike="noStrike" spc="-1" dirty="0">
                <a:solidFill>
                  <a:srgbClr val="000000"/>
                </a:solidFill>
                <a:latin typeface="Arial"/>
              </a:rPr>
              <a:t> </a:t>
            </a:r>
            <a:r>
              <a:rPr lang="de-AT" sz="2000" b="0" strike="noStrike" spc="-1" dirty="0" err="1">
                <a:solidFill>
                  <a:srgbClr val="000000"/>
                </a:solidFill>
                <a:latin typeface="Arial"/>
              </a:rPr>
              <a:t>by</a:t>
            </a:r>
            <a:r>
              <a:rPr lang="de-AT" sz="2000" b="0" strike="noStrike" spc="-1" dirty="0">
                <a:solidFill>
                  <a:srgbClr val="000000"/>
                </a:solidFill>
                <a:latin typeface="Arial"/>
              </a:rPr>
              <a:t> </a:t>
            </a:r>
            <a:r>
              <a:rPr lang="de-AT" sz="2000" b="0" strike="noStrike" spc="-1" dirty="0" err="1">
                <a:solidFill>
                  <a:srgbClr val="000000"/>
                </a:solidFill>
                <a:latin typeface="Arial"/>
              </a:rPr>
              <a:t>several</a:t>
            </a:r>
            <a:r>
              <a:rPr lang="de-AT" sz="2000" b="0" strike="noStrike" spc="-1" dirty="0">
                <a:solidFill>
                  <a:srgbClr val="000000"/>
                </a:solidFill>
                <a:latin typeface="Arial"/>
              </a:rPr>
              <a:t> </a:t>
            </a:r>
            <a:r>
              <a:rPr lang="de-AT" sz="2000" b="0" strike="noStrike" spc="-1" dirty="0" err="1">
                <a:solidFill>
                  <a:srgbClr val="000000"/>
                </a:solidFill>
                <a:latin typeface="Arial"/>
              </a:rPr>
              <a:t>methodological</a:t>
            </a:r>
            <a:r>
              <a:rPr lang="de-AT" sz="2000" b="0" strike="noStrike" spc="-1" dirty="0">
                <a:solidFill>
                  <a:srgbClr val="000000"/>
                </a:solidFill>
                <a:latin typeface="Arial"/>
              </a:rPr>
              <a:t> </a:t>
            </a:r>
            <a:r>
              <a:rPr lang="de-AT" sz="2000" b="0" strike="noStrike" spc="-1" dirty="0" err="1">
                <a:solidFill>
                  <a:srgbClr val="000000"/>
                </a:solidFill>
                <a:latin typeface="Arial"/>
              </a:rPr>
              <a:t>choices</a:t>
            </a:r>
            <a:r>
              <a:rPr lang="de-AT" sz="2000" b="0" strike="noStrike" spc="-1" dirty="0">
                <a:solidFill>
                  <a:srgbClr val="000000"/>
                </a:solidFill>
                <a:latin typeface="Arial"/>
              </a:rPr>
              <a:t>. The </a:t>
            </a:r>
            <a:r>
              <a:rPr lang="de-AT" sz="2000" b="0" strike="noStrike" spc="-1" dirty="0" err="1">
                <a:solidFill>
                  <a:srgbClr val="000000"/>
                </a:solidFill>
                <a:latin typeface="Arial"/>
              </a:rPr>
              <a:t>authors</a:t>
            </a:r>
            <a:r>
              <a:rPr lang="de-AT" sz="2000" b="0" strike="noStrike" spc="-1" dirty="0">
                <a:solidFill>
                  <a:srgbClr val="000000"/>
                </a:solidFill>
                <a:latin typeface="Arial"/>
              </a:rPr>
              <a:t> </a:t>
            </a:r>
            <a:r>
              <a:rPr lang="de-AT" sz="2000" b="0" strike="noStrike" spc="-1" dirty="0" err="1">
                <a:solidFill>
                  <a:srgbClr val="000000"/>
                </a:solidFill>
                <a:latin typeface="Arial"/>
              </a:rPr>
              <a:t>followed</a:t>
            </a:r>
            <a:r>
              <a:rPr lang="de-AT" sz="2000" b="0" strike="noStrike" spc="-1" dirty="0">
                <a:solidFill>
                  <a:srgbClr val="000000"/>
                </a:solidFill>
                <a:latin typeface="Arial"/>
              </a:rPr>
              <a:t> PRISMA, </a:t>
            </a:r>
            <a:r>
              <a:rPr lang="de-AT" sz="2000" b="0" strike="noStrike" spc="-1" dirty="0" err="1">
                <a:solidFill>
                  <a:srgbClr val="000000"/>
                </a:solidFill>
                <a:latin typeface="Arial"/>
              </a:rPr>
              <a:t>used</a:t>
            </a:r>
            <a:r>
              <a:rPr lang="de-AT" sz="2000" b="0" strike="noStrike" spc="-1" dirty="0">
                <a:solidFill>
                  <a:srgbClr val="000000"/>
                </a:solidFill>
                <a:latin typeface="Arial"/>
              </a:rPr>
              <a:t> </a:t>
            </a:r>
            <a:r>
              <a:rPr lang="de-AT" sz="2000" b="0" strike="noStrike" spc="-1" dirty="0" err="1">
                <a:solidFill>
                  <a:srgbClr val="000000"/>
                </a:solidFill>
                <a:latin typeface="Arial"/>
              </a:rPr>
              <a:t>predefined</a:t>
            </a:r>
            <a:r>
              <a:rPr lang="de-AT" sz="2000" b="0" strike="noStrike" spc="-1" dirty="0">
                <a:solidFill>
                  <a:srgbClr val="000000"/>
                </a:solidFill>
                <a:latin typeface="Arial"/>
              </a:rPr>
              <a:t> </a:t>
            </a:r>
            <a:r>
              <a:rPr lang="de-AT" sz="2000" b="0" strike="noStrike" spc="-1" dirty="0" err="1">
                <a:solidFill>
                  <a:srgbClr val="000000"/>
                </a:solidFill>
                <a:latin typeface="Arial"/>
              </a:rPr>
              <a:t>inclusion</a:t>
            </a:r>
            <a:r>
              <a:rPr lang="de-AT" sz="2000" b="0" strike="noStrike" spc="-1" dirty="0">
                <a:solidFill>
                  <a:srgbClr val="000000"/>
                </a:solidFill>
                <a:latin typeface="Arial"/>
              </a:rPr>
              <a:t> and </a:t>
            </a:r>
            <a:r>
              <a:rPr lang="de-AT" sz="2000" b="0" strike="noStrike" spc="-1" dirty="0" err="1">
                <a:solidFill>
                  <a:srgbClr val="000000"/>
                </a:solidFill>
                <a:latin typeface="Arial"/>
              </a:rPr>
              <a:t>exclusion</a:t>
            </a:r>
            <a:r>
              <a:rPr lang="de-AT" sz="2000" b="0" strike="noStrike" spc="-1" dirty="0">
                <a:solidFill>
                  <a:srgbClr val="000000"/>
                </a:solidFill>
                <a:latin typeface="Arial"/>
              </a:rPr>
              <a:t> </a:t>
            </a:r>
            <a:r>
              <a:rPr lang="de-AT" sz="2000" b="0" strike="noStrike" spc="-1" dirty="0" err="1">
                <a:solidFill>
                  <a:srgbClr val="000000"/>
                </a:solidFill>
                <a:latin typeface="Arial"/>
              </a:rPr>
              <a:t>criteria</a:t>
            </a:r>
            <a:r>
              <a:rPr lang="de-AT" sz="2000" b="0" strike="noStrike" spc="-1" dirty="0">
                <a:solidFill>
                  <a:srgbClr val="000000"/>
                </a:solidFill>
                <a:latin typeface="Arial"/>
              </a:rPr>
              <a:t>, and </a:t>
            </a:r>
            <a:r>
              <a:rPr lang="de-AT" sz="2000" b="0" strike="noStrike" spc="-1" dirty="0" err="1">
                <a:solidFill>
                  <a:srgbClr val="000000"/>
                </a:solidFill>
                <a:latin typeface="Arial"/>
              </a:rPr>
              <a:t>focused</a:t>
            </a:r>
            <a:r>
              <a:rPr lang="de-AT" sz="2000" b="0" strike="noStrike" spc="-1" dirty="0">
                <a:solidFill>
                  <a:srgbClr val="000000"/>
                </a:solidFill>
                <a:latin typeface="Arial"/>
              </a:rPr>
              <a:t> on experimental and quasi-experimental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rather</a:t>
            </a:r>
            <a:r>
              <a:rPr lang="de-AT" sz="2000" b="0" strike="noStrike" spc="-1" dirty="0">
                <a:solidFill>
                  <a:srgbClr val="000000"/>
                </a:solidFill>
                <a:latin typeface="Arial"/>
              </a:rPr>
              <a:t> </a:t>
            </a:r>
            <a:r>
              <a:rPr lang="de-AT" sz="2000" b="0" strike="noStrike" spc="-1" dirty="0" err="1">
                <a:solidFill>
                  <a:srgbClr val="000000"/>
                </a:solidFill>
                <a:latin typeface="Arial"/>
              </a:rPr>
              <a:t>than</a:t>
            </a:r>
            <a:r>
              <a:rPr lang="de-AT" sz="2000" b="0" strike="noStrike" spc="-1" dirty="0">
                <a:solidFill>
                  <a:srgbClr val="000000"/>
                </a:solidFill>
                <a:latin typeface="Arial"/>
              </a:rPr>
              <a:t> </a:t>
            </a:r>
            <a:r>
              <a:rPr lang="de-AT" sz="2000" b="0" strike="noStrike" spc="-1" dirty="0" err="1">
                <a:solidFill>
                  <a:srgbClr val="000000"/>
                </a:solidFill>
                <a:latin typeface="Arial"/>
              </a:rPr>
              <a:t>only</a:t>
            </a:r>
            <a:r>
              <a:rPr lang="de-AT" sz="2000" b="0" strike="noStrike" spc="-1" dirty="0">
                <a:solidFill>
                  <a:srgbClr val="000000"/>
                </a:solidFill>
                <a:latin typeface="Arial"/>
              </a:rPr>
              <a:t> </a:t>
            </a:r>
            <a:r>
              <a:rPr lang="de-AT" sz="2000" b="0" strike="noStrike" spc="-1" dirty="0" err="1">
                <a:solidFill>
                  <a:srgbClr val="000000"/>
                </a:solidFill>
                <a:latin typeface="Arial"/>
              </a:rPr>
              <a:t>cross-sectional</a:t>
            </a:r>
            <a:r>
              <a:rPr lang="de-AT" sz="2000" b="0" strike="noStrike" spc="-1" dirty="0">
                <a:solidFill>
                  <a:srgbClr val="000000"/>
                </a:solidFill>
                <a:latin typeface="Arial"/>
              </a:rPr>
              <a:t> </a:t>
            </a:r>
            <a:r>
              <a:rPr lang="de-AT" sz="2000" b="0" strike="noStrike" spc="-1" dirty="0" err="1">
                <a:solidFill>
                  <a:srgbClr val="000000"/>
                </a:solidFill>
                <a:latin typeface="Arial"/>
              </a:rPr>
              <a:t>or</a:t>
            </a:r>
            <a:r>
              <a:rPr lang="de-AT" sz="2000" b="0" strike="noStrike" spc="-1" dirty="0">
                <a:solidFill>
                  <a:srgbClr val="000000"/>
                </a:solidFill>
                <a:latin typeface="Arial"/>
              </a:rPr>
              <a:t> </a:t>
            </a:r>
            <a:r>
              <a:rPr lang="de-AT" sz="2000" b="0" strike="noStrike" spc="-1" dirty="0" err="1">
                <a:solidFill>
                  <a:srgbClr val="000000"/>
                </a:solidFill>
                <a:latin typeface="Arial"/>
              </a:rPr>
              <a:t>opinion-based</a:t>
            </a:r>
            <a:r>
              <a:rPr lang="de-AT" sz="2000" b="0" strike="noStrike" spc="-1" dirty="0">
                <a:solidFill>
                  <a:srgbClr val="000000"/>
                </a:solidFill>
                <a:latin typeface="Arial"/>
              </a:rPr>
              <a:t> </a:t>
            </a:r>
            <a:r>
              <a:rPr lang="de-AT" sz="2000" b="0" strike="noStrike" spc="-1" dirty="0" err="1">
                <a:solidFill>
                  <a:srgbClr val="000000"/>
                </a:solidFill>
                <a:latin typeface="Arial"/>
              </a:rPr>
              <a:t>research</a:t>
            </a:r>
            <a:r>
              <a:rPr lang="de-AT" sz="2000" b="0" strike="noStrike" spc="-1" dirty="0">
                <a:solidFill>
                  <a:srgbClr val="000000"/>
                </a:solidFill>
                <a:latin typeface="Arial"/>
              </a:rPr>
              <a:t>. This </a:t>
            </a:r>
            <a:r>
              <a:rPr lang="de-AT" sz="2000" b="0" strike="noStrike" spc="-1" dirty="0" err="1">
                <a:solidFill>
                  <a:srgbClr val="000000"/>
                </a:solidFill>
                <a:latin typeface="Arial"/>
              </a:rPr>
              <a:t>allows</a:t>
            </a:r>
            <a:r>
              <a:rPr lang="de-AT" sz="2000" b="0" strike="noStrike" spc="-1" dirty="0">
                <a:solidFill>
                  <a:srgbClr val="000000"/>
                </a:solidFill>
                <a:latin typeface="Arial"/>
              </a:rPr>
              <a:t> </a:t>
            </a:r>
            <a:r>
              <a:rPr lang="de-AT" sz="2000" b="0" strike="noStrike" spc="-1" dirty="0" err="1">
                <a:solidFill>
                  <a:srgbClr val="000000"/>
                </a:solidFill>
                <a:latin typeface="Arial"/>
              </a:rPr>
              <a:t>stronger</a:t>
            </a:r>
            <a:r>
              <a:rPr lang="de-AT" sz="2000" b="0" strike="noStrike" spc="-1" dirty="0">
                <a:solidFill>
                  <a:srgbClr val="000000"/>
                </a:solidFill>
                <a:latin typeface="Arial"/>
              </a:rPr>
              <a:t> </a:t>
            </a:r>
            <a:r>
              <a:rPr lang="de-AT" sz="2000" b="0" strike="noStrike" spc="-1" dirty="0" err="1">
                <a:solidFill>
                  <a:srgbClr val="000000"/>
                </a:solidFill>
                <a:latin typeface="Arial"/>
              </a:rPr>
              <a:t>conclusions</a:t>
            </a:r>
            <a:r>
              <a:rPr lang="de-AT" sz="2000" b="0" strike="noStrike" spc="-1" dirty="0">
                <a:solidFill>
                  <a:srgbClr val="000000"/>
                </a:solidFill>
                <a:latin typeface="Arial"/>
              </a:rPr>
              <a:t> </a:t>
            </a:r>
            <a:r>
              <a:rPr lang="de-AT" sz="2000" b="0" strike="noStrike" spc="-1" dirty="0" err="1">
                <a:solidFill>
                  <a:srgbClr val="000000"/>
                </a:solidFill>
                <a:latin typeface="Arial"/>
              </a:rPr>
              <a:t>about</a:t>
            </a:r>
            <a:r>
              <a:rPr lang="de-AT" sz="2000" b="0" strike="noStrike" spc="-1" dirty="0">
                <a:solidFill>
                  <a:srgbClr val="000000"/>
                </a:solidFill>
                <a:latin typeface="Arial"/>
              </a:rPr>
              <a:t> potential </a:t>
            </a:r>
            <a:r>
              <a:rPr lang="de-AT" sz="2000" b="0" strike="noStrike" spc="-1" dirty="0" err="1">
                <a:solidFill>
                  <a:srgbClr val="000000"/>
                </a:solidFill>
                <a:latin typeface="Arial"/>
              </a:rPr>
              <a:t>effects</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Overall, </a:t>
            </a:r>
            <a:r>
              <a:rPr lang="de-AT" sz="2000" b="0" strike="noStrike" spc="-1" dirty="0" err="1">
                <a:solidFill>
                  <a:srgbClr val="000000"/>
                </a:solidFill>
                <a:latin typeface="Arial"/>
              </a:rPr>
              <a:t>based</a:t>
            </a:r>
            <a:r>
              <a:rPr lang="de-AT" sz="2000" b="0" strike="noStrike" spc="-1" dirty="0">
                <a:solidFill>
                  <a:srgbClr val="000000"/>
                </a:solidFill>
                <a:latin typeface="Arial"/>
              </a:rPr>
              <a:t> on </a:t>
            </a:r>
            <a:r>
              <a:rPr lang="de-AT" sz="2000" b="0" strike="noStrike" spc="-1" dirty="0" err="1">
                <a:solidFill>
                  <a:srgbClr val="000000"/>
                </a:solidFill>
                <a:latin typeface="Arial"/>
              </a:rPr>
              <a:t>the</a:t>
            </a:r>
            <a:r>
              <a:rPr lang="de-AT" sz="2000" b="0" strike="noStrike" spc="-1" dirty="0">
                <a:solidFill>
                  <a:srgbClr val="000000"/>
                </a:solidFill>
                <a:latin typeface="Arial"/>
              </a:rPr>
              <a:t> MAGIC </a:t>
            </a:r>
            <a:r>
              <a:rPr lang="de-AT" sz="2000" b="0" strike="noStrike" spc="-1" dirty="0" err="1">
                <a:solidFill>
                  <a:srgbClr val="000000"/>
                </a:solidFill>
                <a:latin typeface="Arial"/>
              </a:rPr>
              <a:t>criteria</a:t>
            </a:r>
            <a:r>
              <a:rPr lang="de-AT" sz="2000" b="0" strike="noStrike" spc="-1" dirty="0">
                <a:solidFill>
                  <a:srgbClr val="000000"/>
                </a:solidFill>
                <a:latin typeface="Arial"/>
              </a:rPr>
              <a:t>, </a:t>
            </a:r>
            <a:r>
              <a:rPr lang="de-AT" sz="2000" b="0" strike="noStrike" spc="-1" dirty="0" err="1">
                <a:solidFill>
                  <a:srgbClr val="000000"/>
                </a:solidFill>
                <a:latin typeface="Arial"/>
              </a:rPr>
              <a:t>we</a:t>
            </a:r>
            <a:r>
              <a:rPr lang="de-AT" sz="2000" b="0" strike="noStrike" spc="-1" dirty="0">
                <a:solidFill>
                  <a:srgbClr val="000000"/>
                </a:solidFill>
                <a:latin typeface="Arial"/>
              </a:rPr>
              <a:t> </a:t>
            </a:r>
            <a:r>
              <a:rPr lang="de-AT" sz="2000" b="0" strike="noStrike" spc="-1" dirty="0" err="1">
                <a:solidFill>
                  <a:srgbClr val="000000"/>
                </a:solidFill>
                <a:latin typeface="Arial"/>
              </a:rPr>
              <a:t>would</a:t>
            </a:r>
            <a:r>
              <a:rPr lang="de-AT" sz="2000" b="0" strike="noStrike" spc="-1" dirty="0">
                <a:solidFill>
                  <a:srgbClr val="000000"/>
                </a:solidFill>
                <a:latin typeface="Arial"/>
              </a:rPr>
              <a:t> </a:t>
            </a:r>
            <a:r>
              <a:rPr lang="de-AT" sz="2000" b="0" strike="noStrike" spc="-1" dirty="0" err="1">
                <a:solidFill>
                  <a:srgbClr val="000000"/>
                </a:solidFill>
                <a:latin typeface="Arial"/>
              </a:rPr>
              <a:t>describe</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meta-analysis </a:t>
            </a:r>
            <a:r>
              <a:rPr lang="de-AT" sz="2000" b="0" strike="noStrike" spc="-1" dirty="0" err="1">
                <a:solidFill>
                  <a:srgbClr val="000000"/>
                </a:solidFill>
                <a:latin typeface="Arial"/>
              </a:rPr>
              <a:t>as</a:t>
            </a:r>
            <a:r>
              <a:rPr lang="de-AT" sz="2000" b="0" strike="noStrike" spc="-1" dirty="0">
                <a:solidFill>
                  <a:srgbClr val="000000"/>
                </a:solidFill>
                <a:latin typeface="Arial"/>
              </a:rPr>
              <a:t> relevant, </a:t>
            </a:r>
            <a:r>
              <a:rPr lang="de-AT" sz="2000" b="0" strike="noStrike" spc="-1" dirty="0" err="1">
                <a:solidFill>
                  <a:srgbClr val="000000"/>
                </a:solidFill>
                <a:latin typeface="Arial"/>
              </a:rPr>
              <a:t>clearly</a:t>
            </a:r>
            <a:r>
              <a:rPr lang="de-AT" sz="2000" b="0" strike="noStrike" spc="-1" dirty="0">
                <a:solidFill>
                  <a:srgbClr val="000000"/>
                </a:solidFill>
                <a:latin typeface="Arial"/>
              </a:rPr>
              <a:t> </a:t>
            </a:r>
            <a:r>
              <a:rPr lang="de-AT" sz="2000" b="0" strike="noStrike" spc="-1" dirty="0" err="1">
                <a:solidFill>
                  <a:srgbClr val="000000"/>
                </a:solidFill>
                <a:latin typeface="Arial"/>
              </a:rPr>
              <a:t>articulated</a:t>
            </a:r>
            <a:r>
              <a:rPr lang="de-AT" sz="2000" b="0" strike="noStrike" spc="-1" dirty="0">
                <a:solidFill>
                  <a:srgbClr val="000000"/>
                </a:solidFill>
                <a:latin typeface="Arial"/>
              </a:rPr>
              <a:t>, and </a:t>
            </a:r>
            <a:r>
              <a:rPr lang="de-AT" sz="2000" b="0" strike="noStrike" spc="-1" dirty="0" err="1">
                <a:solidFill>
                  <a:srgbClr val="000000"/>
                </a:solidFill>
                <a:latin typeface="Arial"/>
              </a:rPr>
              <a:t>methodologically</a:t>
            </a:r>
            <a:r>
              <a:rPr lang="de-AT" sz="2000" b="0" strike="noStrike" spc="-1" dirty="0">
                <a:solidFill>
                  <a:srgbClr val="000000"/>
                </a:solidFill>
                <a:latin typeface="Arial"/>
              </a:rPr>
              <a:t> </a:t>
            </a:r>
            <a:r>
              <a:rPr lang="de-AT" sz="2000" b="0" strike="noStrike" spc="-1" dirty="0" err="1">
                <a:solidFill>
                  <a:srgbClr val="000000"/>
                </a:solidFill>
                <a:latin typeface="Arial"/>
              </a:rPr>
              <a:t>credible</a:t>
            </a:r>
            <a:r>
              <a:rPr lang="de-AT" sz="2000" b="0" strike="noStrike" spc="-1" dirty="0">
                <a:solidFill>
                  <a:srgbClr val="000000"/>
                </a:solidFill>
                <a:latin typeface="Arial"/>
              </a:rPr>
              <a:t>. </a:t>
            </a:r>
            <a:r>
              <a:rPr lang="de-AT" sz="2000" b="0" strike="noStrike" spc="-1" dirty="0" err="1">
                <a:solidFill>
                  <a:srgbClr val="000000"/>
                </a:solidFill>
                <a:latin typeface="Arial"/>
              </a:rPr>
              <a:t>However</a:t>
            </a:r>
            <a:r>
              <a:rPr lang="de-AT" sz="2000" b="0" strike="noStrike" spc="-1" dirty="0">
                <a:solidFill>
                  <a:srgbClr val="000000"/>
                </a:solidFill>
                <a:latin typeface="Arial"/>
              </a:rPr>
              <a:t>, </a:t>
            </a:r>
            <a:r>
              <a:rPr lang="de-AT" sz="2000" b="0" strike="noStrike" spc="-1" dirty="0" err="1">
                <a:solidFill>
                  <a:srgbClr val="000000"/>
                </a:solidFill>
                <a:latin typeface="Arial"/>
              </a:rPr>
              <a:t>its</a:t>
            </a:r>
            <a:r>
              <a:rPr lang="de-AT" sz="2000" b="0" strike="noStrike" spc="-1" dirty="0">
                <a:solidFill>
                  <a:srgbClr val="000000"/>
                </a:solidFill>
                <a:latin typeface="Arial"/>
              </a:rPr>
              <a:t> </a:t>
            </a:r>
            <a:r>
              <a:rPr lang="de-AT" sz="2000" b="0" strike="noStrike" spc="-1" dirty="0" err="1">
                <a:solidFill>
                  <a:srgbClr val="000000"/>
                </a:solidFill>
                <a:latin typeface="Arial"/>
              </a:rPr>
              <a:t>generality</a:t>
            </a:r>
            <a:r>
              <a:rPr lang="de-AT" sz="2000" b="0" strike="noStrike" spc="-1" dirty="0">
                <a:solidFill>
                  <a:srgbClr val="000000"/>
                </a:solidFill>
                <a:latin typeface="Arial"/>
              </a:rPr>
              <a:t> and </a:t>
            </a:r>
            <a:r>
              <a:rPr lang="de-AT" sz="2000" b="0" strike="noStrike" spc="-1" dirty="0" err="1">
                <a:solidFill>
                  <a:srgbClr val="000000"/>
                </a:solidFill>
                <a:latin typeface="Arial"/>
              </a:rPr>
              <a:t>magnitude</a:t>
            </a:r>
            <a:r>
              <a:rPr lang="de-AT" sz="2000" b="0" strike="noStrike" spc="-1" dirty="0">
                <a:solidFill>
                  <a:srgbClr val="000000"/>
                </a:solidFill>
                <a:latin typeface="Arial"/>
              </a:rPr>
              <a:t> </a:t>
            </a:r>
            <a:r>
              <a:rPr lang="de-AT" sz="2000" b="0" strike="noStrike" spc="-1" dirty="0" err="1">
                <a:solidFill>
                  <a:srgbClr val="000000"/>
                </a:solidFill>
                <a:latin typeface="Arial"/>
              </a:rPr>
              <a:t>should</a:t>
            </a:r>
            <a:r>
              <a:rPr lang="de-AT" sz="2000" b="0" strike="noStrike" spc="-1" dirty="0">
                <a:solidFill>
                  <a:srgbClr val="000000"/>
                </a:solidFill>
                <a:latin typeface="Arial"/>
              </a:rPr>
              <a:t> </a:t>
            </a:r>
            <a:r>
              <a:rPr lang="de-AT" sz="2000" b="0" strike="noStrike" spc="-1" dirty="0" err="1">
                <a:solidFill>
                  <a:srgbClr val="000000"/>
                </a:solidFill>
                <a:latin typeface="Arial"/>
              </a:rPr>
              <a:t>be</a:t>
            </a:r>
            <a:r>
              <a:rPr lang="de-AT" sz="2000" b="0" strike="noStrike" spc="-1" dirty="0">
                <a:solidFill>
                  <a:srgbClr val="000000"/>
                </a:solidFill>
                <a:latin typeface="Arial"/>
              </a:rPr>
              <a:t> </a:t>
            </a:r>
            <a:r>
              <a:rPr lang="de-AT" sz="2000" b="0" strike="noStrike" spc="-1" dirty="0" err="1">
                <a:solidFill>
                  <a:srgbClr val="000000"/>
                </a:solidFill>
                <a:latin typeface="Arial"/>
              </a:rPr>
              <a:t>interpreted</a:t>
            </a:r>
            <a:r>
              <a:rPr lang="de-AT" sz="2000" b="0" strike="noStrike" spc="-1" dirty="0">
                <a:solidFill>
                  <a:srgbClr val="000000"/>
                </a:solidFill>
                <a:latin typeface="Arial"/>
              </a:rPr>
              <a:t> </a:t>
            </a:r>
            <a:r>
              <a:rPr lang="de-AT" sz="2000" b="0" strike="noStrike" spc="-1" dirty="0" err="1">
                <a:solidFill>
                  <a:srgbClr val="000000"/>
                </a:solidFill>
                <a:latin typeface="Arial"/>
              </a:rPr>
              <a:t>with</a:t>
            </a:r>
            <a:r>
              <a:rPr lang="de-AT" sz="2000" b="0" strike="noStrike" spc="-1" dirty="0">
                <a:solidFill>
                  <a:srgbClr val="000000"/>
                </a:solidFill>
                <a:latin typeface="Arial"/>
              </a:rPr>
              <a:t> </a:t>
            </a:r>
            <a:r>
              <a:rPr lang="de-AT" sz="2000" b="0" strike="noStrike" spc="-1" dirty="0" err="1">
                <a:solidFill>
                  <a:srgbClr val="000000"/>
                </a:solidFill>
                <a:latin typeface="Arial"/>
              </a:rPr>
              <a:t>caution</a:t>
            </a:r>
            <a:r>
              <a:rPr lang="de-AT" sz="2000" b="0" strike="noStrike" spc="-1" dirty="0">
                <a:solidFill>
                  <a:srgbClr val="000000"/>
                </a:solidFill>
                <a:latin typeface="Arial"/>
              </a:rPr>
              <a:t> </a:t>
            </a:r>
            <a:r>
              <a:rPr lang="de-AT" sz="2000" b="0" strike="noStrike" spc="-1" dirty="0" err="1">
                <a:solidFill>
                  <a:srgbClr val="000000"/>
                </a:solidFill>
                <a:latin typeface="Arial"/>
              </a:rPr>
              <a:t>because</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included</a:t>
            </a:r>
            <a:r>
              <a:rPr lang="de-AT" sz="2000" b="0" strike="noStrike" spc="-1" dirty="0">
                <a:solidFill>
                  <a:srgbClr val="000000"/>
                </a:solidFill>
                <a:latin typeface="Arial"/>
              </a:rPr>
              <a: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differ</a:t>
            </a:r>
            <a:r>
              <a:rPr lang="de-AT" sz="2000" b="0" strike="noStrike" spc="-1" dirty="0">
                <a:solidFill>
                  <a:srgbClr val="000000"/>
                </a:solidFill>
                <a:latin typeface="Arial"/>
              </a:rPr>
              <a:t> </a:t>
            </a:r>
            <a:r>
              <a:rPr lang="de-AT" sz="2000" b="0" strike="noStrike" spc="-1" dirty="0" err="1">
                <a:solidFill>
                  <a:srgbClr val="000000"/>
                </a:solidFill>
                <a:latin typeface="Arial"/>
              </a:rPr>
              <a:t>considerably</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p:txBody>
      </p:sp>
      <p:sp>
        <p:nvSpPr>
          <p:cNvPr id="235"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de-AT" sz="1200" b="0" strike="noStrike" spc="-1">
                <a:solidFill>
                  <a:srgbClr val="000000"/>
                </a:solidFill>
                <a:latin typeface="Times New Roman"/>
              </a:defRPr>
            </a:lvl1pPr>
          </a:lstStyle>
          <a:p>
            <a:pPr indent="0" algn="r">
              <a:lnSpc>
                <a:spcPct val="100000"/>
              </a:lnSpc>
              <a:buNone/>
            </a:pPr>
            <a:fld id="{1D9BD4AB-257C-4827-A686-322BFD56F154}" type="slidenum">
              <a:rPr lang="de-AT" sz="1200" b="0" strike="noStrike" spc="-1">
                <a:solidFill>
                  <a:srgbClr val="000000"/>
                </a:solidFill>
                <a:latin typeface="Times New Roman"/>
              </a:rPr>
              <a:t>6</a:t>
            </a:fld>
            <a:endParaRPr lang="de-AT"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PlaceHolder 1"/>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indent="0">
              <a:lnSpc>
                <a:spcPct val="115000"/>
              </a:lnSpc>
              <a:buNone/>
              <a:tabLst>
                <a:tab pos="0" algn="l"/>
              </a:tabLst>
            </a:pPr>
            <a:r>
              <a:rPr lang="en-US" sz="1500" b="0" strike="noStrike" spc="-1">
                <a:solidFill>
                  <a:schemeClr val="dk1"/>
                </a:solidFill>
                <a:latin typeface="Arial"/>
              </a:rPr>
              <a:t>After the screening process, Deng et al. included 69 studies in the systematic review. Out of these, 62 studies were included in the meta-analysis.</a:t>
            </a:r>
            <a:endParaRPr lang="de-AT" sz="1500" b="0" strike="noStrike" spc="-1">
              <a:solidFill>
                <a:srgbClr val="000000"/>
              </a:solidFill>
              <a:latin typeface="Arial"/>
            </a:endParaRPr>
          </a:p>
          <a:p>
            <a:pPr marL="457200" indent="-324000">
              <a:lnSpc>
                <a:spcPct val="115000"/>
              </a:lnSpc>
              <a:spcBef>
                <a:spcPts val="1199"/>
              </a:spcBef>
              <a:buClr>
                <a:srgbClr val="000000"/>
              </a:buClr>
              <a:buFont typeface="Arial"/>
              <a:buChar char="●"/>
              <a:tabLst>
                <a:tab pos="0" algn="l"/>
              </a:tabLst>
            </a:pPr>
            <a:r>
              <a:rPr lang="en-US" sz="1500" b="0" strike="noStrike" spc="-1">
                <a:solidFill>
                  <a:schemeClr val="dk1"/>
                </a:solidFill>
                <a:latin typeface="Arial"/>
              </a:rPr>
              <a:t>evidence base - not evenly distributed across all educational contexts</a:t>
            </a:r>
            <a:endParaRPr lang="de-AT" sz="1500" b="0" strike="noStrike" spc="-1">
              <a:solidFill>
                <a:srgbClr val="000000"/>
              </a:solidFill>
              <a:latin typeface="Arial"/>
            </a:endParaRPr>
          </a:p>
          <a:p>
            <a:pPr marL="914400" lvl="1" indent="-324000">
              <a:lnSpc>
                <a:spcPct val="115000"/>
              </a:lnSpc>
              <a:buClr>
                <a:srgbClr val="000000"/>
              </a:buClr>
              <a:buFont typeface="Wingdings 2" charset="2"/>
              <a:buChar char=""/>
              <a:tabLst>
                <a:tab pos="0" algn="l"/>
              </a:tabLst>
            </a:pPr>
            <a:r>
              <a:rPr lang="en-US" sz="1500" b="0" strike="noStrike" spc="-1">
                <a:solidFill>
                  <a:schemeClr val="dk1"/>
                </a:solidFill>
                <a:latin typeface="Arial"/>
              </a:rPr>
              <a:t>Most studies were conducted at university level. (~84% were higher education studies)</a:t>
            </a:r>
            <a:endParaRPr lang="de-AT" sz="1500" b="0" strike="noStrike" spc="-1">
              <a:solidFill>
                <a:srgbClr val="000000"/>
              </a:solidFill>
              <a:latin typeface="Arial"/>
            </a:endParaRPr>
          </a:p>
          <a:p>
            <a:pPr marL="914400" lvl="1" indent="-324000">
              <a:lnSpc>
                <a:spcPct val="115000"/>
              </a:lnSpc>
              <a:buClr>
                <a:srgbClr val="000000"/>
              </a:buClr>
              <a:buFont typeface="Wingdings 2" charset="2"/>
              <a:buChar char=""/>
              <a:tabLst>
                <a:tab pos="0" algn="l"/>
              </a:tabLst>
            </a:pPr>
            <a:r>
              <a:rPr lang="en-US" sz="1500" b="0" strike="noStrike" spc="-1">
                <a:solidFill>
                  <a:schemeClr val="dk1"/>
                </a:solidFill>
                <a:latin typeface="Arial"/>
              </a:rPr>
              <a:t>a smaller part focused on K-12 education.</a:t>
            </a:r>
            <a:endParaRPr lang="de-AT" sz="1500" b="0" strike="noStrike" spc="-1">
              <a:solidFill>
                <a:srgbClr val="000000"/>
              </a:solidFill>
              <a:latin typeface="Arial"/>
            </a:endParaRPr>
          </a:p>
          <a:p>
            <a:pPr marL="457200" indent="-324000">
              <a:lnSpc>
                <a:spcPct val="115000"/>
              </a:lnSpc>
              <a:buClr>
                <a:srgbClr val="000000"/>
              </a:buClr>
              <a:buFont typeface="Arial"/>
              <a:buChar char="●"/>
              <a:tabLst>
                <a:tab pos="0" algn="l"/>
              </a:tabLst>
            </a:pPr>
            <a:r>
              <a:rPr lang="en-US" sz="1500" b="0" strike="noStrike" spc="-1">
                <a:solidFill>
                  <a:schemeClr val="dk1"/>
                </a:solidFill>
                <a:latin typeface="Arial"/>
              </a:rPr>
              <a:t>This matters because the results </a:t>
            </a:r>
            <a:r>
              <a:rPr lang="en-US" sz="1500" b="1" strike="noStrike" spc="-1">
                <a:solidFill>
                  <a:schemeClr val="dk1"/>
                </a:solidFill>
                <a:latin typeface="Arial"/>
              </a:rPr>
              <a:t>may not generalize equally</a:t>
            </a:r>
            <a:r>
              <a:rPr lang="en-US" sz="1500" b="0" strike="noStrike" spc="-1">
                <a:solidFill>
                  <a:schemeClr val="dk1"/>
                </a:solidFill>
                <a:latin typeface="Arial"/>
              </a:rPr>
              <a:t> → to younger students</a:t>
            </a:r>
            <a:br>
              <a:rPr sz="1500"/>
            </a:br>
            <a:r>
              <a:rPr lang="en-US" sz="1500" b="0" strike="noStrike" spc="-1">
                <a:solidFill>
                  <a:schemeClr val="dk1"/>
                </a:solidFill>
                <a:latin typeface="Arial"/>
              </a:rPr>
              <a:t>University students:</a:t>
            </a:r>
            <a:endParaRPr lang="de-AT" sz="1500" b="0" strike="noStrike" spc="-1">
              <a:solidFill>
                <a:srgbClr val="000000"/>
              </a:solidFill>
              <a:latin typeface="Arial"/>
            </a:endParaRPr>
          </a:p>
          <a:p>
            <a:pPr marL="914400" lvl="1" indent="-324000">
              <a:lnSpc>
                <a:spcPct val="115000"/>
              </a:lnSpc>
              <a:buClr>
                <a:srgbClr val="000000"/>
              </a:buClr>
              <a:buFont typeface="Wingdings 2" charset="2"/>
              <a:buChar char=""/>
              <a:tabLst>
                <a:tab pos="0" algn="l"/>
              </a:tabLst>
            </a:pPr>
            <a:r>
              <a:rPr lang="en-US" sz="1500" b="0" strike="noStrike" spc="-1">
                <a:solidFill>
                  <a:schemeClr val="dk1"/>
                </a:solidFill>
                <a:latin typeface="Arial"/>
              </a:rPr>
              <a:t>more autonomy</a:t>
            </a:r>
            <a:endParaRPr lang="de-AT" sz="1500" b="0" strike="noStrike" spc="-1">
              <a:solidFill>
                <a:srgbClr val="000000"/>
              </a:solidFill>
              <a:latin typeface="Arial"/>
            </a:endParaRPr>
          </a:p>
          <a:p>
            <a:pPr marL="914400" lvl="1" indent="-324000">
              <a:lnSpc>
                <a:spcPct val="115000"/>
              </a:lnSpc>
              <a:buClr>
                <a:srgbClr val="000000"/>
              </a:buClr>
              <a:buFont typeface="Wingdings 2" charset="2"/>
              <a:buChar char=""/>
              <a:tabLst>
                <a:tab pos="0" algn="l"/>
              </a:tabLst>
            </a:pPr>
            <a:r>
              <a:rPr lang="en-US" sz="1500" b="0" strike="noStrike" spc="-1">
                <a:solidFill>
                  <a:schemeClr val="dk1"/>
                </a:solidFill>
                <a:latin typeface="Arial"/>
              </a:rPr>
              <a:t>more prior knowledge</a:t>
            </a:r>
            <a:endParaRPr lang="de-AT" sz="1500" b="0" strike="noStrike" spc="-1">
              <a:solidFill>
                <a:srgbClr val="000000"/>
              </a:solidFill>
              <a:latin typeface="Arial"/>
            </a:endParaRPr>
          </a:p>
          <a:p>
            <a:pPr marL="914400" lvl="1" indent="-324000">
              <a:lnSpc>
                <a:spcPct val="115000"/>
              </a:lnSpc>
              <a:buClr>
                <a:srgbClr val="000000"/>
              </a:buClr>
              <a:buFont typeface="Wingdings 2" charset="2"/>
              <a:buChar char=""/>
              <a:tabLst>
                <a:tab pos="0" algn="l"/>
              </a:tabLst>
            </a:pPr>
            <a:r>
              <a:rPr lang="en-US" sz="1500" b="0" strike="noStrike" spc="-1">
                <a:solidFill>
                  <a:schemeClr val="dk1"/>
                </a:solidFill>
                <a:latin typeface="Arial"/>
              </a:rPr>
              <a:t>more experience with independent learning</a:t>
            </a:r>
            <a:endParaRPr lang="de-AT" sz="1500" b="0" strike="noStrike" spc="-1">
              <a:solidFill>
                <a:srgbClr val="000000"/>
              </a:solidFill>
              <a:latin typeface="Arial"/>
            </a:endParaRPr>
          </a:p>
          <a:p>
            <a:pPr marL="914400" lvl="1" indent="-324000">
              <a:lnSpc>
                <a:spcPct val="115000"/>
              </a:lnSpc>
              <a:buClr>
                <a:srgbClr val="000000"/>
              </a:buClr>
              <a:buFont typeface="Wingdings 2" charset="2"/>
              <a:buChar char=""/>
              <a:tabLst>
                <a:tab pos="0" algn="l"/>
              </a:tabLst>
            </a:pPr>
            <a:r>
              <a:rPr lang="en-US" sz="1500" b="0" strike="noStrike" spc="-1">
                <a:solidFill>
                  <a:schemeClr val="dk1"/>
                </a:solidFill>
                <a:latin typeface="Arial"/>
              </a:rPr>
              <a:t>So: ChatGPT might work differently for them than for school students.</a:t>
            </a:r>
            <a:endParaRPr lang="de-AT" sz="1500" b="0" strike="noStrike" spc="-1">
              <a:solidFill>
                <a:srgbClr val="000000"/>
              </a:solidFill>
              <a:latin typeface="Arial"/>
            </a:endParaRPr>
          </a:p>
          <a:p>
            <a:pPr indent="0">
              <a:lnSpc>
                <a:spcPct val="115000"/>
              </a:lnSpc>
              <a:spcBef>
                <a:spcPts val="1199"/>
              </a:spcBef>
              <a:buNone/>
              <a:tabLst>
                <a:tab pos="0" algn="l"/>
              </a:tabLst>
            </a:pPr>
            <a:r>
              <a:rPr lang="en-US" sz="1500" b="0" strike="noStrike" spc="-1">
                <a:solidFill>
                  <a:schemeClr val="dk1"/>
                </a:solidFill>
                <a:latin typeface="Arial"/>
              </a:rPr>
              <a:t>Most common subject area:</a:t>
            </a:r>
            <a:endParaRPr lang="de-AT" sz="1500" b="0" strike="noStrike" spc="-1">
              <a:solidFill>
                <a:srgbClr val="000000"/>
              </a:solidFill>
              <a:latin typeface="Arial"/>
            </a:endParaRPr>
          </a:p>
          <a:p>
            <a:pPr marL="457200" indent="-324000">
              <a:lnSpc>
                <a:spcPct val="115000"/>
              </a:lnSpc>
              <a:spcBef>
                <a:spcPts val="1199"/>
              </a:spcBef>
              <a:buClr>
                <a:srgbClr val="000000"/>
              </a:buClr>
              <a:buFont typeface="Arial"/>
              <a:buChar char="●"/>
              <a:tabLst>
                <a:tab pos="0" algn="l"/>
              </a:tabLst>
            </a:pPr>
            <a:r>
              <a:rPr lang="en-US" sz="1500" b="0" strike="noStrike" spc="-1">
                <a:solidFill>
                  <a:schemeClr val="dk1"/>
                </a:solidFill>
                <a:latin typeface="Arial"/>
              </a:rPr>
              <a:t>mainly language education</a:t>
            </a:r>
            <a:endParaRPr lang="de-AT" sz="1500" b="0" strike="noStrike" spc="-1">
              <a:solidFill>
                <a:srgbClr val="000000"/>
              </a:solidFill>
              <a:latin typeface="Arial"/>
            </a:endParaRPr>
          </a:p>
          <a:p>
            <a:pPr marL="457200" indent="-324000">
              <a:lnSpc>
                <a:spcPct val="115000"/>
              </a:lnSpc>
              <a:buClr>
                <a:srgbClr val="000000"/>
              </a:buClr>
              <a:buFont typeface="Arial"/>
              <a:buChar char="●"/>
              <a:tabLst>
                <a:tab pos="0" algn="l"/>
              </a:tabLst>
            </a:pPr>
            <a:r>
              <a:rPr lang="en-US" sz="1500" b="0" strike="noStrike" spc="-1">
                <a:solidFill>
                  <a:schemeClr val="dk1"/>
                </a:solidFill>
                <a:latin typeface="Arial"/>
              </a:rPr>
              <a:t>also included studies from other fields: computing, health, physics, and education</a:t>
            </a:r>
            <a:endParaRPr lang="de-AT" sz="1500" b="0" strike="noStrike" spc="-1">
              <a:solidFill>
                <a:srgbClr val="000000"/>
              </a:solidFill>
              <a:latin typeface="Arial"/>
            </a:endParaRPr>
          </a:p>
          <a:p>
            <a:pPr marL="457200" indent="-324000">
              <a:lnSpc>
                <a:spcPct val="115000"/>
              </a:lnSpc>
              <a:buClr>
                <a:srgbClr val="000000"/>
              </a:buClr>
              <a:buFont typeface="Arial"/>
              <a:buChar char="●"/>
              <a:tabLst>
                <a:tab pos="0" algn="l"/>
              </a:tabLst>
            </a:pPr>
            <a:r>
              <a:rPr lang="en-US" sz="1500" b="0" strike="noStrike" spc="-1">
                <a:solidFill>
                  <a:schemeClr val="dk1"/>
                </a:solidFill>
                <a:latin typeface="Arial"/>
              </a:rPr>
              <a:t>distribution is uneven!</a:t>
            </a:r>
            <a:endParaRPr lang="de-AT" sz="1500" b="0" strike="noStrike" spc="-1">
              <a:solidFill>
                <a:srgbClr val="000000"/>
              </a:solidFill>
              <a:latin typeface="Arial"/>
            </a:endParaRPr>
          </a:p>
          <a:p>
            <a:pPr marL="457200" indent="-324000">
              <a:lnSpc>
                <a:spcPct val="115000"/>
              </a:lnSpc>
              <a:buClr>
                <a:srgbClr val="000000"/>
              </a:buClr>
              <a:buFont typeface="Arial"/>
              <a:buChar char="●"/>
              <a:tabLst>
                <a:tab pos="0" algn="l"/>
              </a:tabLst>
            </a:pPr>
            <a:r>
              <a:rPr lang="en-US" sz="1500" b="0" strike="noStrike" spc="-1">
                <a:solidFill>
                  <a:schemeClr val="dk1"/>
                </a:solidFill>
                <a:latin typeface="Arial"/>
              </a:rPr>
              <a:t>Take in mind: “ChatGPT supports learning,” for some domains more relevant</a:t>
            </a:r>
            <a:br>
              <a:rPr sz="1500"/>
            </a:br>
            <a:r>
              <a:rPr lang="en-US" sz="1500" b="0" strike="noStrike" spc="-1">
                <a:solidFill>
                  <a:schemeClr val="dk1"/>
                </a:solidFill>
                <a:latin typeface="Arial"/>
              </a:rPr>
              <a:t> </a:t>
            </a:r>
            <a:endParaRPr lang="de-AT" sz="1500" b="0" strike="noStrike" spc="-1">
              <a:solidFill>
                <a:srgbClr val="000000"/>
              </a:solidFill>
              <a:latin typeface="Arial"/>
            </a:endParaRPr>
          </a:p>
          <a:p>
            <a:pPr indent="0">
              <a:lnSpc>
                <a:spcPct val="115000"/>
              </a:lnSpc>
              <a:spcBef>
                <a:spcPts val="1199"/>
              </a:spcBef>
              <a:buNone/>
              <a:tabLst>
                <a:tab pos="0" algn="l"/>
              </a:tabLst>
            </a:pPr>
            <a:r>
              <a:rPr lang="en-US" sz="1500" b="0" strike="noStrike" spc="-1">
                <a:solidFill>
                  <a:schemeClr val="dk1"/>
                </a:solidFill>
                <a:latin typeface="Arial"/>
              </a:rPr>
              <a:t>How ChatGPT was used?</a:t>
            </a:r>
            <a:endParaRPr lang="de-AT" sz="1500" b="0" strike="noStrike" spc="-1">
              <a:solidFill>
                <a:srgbClr val="000000"/>
              </a:solidFill>
              <a:latin typeface="Arial"/>
            </a:endParaRPr>
          </a:p>
          <a:p>
            <a:pPr marL="457200" indent="-324000">
              <a:lnSpc>
                <a:spcPct val="115000"/>
              </a:lnSpc>
              <a:spcBef>
                <a:spcPts val="1199"/>
              </a:spcBef>
              <a:buClr>
                <a:srgbClr val="000000"/>
              </a:buClr>
              <a:buFont typeface="Arial"/>
              <a:buChar char="●"/>
              <a:tabLst>
                <a:tab pos="0" algn="l"/>
              </a:tabLst>
            </a:pPr>
            <a:r>
              <a:rPr lang="en-US" sz="1500" b="0" strike="noStrike" spc="-1">
                <a:solidFill>
                  <a:schemeClr val="dk1"/>
                </a:solidFill>
                <a:latin typeface="Arial"/>
              </a:rPr>
              <a:t>Mainly: direct learning tool - dir. interaction with ChatGPT</a:t>
            </a:r>
            <a:endParaRPr lang="de-AT" sz="1500" b="0" strike="noStrike" spc="-1">
              <a:solidFill>
                <a:srgbClr val="000000"/>
              </a:solidFill>
              <a:latin typeface="Arial"/>
            </a:endParaRPr>
          </a:p>
          <a:p>
            <a:pPr marL="457200" indent="-324000">
              <a:lnSpc>
                <a:spcPct val="115000"/>
              </a:lnSpc>
              <a:buClr>
                <a:srgbClr val="000000"/>
              </a:buClr>
              <a:buFont typeface="Arial"/>
              <a:buChar char="●"/>
              <a:tabLst>
                <a:tab pos="0" algn="l"/>
              </a:tabLst>
            </a:pPr>
            <a:r>
              <a:rPr lang="en-US" sz="1500" b="0" strike="noStrike" spc="-1">
                <a:solidFill>
                  <a:schemeClr val="dk1"/>
                </a:solidFill>
                <a:latin typeface="Arial"/>
              </a:rPr>
              <a:t>rather than using a highly structured AI-supported learning environment designed by teachers or researchers</a:t>
            </a:r>
            <a:endParaRPr lang="de-AT" sz="1500" b="0" strike="noStrike" spc="-1">
              <a:solidFill>
                <a:srgbClr val="000000"/>
              </a:solidFill>
              <a:latin typeface="Arial"/>
            </a:endParaRPr>
          </a:p>
          <a:p>
            <a:pPr marL="914400" lvl="1" indent="-324000">
              <a:lnSpc>
                <a:spcPct val="115000"/>
              </a:lnSpc>
              <a:buClr>
                <a:srgbClr val="000000"/>
              </a:buClr>
              <a:buFont typeface="Wingdings 2" charset="2"/>
              <a:buChar char=""/>
              <a:tabLst>
                <a:tab pos="0" algn="l"/>
              </a:tabLst>
            </a:pPr>
            <a:r>
              <a:rPr lang="en-US" sz="1500" b="0" strike="noStrike" spc="-1">
                <a:solidFill>
                  <a:schemeClr val="dk1"/>
                </a:solidFill>
                <a:latin typeface="Arial"/>
              </a:rPr>
              <a:t>This is interesting from a human factors perspective: Much freedom, but much responsibility</a:t>
            </a:r>
            <a:endParaRPr lang="de-AT" sz="1500" b="0" strike="noStrike" spc="-1">
              <a:solidFill>
                <a:srgbClr val="000000"/>
              </a:solidFill>
              <a:latin typeface="Arial"/>
            </a:endParaRPr>
          </a:p>
          <a:p>
            <a:pPr marL="914400" lvl="1" indent="-324000">
              <a:lnSpc>
                <a:spcPct val="115000"/>
              </a:lnSpc>
              <a:buClr>
                <a:srgbClr val="000000"/>
              </a:buClr>
              <a:buFont typeface="Wingdings 2" charset="2"/>
              <a:buChar char=""/>
              <a:tabLst>
                <a:tab pos="0" algn="l"/>
              </a:tabLst>
            </a:pPr>
            <a:r>
              <a:rPr lang="en-US" sz="1500" b="0" strike="noStrike" spc="-1">
                <a:solidFill>
                  <a:schemeClr val="dk1"/>
                </a:solidFill>
                <a:latin typeface="Arial"/>
              </a:rPr>
              <a:t>quality depends on: </a:t>
            </a:r>
            <a:r>
              <a:rPr lang="en-US" sz="1500" b="1" strike="noStrike" spc="-1">
                <a:solidFill>
                  <a:schemeClr val="dk1"/>
                </a:solidFill>
                <a:latin typeface="Arial"/>
              </a:rPr>
              <a:t>prompting, verification, prior knowledge, and critical thinking.</a:t>
            </a:r>
            <a:endParaRPr lang="de-AT" sz="1500" b="0" strike="noStrike" spc="-1">
              <a:solidFill>
                <a:srgbClr val="000000"/>
              </a:solidFill>
              <a:latin typeface="Arial"/>
            </a:endParaRPr>
          </a:p>
          <a:p>
            <a:pPr marL="457200" indent="-324000">
              <a:lnSpc>
                <a:spcPct val="115000"/>
              </a:lnSpc>
              <a:buClr>
                <a:srgbClr val="000000"/>
              </a:buClr>
              <a:buFont typeface="Arial"/>
              <a:buChar char="●"/>
              <a:tabLst>
                <a:tab pos="0" algn="l"/>
              </a:tabLst>
            </a:pPr>
            <a:r>
              <a:rPr lang="en-US" sz="1500" b="0" strike="noStrike" spc="-1">
                <a:solidFill>
                  <a:schemeClr val="dk1"/>
                </a:solidFill>
                <a:latin typeface="Arial"/>
              </a:rPr>
              <a:t>Many interventions in classroom settings (several lasted multiple weeks)</a:t>
            </a:r>
            <a:br>
              <a:rPr sz="1500"/>
            </a:br>
            <a:r>
              <a:rPr lang="en-US" sz="1500" b="0" strike="noStrike" spc="-1">
                <a:solidFill>
                  <a:schemeClr val="dk1"/>
                </a:solidFill>
                <a:latin typeface="Arial"/>
              </a:rPr>
              <a:t>not only based on very short lab tasks</a:t>
            </a:r>
            <a:br>
              <a:rPr sz="1500"/>
            </a:br>
            <a:r>
              <a:rPr lang="en-US" sz="1500" b="0" strike="noStrike" spc="-1">
                <a:solidFill>
                  <a:schemeClr val="dk1"/>
                </a:solidFill>
                <a:latin typeface="Arial"/>
              </a:rPr>
              <a:t>However, the authors also found that duration matters in some moderator analyses, </a:t>
            </a:r>
            <a:br>
              <a:rPr sz="1500"/>
            </a:br>
            <a:r>
              <a:rPr lang="en-US" sz="1500" b="0" strike="noStrike" spc="-1">
                <a:solidFill>
                  <a:schemeClr val="dk1"/>
                </a:solidFill>
                <a:latin typeface="Arial"/>
              </a:rPr>
              <a:t>→ to be careful when comparing short and long interventions.</a:t>
            </a:r>
            <a:endParaRPr lang="de-AT" sz="1500" b="0" strike="noStrike" spc="-1">
              <a:solidFill>
                <a:srgbClr val="000000"/>
              </a:solidFill>
              <a:latin typeface="Arial"/>
            </a:endParaRPr>
          </a:p>
          <a:p>
            <a:pPr indent="0">
              <a:lnSpc>
                <a:spcPct val="115000"/>
              </a:lnSpc>
              <a:spcBef>
                <a:spcPts val="1199"/>
              </a:spcBef>
              <a:buNone/>
              <a:tabLst>
                <a:tab pos="0" algn="l"/>
              </a:tabLst>
            </a:pPr>
            <a:r>
              <a:rPr lang="en-US" sz="1500" b="0" strike="noStrike" spc="-1">
                <a:solidFill>
                  <a:schemeClr val="dk1"/>
                </a:solidFill>
                <a:latin typeface="Arial"/>
              </a:rPr>
              <a:t>My takeaway from this slide is: the evidence base is broad enough to be meaningful, but it is strongly shaped by university-level classroom studies and by rather direct forms of ChatGPT use.</a:t>
            </a:r>
            <a:endParaRPr lang="de-AT" sz="1500" b="0" strike="noStrike" spc="-1">
              <a:solidFill>
                <a:srgbClr val="000000"/>
              </a:solidFill>
              <a:latin typeface="Arial"/>
            </a:endParaRPr>
          </a:p>
          <a:p>
            <a:pPr marL="216000" indent="-216000">
              <a:lnSpc>
                <a:spcPct val="100000"/>
              </a:lnSpc>
              <a:spcBef>
                <a:spcPts val="1199"/>
              </a:spcBef>
              <a:buNone/>
              <a:tabLst>
                <a:tab pos="0" algn="l"/>
              </a:tabLst>
            </a:pPr>
            <a:r>
              <a:rPr lang="en-US" sz="1500" b="0" strike="noStrike" spc="-1">
                <a:solidFill>
                  <a:schemeClr val="dk1"/>
                </a:solidFill>
                <a:latin typeface="Arial"/>
              </a:rPr>
              <a:t>Ziel dieser Folie: die Studienlandschaft zeigen.</a:t>
            </a:r>
            <a:endParaRPr lang="de-AT" sz="1500" b="0" strike="noStrike" spc="-1">
              <a:solidFill>
                <a:srgbClr val="000000"/>
              </a:solidFill>
              <a:latin typeface="Arial"/>
            </a:endParaRPr>
          </a:p>
          <a:p>
            <a:pPr marL="216000" indent="-216000">
              <a:lnSpc>
                <a:spcPct val="100000"/>
              </a:lnSpc>
              <a:buNone/>
              <a:tabLst>
                <a:tab pos="0" algn="l"/>
              </a:tabLst>
            </a:pPr>
            <a:r>
              <a:rPr lang="en-US" sz="1500" b="0" strike="noStrike" spc="-1">
                <a:solidFill>
                  <a:schemeClr val="dk1"/>
                </a:solidFill>
                <a:latin typeface="Arial"/>
              </a:rPr>
              <a:t>Sprechtext:</a:t>
            </a:r>
            <a:endParaRPr lang="de-AT" sz="1500" b="0" strike="noStrike" spc="-1">
              <a:solidFill>
                <a:srgbClr val="000000"/>
              </a:solidFill>
              <a:latin typeface="Arial"/>
            </a:endParaRPr>
          </a:p>
          <a:p>
            <a:pPr marL="216000" indent="0">
              <a:lnSpc>
                <a:spcPct val="100000"/>
              </a:lnSpc>
              <a:buNone/>
              <a:tabLst>
                <a:tab pos="0" algn="l"/>
              </a:tabLst>
            </a:pPr>
            <a:r>
              <a:rPr lang="en-US" sz="1500" b="0" strike="noStrike" spc="-1">
                <a:solidFill>
                  <a:schemeClr val="dk1"/>
                </a:solidFill>
                <a:latin typeface="Arial"/>
              </a:rPr>
              <a:t>Nach der Auswahl bleiben 69 Studien im systematischen Review, und 62 davon gehen in die Meta-Analyse ein. Wichtig ist: Diese Evidenzbasis ist nicht gleichmäßig über alle Bildungskontexte verteilt. Der Großteil stammt aus Universitäten, nur ein kleinerer Teil aus K-12. Auch inhaltlich gibt es einen Schwerpunkt auf Sprache beziehungsweise Language Education. Außerdem wird ChatGPT meistens direkt genutzt, also als normales ChatGPT-Tool, nicht als speziell entwickelte Lernapp. Für die Interpretation heißt das: Die Meta-Analyse ist breit, aber die stärkste Evidenz betrifft vor allem Hochschulkontexte.</a:t>
            </a:r>
            <a:endParaRPr lang="de-AT" sz="1500" b="0" strike="noStrike" spc="-1">
              <a:solidFill>
                <a:srgbClr val="000000"/>
              </a:solidFill>
              <a:latin typeface="Arial"/>
            </a:endParaRPr>
          </a:p>
          <a:p>
            <a:pPr indent="0">
              <a:lnSpc>
                <a:spcPct val="100000"/>
              </a:lnSpc>
              <a:buNone/>
              <a:tabLst>
                <a:tab pos="0" algn="l"/>
              </a:tabLst>
            </a:pPr>
            <a:endParaRPr lang="de-AT" sz="1600" b="0" strike="noStrike" spc="-1">
              <a:solidFill>
                <a:srgbClr val="000000"/>
              </a:solidFill>
              <a:latin typeface="Arial"/>
            </a:endParaRPr>
          </a:p>
        </p:txBody>
      </p:sp>
      <p:sp>
        <p:nvSpPr>
          <p:cNvPr id="220" name="PlaceHolder 2"/>
          <p:cNvSpPr>
            <a:spLocks noGrp="1" noRot="1" noChangeAspect="1"/>
          </p:cNvSpPr>
          <p:nvPr>
            <p:ph type="sldImg"/>
          </p:nvPr>
        </p:nvSpPr>
        <p:spPr>
          <a:xfrm>
            <a:off x="0" y="812800"/>
            <a:ext cx="0" cy="0"/>
          </a:xfrm>
          <a:prstGeom prst="rect">
            <a:avLst/>
          </a:prstGeom>
          <a:ln w="0">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PlaceHolder 1"/>
          <p:cNvSpPr>
            <a:spLocks noGrp="1" noRot="1" noChangeAspect="1"/>
          </p:cNvSpPr>
          <p:nvPr>
            <p:ph type="sldImg"/>
          </p:nvPr>
        </p:nvSpPr>
        <p:spPr>
          <a:xfrm>
            <a:off x="685800" y="1143000"/>
            <a:ext cx="5485680" cy="3085560"/>
          </a:xfrm>
          <a:prstGeom prst="rect">
            <a:avLst/>
          </a:prstGeom>
          <a:ln w="0">
            <a:noFill/>
          </a:ln>
        </p:spPr>
      </p:sp>
      <p:sp>
        <p:nvSpPr>
          <p:cNvPr id="22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lnSpc>
                <a:spcPct val="115000"/>
              </a:lnSpc>
              <a:spcBef>
                <a:spcPts val="1199"/>
              </a:spcBef>
              <a:buNone/>
              <a:tabLst>
                <a:tab pos="0" algn="l"/>
              </a:tabLst>
            </a:pPr>
            <a:r>
              <a:rPr lang="en-US" sz="1500" b="0" strike="noStrike" spc="-1">
                <a:solidFill>
                  <a:schemeClr val="dk1"/>
                </a:solidFill>
                <a:latin typeface="Arial"/>
              </a:rPr>
              <a:t>The authors report effect sizes using Hedges’ g (a standardized effect size).</a:t>
            </a:r>
            <a:br>
              <a:rPr sz="1500"/>
            </a:br>
            <a:r>
              <a:rPr lang="en-US" sz="1500" b="0" strike="noStrike" spc="-1">
                <a:solidFill>
                  <a:schemeClr val="dk1"/>
                </a:solidFill>
                <a:latin typeface="Arial"/>
              </a:rPr>
              <a:t>It tells us how far apart the ChatGPT group and the control group are, measured in standard deviations.</a:t>
            </a:r>
            <a:endParaRPr lang="de-AT" sz="1500" b="0" strike="noStrike" spc="-1">
              <a:solidFill>
                <a:srgbClr val="000000"/>
              </a:solidFill>
              <a:latin typeface="Arial"/>
            </a:endParaRPr>
          </a:p>
          <a:p>
            <a:pPr indent="0">
              <a:lnSpc>
                <a:spcPct val="115000"/>
              </a:lnSpc>
              <a:spcBef>
                <a:spcPts val="1199"/>
              </a:spcBef>
              <a:buNone/>
              <a:tabLst>
                <a:tab pos="0" algn="l"/>
              </a:tabLst>
            </a:pPr>
            <a:r>
              <a:rPr lang="en-US" sz="1500" b="0" strike="noStrike" spc="-1">
                <a:solidFill>
                  <a:schemeClr val="dk1"/>
                </a:solidFill>
                <a:latin typeface="Arial"/>
              </a:rPr>
              <a:t>As a rough interpretation: effect 0.2 = small, 0.5 = medium, 0.8 = large, &gt;1 = very large</a:t>
            </a:r>
            <a:br>
              <a:rPr sz="1500"/>
            </a:br>
            <a:r>
              <a:rPr lang="en-US" sz="1500" b="0" strike="noStrike" spc="-1">
                <a:solidFill>
                  <a:schemeClr val="dk1"/>
                </a:solidFill>
                <a:latin typeface="Arial"/>
              </a:rPr>
              <a:t>but especially in education research such large effects should always be interpreted carefully.</a:t>
            </a:r>
            <a:endParaRPr lang="de-AT" sz="1500" b="0" strike="noStrike" spc="-1">
              <a:solidFill>
                <a:srgbClr val="000000"/>
              </a:solidFill>
              <a:latin typeface="Arial"/>
            </a:endParaRPr>
          </a:p>
          <a:p>
            <a:pPr marL="457200" indent="-324000">
              <a:lnSpc>
                <a:spcPct val="115000"/>
              </a:lnSpc>
              <a:spcBef>
                <a:spcPts val="1199"/>
              </a:spcBef>
              <a:buClr>
                <a:srgbClr val="000000"/>
              </a:buClr>
              <a:buFont typeface="Arial"/>
              <a:buChar char="●"/>
              <a:tabLst>
                <a:tab pos="0" algn="l"/>
              </a:tabLst>
            </a:pPr>
            <a:r>
              <a:rPr lang="en-US" sz="1500" b="0" strike="noStrike" spc="-1">
                <a:solidFill>
                  <a:schemeClr val="dk1"/>
                </a:solidFill>
                <a:latin typeface="Arial"/>
              </a:rPr>
              <a:t>academic performance - large effect 0.712 (44 out of 51 effect sizes were positive)</a:t>
            </a:r>
            <a:br>
              <a:rPr sz="1500"/>
            </a:br>
            <a:r>
              <a:rPr lang="en-US" sz="1500" b="0" strike="noStrike" spc="-1">
                <a:solidFill>
                  <a:schemeClr val="dk1"/>
                </a:solidFill>
                <a:latin typeface="Arial"/>
              </a:rPr>
              <a:t>Average, students using ChatGPT performed better than students in the control conditions</a:t>
            </a:r>
            <a:endParaRPr lang="de-AT" sz="1500" b="0" strike="noStrike" spc="-1">
              <a:solidFill>
                <a:srgbClr val="000000"/>
              </a:solidFill>
              <a:latin typeface="Arial"/>
            </a:endParaRPr>
          </a:p>
          <a:p>
            <a:pPr marL="457200" indent="-324000">
              <a:lnSpc>
                <a:spcPct val="115000"/>
              </a:lnSpc>
              <a:buClr>
                <a:srgbClr val="000000"/>
              </a:buClr>
              <a:buFont typeface="Arial"/>
              <a:buChar char="●"/>
              <a:tabLst>
                <a:tab pos="0" algn="l"/>
              </a:tabLst>
            </a:pPr>
            <a:r>
              <a:rPr lang="en-US" sz="1500" b="0" strike="noStrike" spc="-1">
                <a:solidFill>
                  <a:schemeClr val="dk1"/>
                </a:solidFill>
                <a:latin typeface="Arial"/>
              </a:rPr>
              <a:t>large positive effect for affective and</a:t>
            </a:r>
            <a:r>
              <a:rPr lang="en-US" sz="1500" b="1" strike="noStrike" spc="-1">
                <a:solidFill>
                  <a:schemeClr val="dk1"/>
                </a:solidFill>
                <a:latin typeface="Arial"/>
              </a:rPr>
              <a:t> motivational states</a:t>
            </a:r>
            <a:r>
              <a:rPr lang="en-US" sz="1500" b="0" strike="noStrike" spc="-1">
                <a:solidFill>
                  <a:schemeClr val="dk1"/>
                </a:solidFill>
                <a:latin typeface="Arial"/>
              </a:rPr>
              <a:t> ~ 0.88 (17 out of 20 effect sizes were positive)</a:t>
            </a:r>
            <a:br>
              <a:rPr sz="1500"/>
            </a:br>
            <a:r>
              <a:rPr lang="en-US" sz="1500" b="0" strike="noStrike" spc="-1">
                <a:solidFill>
                  <a:schemeClr val="dk1"/>
                </a:solidFill>
                <a:latin typeface="Arial"/>
              </a:rPr>
              <a:t>ChatGPT may positively influence: feel about learning, e.g. motivation, engagement, or attitude.</a:t>
            </a:r>
            <a:endParaRPr lang="de-AT" sz="1500" b="0" strike="noStrike" spc="-1">
              <a:solidFill>
                <a:srgbClr val="000000"/>
              </a:solidFill>
              <a:latin typeface="Arial"/>
            </a:endParaRPr>
          </a:p>
          <a:p>
            <a:pPr marL="457200" indent="-324000">
              <a:lnSpc>
                <a:spcPct val="115000"/>
              </a:lnSpc>
              <a:buClr>
                <a:srgbClr val="000000"/>
              </a:buClr>
              <a:buFont typeface="Arial"/>
              <a:buChar char="●"/>
              <a:tabLst>
                <a:tab pos="0" algn="l"/>
              </a:tabLst>
            </a:pPr>
            <a:r>
              <a:rPr lang="en-US" sz="1500" b="0" strike="noStrike" spc="-1">
                <a:solidFill>
                  <a:schemeClr val="dk1"/>
                </a:solidFill>
                <a:latin typeface="Arial"/>
              </a:rPr>
              <a:t>higher-order thinking propensities: positive and large, around 0.70. (14 of 15 effect sizes were positive)</a:t>
            </a:r>
            <a:br>
              <a:rPr sz="1500"/>
            </a:br>
            <a:r>
              <a:rPr lang="en-US" sz="1500" b="0" strike="noStrike" spc="-1">
                <a:solidFill>
                  <a:schemeClr val="dk1"/>
                </a:solidFill>
                <a:latin typeface="Arial"/>
              </a:rPr>
              <a:t>There are concerns about ChatGPT might reduce deeper thinking.</a:t>
            </a:r>
            <a:br>
              <a:rPr sz="1500"/>
            </a:br>
            <a:r>
              <a:rPr lang="en-US" sz="1500" b="0" strike="noStrike" spc="-1">
                <a:solidFill>
                  <a:schemeClr val="dk1"/>
                </a:solidFill>
                <a:latin typeface="Arial"/>
              </a:rPr>
              <a:t>The meta-analysis suggests: at least in experimental studies, ChatGPT can also support outcomes related to higher-order thinking</a:t>
            </a:r>
            <a:endParaRPr lang="de-AT" sz="1500" b="0" strike="noStrike" spc="-1">
              <a:solidFill>
                <a:srgbClr val="000000"/>
              </a:solidFill>
              <a:latin typeface="Arial"/>
            </a:endParaRPr>
          </a:p>
          <a:p>
            <a:pPr marL="457200" indent="-324000">
              <a:lnSpc>
                <a:spcPct val="115000"/>
              </a:lnSpc>
              <a:buClr>
                <a:srgbClr val="000000"/>
              </a:buClr>
              <a:buFont typeface="Arial"/>
              <a:buChar char="●"/>
              <a:tabLst>
                <a:tab pos="0" algn="l"/>
              </a:tabLst>
            </a:pPr>
            <a:r>
              <a:rPr lang="en-US" sz="1500" b="0" strike="noStrike" spc="-1">
                <a:solidFill>
                  <a:schemeClr val="dk1"/>
                </a:solidFill>
                <a:latin typeface="Arial"/>
              </a:rPr>
              <a:t>However, </a:t>
            </a:r>
            <a:r>
              <a:rPr lang="en-US" sz="1500" b="1" strike="noStrike" spc="-1">
                <a:solidFill>
                  <a:schemeClr val="dk1"/>
                </a:solidFill>
                <a:latin typeface="Arial"/>
              </a:rPr>
              <a:t>self-efficacy</a:t>
            </a:r>
            <a:r>
              <a:rPr lang="en-US" sz="1500" b="0" strike="noStrike" spc="-1">
                <a:solidFill>
                  <a:schemeClr val="dk1"/>
                </a:solidFill>
                <a:latin typeface="Arial"/>
              </a:rPr>
              <a:t> was different. The effect was positive, but not statistically significant. (5 out of 7 effect sizes were positive)</a:t>
            </a:r>
            <a:br>
              <a:rPr sz="1500"/>
            </a:br>
            <a:r>
              <a:rPr lang="en-US" sz="1500" b="0" strike="noStrike" spc="-1">
                <a:solidFill>
                  <a:schemeClr val="dk1"/>
                </a:solidFill>
                <a:latin typeface="Arial"/>
              </a:rPr>
              <a:t>We cannot confidently say that ChatGPT improves students’ belief in their own abilities.</a:t>
            </a:r>
            <a:endParaRPr lang="de-AT" sz="1500" b="0" strike="noStrike" spc="-1">
              <a:solidFill>
                <a:srgbClr val="000000"/>
              </a:solidFill>
              <a:latin typeface="Arial"/>
            </a:endParaRPr>
          </a:p>
          <a:p>
            <a:pPr marL="457200" indent="-324000">
              <a:lnSpc>
                <a:spcPct val="115000"/>
              </a:lnSpc>
              <a:buClr>
                <a:srgbClr val="000000"/>
              </a:buClr>
              <a:buFont typeface="Arial"/>
              <a:buChar char="●"/>
              <a:tabLst>
                <a:tab pos="0" algn="l"/>
              </a:tabLst>
            </a:pPr>
            <a:r>
              <a:rPr lang="en-US" sz="1500" b="0" strike="noStrike" spc="-1">
                <a:solidFill>
                  <a:schemeClr val="dk1"/>
                </a:solidFill>
                <a:latin typeface="Arial"/>
              </a:rPr>
              <a:t>Mental effort: negative effect, ~minus 0.68. (3 of 4 negative)</a:t>
            </a:r>
            <a:br>
              <a:rPr sz="1500"/>
            </a:br>
            <a:r>
              <a:rPr lang="en-US" sz="1500" b="0" strike="noStrike" spc="-1">
                <a:solidFill>
                  <a:schemeClr val="dk1"/>
                </a:solidFill>
                <a:latin typeface="Arial"/>
              </a:rPr>
              <a:t>Does not mean bad - students reported lower mental effort </a:t>
            </a:r>
            <a:endParaRPr lang="de-AT" sz="1500" b="0" strike="noStrike" spc="-1">
              <a:solidFill>
                <a:srgbClr val="000000"/>
              </a:solidFill>
              <a:latin typeface="Arial"/>
            </a:endParaRPr>
          </a:p>
          <a:p>
            <a:pPr marL="914400" lvl="1" indent="-324000">
              <a:lnSpc>
                <a:spcPct val="115000"/>
              </a:lnSpc>
              <a:buClr>
                <a:srgbClr val="000000"/>
              </a:buClr>
              <a:buFont typeface="Wingdings 2" charset="2"/>
              <a:buChar char=""/>
              <a:tabLst>
                <a:tab pos="0" algn="l"/>
              </a:tabLst>
            </a:pPr>
            <a:r>
              <a:rPr lang="en-US" sz="1500" b="0" strike="noStrike" spc="-1">
                <a:solidFill>
                  <a:schemeClr val="dk1"/>
                </a:solidFill>
                <a:latin typeface="Arial"/>
              </a:rPr>
              <a:t>Positive: reduces unnecessary cognitive load</a:t>
            </a:r>
            <a:endParaRPr lang="de-AT" sz="1500" b="0" strike="noStrike" spc="-1">
              <a:solidFill>
                <a:srgbClr val="000000"/>
              </a:solidFill>
              <a:latin typeface="Arial"/>
            </a:endParaRPr>
          </a:p>
          <a:p>
            <a:pPr marL="914400" lvl="1" indent="-324000">
              <a:lnSpc>
                <a:spcPct val="115000"/>
              </a:lnSpc>
              <a:buClr>
                <a:srgbClr val="000000"/>
              </a:buClr>
              <a:buFont typeface="Wingdings 2" charset="2"/>
              <a:buChar char=""/>
              <a:tabLst>
                <a:tab pos="0" algn="l"/>
              </a:tabLst>
            </a:pPr>
            <a:r>
              <a:rPr lang="en-US" sz="1500" b="0" strike="noStrike" spc="-1">
                <a:solidFill>
                  <a:schemeClr val="dk1"/>
                </a:solidFill>
                <a:latin typeface="Arial"/>
              </a:rPr>
              <a:t>Critical: if lower effort means processing material is less deeply</a:t>
            </a:r>
            <a:endParaRPr lang="de-AT" sz="1500" b="0" strike="noStrike" spc="-1">
              <a:solidFill>
                <a:srgbClr val="000000"/>
              </a:solidFill>
              <a:latin typeface="Arial"/>
            </a:endParaRPr>
          </a:p>
          <a:p>
            <a:pPr indent="0">
              <a:lnSpc>
                <a:spcPct val="115000"/>
              </a:lnSpc>
              <a:spcBef>
                <a:spcPts val="1199"/>
              </a:spcBef>
              <a:buNone/>
              <a:tabLst>
                <a:tab pos="0" algn="l"/>
              </a:tabLst>
            </a:pPr>
            <a:r>
              <a:rPr lang="en-US" sz="1100" b="0" strike="noStrike" spc="-1">
                <a:solidFill>
                  <a:srgbClr val="188038"/>
                </a:solidFill>
                <a:latin typeface="Roboto Mono"/>
                <a:ea typeface="Roboto Mono"/>
              </a:rPr>
              <a:t>Trim-and-fill</a:t>
            </a:r>
            <a:r>
              <a:rPr lang="en-US" sz="1100" b="0" strike="noStrike" spc="-1">
                <a:solidFill>
                  <a:schemeClr val="dk1"/>
                </a:solidFill>
                <a:latin typeface="Roboto Mono"/>
                <a:ea typeface="Roboto Mono"/>
              </a:rPr>
              <a:t> validates if the effect size is distorted: (If the funnel plot is asymmetrically - then potential missing studies are added in calculation and recalculated), a strong reduction would be the problem (here not true)</a:t>
            </a:r>
            <a:endParaRPr lang="de-AT" sz="1100" b="0" strike="noStrike" spc="-1">
              <a:solidFill>
                <a:srgbClr val="000000"/>
              </a:solidFill>
              <a:latin typeface="Arial"/>
            </a:endParaRPr>
          </a:p>
          <a:p>
            <a:pPr indent="0">
              <a:lnSpc>
                <a:spcPct val="115000"/>
              </a:lnSpc>
              <a:spcBef>
                <a:spcPts val="1199"/>
              </a:spcBef>
              <a:buNone/>
              <a:tabLst>
                <a:tab pos="0" algn="l"/>
              </a:tabLst>
            </a:pPr>
            <a:r>
              <a:rPr lang="en-US" sz="1500" b="0" strike="noStrike" spc="-1">
                <a:solidFill>
                  <a:schemeClr val="dk1"/>
                </a:solidFill>
                <a:latin typeface="Roboto Mono"/>
                <a:ea typeface="Roboto Mono"/>
              </a:rPr>
              <a:t>So the overall picture is promising, but not simple! </a:t>
            </a:r>
            <a:endParaRPr lang="de-AT" sz="1500" b="0" strike="noStrike" spc="-1">
              <a:solidFill>
                <a:srgbClr val="000000"/>
              </a:solidFill>
              <a:latin typeface="Arial"/>
            </a:endParaRPr>
          </a:p>
          <a:p>
            <a:pPr marL="457200" indent="-324000">
              <a:lnSpc>
                <a:spcPct val="115000"/>
              </a:lnSpc>
              <a:spcBef>
                <a:spcPts val="1199"/>
              </a:spcBef>
              <a:buClr>
                <a:srgbClr val="000000"/>
              </a:buClr>
              <a:buFont typeface="Arial"/>
              <a:buChar char="●"/>
              <a:tabLst>
                <a:tab pos="0" algn="l"/>
              </a:tabLst>
            </a:pPr>
            <a:r>
              <a:rPr lang="en-US" sz="1500" b="0" strike="noStrike" spc="-1">
                <a:solidFill>
                  <a:schemeClr val="dk1"/>
                </a:solidFill>
                <a:latin typeface="Roboto Mono"/>
                <a:ea typeface="Roboto Mono"/>
              </a:rPr>
              <a:t>ChatGPT seems to have positive effects on several learning outcomes</a:t>
            </a:r>
            <a:endParaRPr lang="de-AT" sz="1500" b="0" strike="noStrike" spc="-1">
              <a:solidFill>
                <a:srgbClr val="000000"/>
              </a:solidFill>
              <a:latin typeface="Arial"/>
            </a:endParaRPr>
          </a:p>
          <a:p>
            <a:pPr marL="457200" indent="-324000">
              <a:lnSpc>
                <a:spcPct val="115000"/>
              </a:lnSpc>
              <a:buClr>
                <a:srgbClr val="000000"/>
              </a:buClr>
              <a:buFont typeface="Arial"/>
              <a:buChar char="●"/>
              <a:tabLst>
                <a:tab pos="0" algn="l"/>
              </a:tabLst>
            </a:pPr>
            <a:r>
              <a:rPr lang="en-US" sz="1500" b="0" strike="noStrike" spc="-1">
                <a:solidFill>
                  <a:schemeClr val="dk1"/>
                </a:solidFill>
                <a:latin typeface="Roboto Mono"/>
                <a:ea typeface="Roboto Mono"/>
              </a:rPr>
              <a:t>effects differ by outcome</a:t>
            </a:r>
            <a:endParaRPr lang="de-AT" sz="1500" b="0" strike="noStrike" spc="-1">
              <a:solidFill>
                <a:srgbClr val="000000"/>
              </a:solidFill>
              <a:latin typeface="Arial"/>
            </a:endParaRPr>
          </a:p>
          <a:p>
            <a:pPr marL="457200" indent="-324000">
              <a:lnSpc>
                <a:spcPct val="115000"/>
              </a:lnSpc>
              <a:buClr>
                <a:srgbClr val="000000"/>
              </a:buClr>
              <a:buFont typeface="Arial"/>
              <a:buChar char="●"/>
              <a:tabLst>
                <a:tab pos="0" algn="l"/>
              </a:tabLst>
            </a:pPr>
            <a:r>
              <a:rPr lang="en-US" sz="1500" b="0" strike="noStrike" spc="-1">
                <a:solidFill>
                  <a:schemeClr val="dk1"/>
                </a:solidFill>
                <a:latin typeface="Roboto Mono"/>
                <a:ea typeface="Roboto Mono"/>
              </a:rPr>
              <a:t>interpreted together with study quality, heterogeneity, and possible bias.</a:t>
            </a:r>
            <a:endParaRPr lang="de-AT" sz="1500" b="0" strike="noStrike" spc="-1">
              <a:solidFill>
                <a:srgbClr val="000000"/>
              </a:solidFill>
              <a:latin typeface="Arial"/>
            </a:endParaRPr>
          </a:p>
          <a:p>
            <a:pPr marL="216000" indent="-216000">
              <a:lnSpc>
                <a:spcPct val="100000"/>
              </a:lnSpc>
              <a:spcBef>
                <a:spcPts val="1199"/>
              </a:spcBef>
              <a:buNone/>
              <a:tabLst>
                <a:tab pos="0" algn="l"/>
              </a:tabLst>
            </a:pPr>
            <a:endParaRPr lang="de-AT" sz="1500" b="0" strike="noStrike" spc="-1">
              <a:solidFill>
                <a:srgbClr val="000000"/>
              </a:solidFill>
              <a:latin typeface="Arial"/>
            </a:endParaRPr>
          </a:p>
          <a:p>
            <a:pPr marL="216000" indent="-216000">
              <a:lnSpc>
                <a:spcPct val="100000"/>
              </a:lnSpc>
              <a:buNone/>
              <a:tabLst>
                <a:tab pos="0" algn="l"/>
              </a:tabLst>
            </a:pPr>
            <a:r>
              <a:rPr lang="en-US" sz="1500" b="0" strike="noStrike" spc="-1">
                <a:solidFill>
                  <a:schemeClr val="dk1"/>
                </a:solidFill>
                <a:latin typeface="Roboto Mono"/>
                <a:ea typeface="Roboto Mono"/>
              </a:rPr>
              <a:t>Ziel dieser Folie: wichtigsten Main Results berichten</a:t>
            </a:r>
            <a:endParaRPr lang="de-AT" sz="1500" b="0" strike="noStrike" spc="-1">
              <a:solidFill>
                <a:srgbClr val="000000"/>
              </a:solidFill>
              <a:latin typeface="Arial"/>
            </a:endParaRPr>
          </a:p>
          <a:p>
            <a:pPr marL="216000" indent="-216000">
              <a:lnSpc>
                <a:spcPct val="100000"/>
              </a:lnSpc>
              <a:buNone/>
              <a:tabLst>
                <a:tab pos="0" algn="l"/>
              </a:tabLst>
            </a:pPr>
            <a:r>
              <a:rPr lang="en-US" sz="1500" b="0" strike="noStrike" spc="-1">
                <a:solidFill>
                  <a:schemeClr val="dk1"/>
                </a:solidFill>
                <a:latin typeface="Roboto Mono"/>
                <a:ea typeface="Roboto Mono"/>
              </a:rPr>
              <a:t>Sprechtext:</a:t>
            </a:r>
            <a:endParaRPr lang="de-AT" sz="1500" b="0" strike="noStrike" spc="-1">
              <a:solidFill>
                <a:srgbClr val="000000"/>
              </a:solidFill>
              <a:latin typeface="Arial"/>
            </a:endParaRPr>
          </a:p>
          <a:p>
            <a:pPr marL="216000" indent="0">
              <a:lnSpc>
                <a:spcPct val="100000"/>
              </a:lnSpc>
              <a:buNone/>
              <a:tabLst>
                <a:tab pos="0" algn="l"/>
              </a:tabLst>
            </a:pPr>
            <a:r>
              <a:rPr lang="en-US" sz="1500" b="0" strike="noStrike" spc="-1">
                <a:solidFill>
                  <a:schemeClr val="dk1"/>
                </a:solidFill>
                <a:latin typeface="Roboto Mono"/>
                <a:ea typeface="Roboto Mono"/>
              </a:rPr>
              <a:t>Die Ergebnisse sind insgesamt eher positiv. Academic Performance zeigt einen großen positiven Effekt mit g = 0.712. Auch affektiv-motivationale Zustände und Higher-order Thinking Propensities zeigen große positive Effekte. Self-efficacy ist dagegen nicht signifikant. Mental Effort ist negativ, was hier bedeutet: Die wahrgenommene mentale Anstrengung wurde reduziert. Wichtig ist aber, dass diese Outcomes unterschiedlich stark belegt sind. Academic Performance basiert auf vielen Effektgrößen, Mental Effort nur auf wenigen. Deshalb würde ich als Takeaway sagen: ChatGPT sieht vielversprechend aus, aber nicht für alle Outcomes gleich, und die Interpretation hängt davon ab, was genau gemessen wurde. Damit kann Christina gut mit Qualität, Heterogenität und PRISMA anschließen.</a:t>
            </a:r>
            <a:endParaRPr lang="de-AT" sz="1500" b="0" strike="noStrike" spc="-1">
              <a:solidFill>
                <a:srgbClr val="000000"/>
              </a:solidFill>
              <a:latin typeface="Arial"/>
            </a:endParaRPr>
          </a:p>
        </p:txBody>
      </p:sp>
      <p:sp>
        <p:nvSpPr>
          <p:cNvPr id="223" name="PlaceHolder 3"/>
          <p:cNvSpPr>
            <a:spLocks noGrp="1"/>
          </p:cNvSpPr>
          <p:nvPr>
            <p:ph type="sldNum" idx="4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strike="noStrike" spc="-1">
                <a:solidFill>
                  <a:srgbClr val="000000"/>
                </a:solidFill>
                <a:latin typeface="Times New Roman"/>
                <a:ea typeface="Times New Roman"/>
              </a:defRPr>
            </a:lvl1pPr>
          </a:lstStyle>
          <a:p>
            <a:pPr indent="0" algn="r">
              <a:lnSpc>
                <a:spcPct val="100000"/>
              </a:lnSpc>
              <a:buNone/>
              <a:tabLst>
                <a:tab pos="0" algn="l"/>
              </a:tabLst>
            </a:pPr>
            <a:fld id="{CA8C4ED1-2C12-46F1-A696-0706BD6A704C}" type="slidenum">
              <a:rPr lang="en-US" sz="1200" b="0" strike="noStrike" spc="-1">
                <a:solidFill>
                  <a:srgbClr val="000000"/>
                </a:solidFill>
                <a:latin typeface="Times New Roman"/>
                <a:ea typeface="Times New Roman"/>
              </a:rPr>
              <a:t>8</a:t>
            </a:fld>
            <a:endParaRPr lang="de-AT"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PlaceHolder 1"/>
          <p:cNvSpPr>
            <a:spLocks noGrp="1" noRot="1" noChangeAspect="1"/>
          </p:cNvSpPr>
          <p:nvPr>
            <p:ph type="sldImg"/>
          </p:nvPr>
        </p:nvSpPr>
        <p:spPr>
          <a:xfrm>
            <a:off x="0" y="812800"/>
            <a:ext cx="0" cy="0"/>
          </a:xfrm>
          <a:prstGeom prst="rect">
            <a:avLst/>
          </a:prstGeom>
          <a:ln w="0">
            <a:noFill/>
          </a:ln>
        </p:spPr>
      </p:sp>
      <p:sp>
        <p:nvSpPr>
          <p:cNvPr id="225"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marL="457200" indent="-324000">
              <a:lnSpc>
                <a:spcPct val="115000"/>
              </a:lnSpc>
              <a:spcBef>
                <a:spcPts val="1199"/>
              </a:spcBef>
              <a:buClr>
                <a:srgbClr val="000000"/>
              </a:buClr>
              <a:buFont typeface="Wingdings" charset="2"/>
              <a:buChar char=""/>
            </a:pPr>
            <a:r>
              <a:rPr lang="en-US" sz="1500" b="0" strike="noStrike" spc="-1">
                <a:solidFill>
                  <a:schemeClr val="dk1"/>
                </a:solidFill>
                <a:latin typeface="Arial"/>
              </a:rPr>
              <a:t>RQ3:</a:t>
            </a:r>
            <a:br>
              <a:rPr sz="1500"/>
            </a:br>
            <a:r>
              <a:rPr lang="en-US" sz="1500" b="0" strike="noStrike" spc="-1">
                <a:solidFill>
                  <a:schemeClr val="dk1"/>
                </a:solidFill>
                <a:latin typeface="Arial"/>
              </a:rPr>
              <a:t>only 8% included a power analysis (assessment if sample size is sufficient)</a:t>
            </a:r>
            <a:endParaRPr lang="de-AT" sz="1500" b="0" strike="noStrike" spc="-1">
              <a:solidFill>
                <a:srgbClr val="000000"/>
              </a:solidFill>
              <a:latin typeface="Arial"/>
            </a:endParaRPr>
          </a:p>
          <a:p>
            <a:pPr marL="457200" indent="-324000">
              <a:lnSpc>
                <a:spcPct val="115000"/>
              </a:lnSpc>
              <a:buClr>
                <a:srgbClr val="000000"/>
              </a:buClr>
              <a:buFont typeface="Wingdings" charset="2"/>
              <a:buChar char=""/>
            </a:pPr>
            <a:r>
              <a:rPr lang="en-US" sz="1500" b="0" strike="noStrike" spc="-1">
                <a:solidFill>
                  <a:schemeClr val="dk1"/>
                </a:solidFill>
                <a:latin typeface="Arial"/>
              </a:rPr>
              <a:t>nearly 84% have pre test measures</a:t>
            </a:r>
            <a:endParaRPr lang="de-AT" sz="1500" b="0" strike="noStrike" spc="-1">
              <a:solidFill>
                <a:srgbClr val="000000"/>
              </a:solidFill>
              <a:latin typeface="Arial"/>
            </a:endParaRPr>
          </a:p>
          <a:p>
            <a:pPr marL="457200" indent="-324000">
              <a:lnSpc>
                <a:spcPct val="115000"/>
              </a:lnSpc>
              <a:buClr>
                <a:srgbClr val="000000"/>
              </a:buClr>
              <a:buFont typeface="Wingdings" charset="2"/>
              <a:buChar char=""/>
            </a:pPr>
            <a:r>
              <a:rPr lang="en-US" sz="1500" b="0" strike="noStrike" spc="-1">
                <a:solidFill>
                  <a:schemeClr val="dk1"/>
                </a:solidFill>
                <a:latin typeface="Arial"/>
              </a:rPr>
              <a:t>more than 60% random assignment</a:t>
            </a:r>
            <a:endParaRPr lang="de-AT" sz="1500" b="0" strike="noStrike" spc="-1">
              <a:solidFill>
                <a:srgbClr val="000000"/>
              </a:solidFill>
              <a:latin typeface="Arial"/>
            </a:endParaRPr>
          </a:p>
          <a:p>
            <a:pPr indent="0">
              <a:lnSpc>
                <a:spcPct val="115000"/>
              </a:lnSpc>
              <a:spcBef>
                <a:spcPts val="1199"/>
              </a:spcBef>
              <a:spcAft>
                <a:spcPts val="1199"/>
              </a:spcAft>
              <a:buNone/>
              <a:tabLst>
                <a:tab pos="0" algn="l"/>
              </a:tabLst>
            </a:pPr>
            <a:r>
              <a:rPr lang="en-US" sz="1500" b="0" strike="noStrike" spc="-1">
                <a:solidFill>
                  <a:schemeClr val="dk1"/>
                </a:solidFill>
                <a:latin typeface="Arial"/>
              </a:rPr>
              <a:t>This leads nicely into the next part of the presentation: even if the main results look positive, we still need to ask how reliable the evidence is, how the studies were selected, and what limitations remain.</a:t>
            </a:r>
            <a:endParaRPr lang="de-AT" sz="1500" b="0" strike="noStrike" spc="-1">
              <a:solidFill>
                <a:srgbClr val="000000"/>
              </a:solidFill>
              <a:latin typeface="Arial"/>
            </a:endParaRPr>
          </a:p>
        </p:txBody>
      </p:sp>
      <p:sp>
        <p:nvSpPr>
          <p:cNvPr id="226" name="PlaceHolder 3"/>
          <p:cNvSpPr>
            <a:spLocks noGrp="1"/>
          </p:cNvSpPr>
          <p:nvPr>
            <p:ph type="sldNum" idx="47"/>
          </p:nvPr>
        </p:nvSpPr>
        <p:spPr>
          <a:xfrm>
            <a:off x="4278960" y="10157400"/>
            <a:ext cx="3280320" cy="533880"/>
          </a:xfrm>
          <a:prstGeom prst="rect">
            <a:avLst/>
          </a:prstGeom>
          <a:noFill/>
          <a:ln w="0">
            <a:noFill/>
          </a:ln>
        </p:spPr>
        <p:txBody>
          <a:bodyPr lIns="0" tIns="0" rIns="0" bIns="0" anchor="b">
            <a:noAutofit/>
          </a:bodyPr>
          <a:lstStyle>
            <a:lvl1pPr indent="0" algn="r">
              <a:lnSpc>
                <a:spcPct val="100000"/>
              </a:lnSpc>
              <a:buNone/>
              <a:tabLst>
                <a:tab pos="0" algn="l"/>
              </a:tabLst>
              <a:defRPr lang="en-US" sz="1400" b="0" strike="noStrike" spc="-1">
                <a:solidFill>
                  <a:srgbClr val="000000"/>
                </a:solidFill>
                <a:latin typeface="Times New Roman"/>
              </a:defRPr>
            </a:lvl1pPr>
          </a:lstStyle>
          <a:p>
            <a:pPr indent="0" algn="r">
              <a:lnSpc>
                <a:spcPct val="100000"/>
              </a:lnSpc>
              <a:buNone/>
              <a:tabLst>
                <a:tab pos="0" algn="l"/>
              </a:tabLst>
            </a:pPr>
            <a:fld id="{A0D22ECA-833D-4D69-8484-293448AC7E39}" type="slidenum">
              <a:rPr lang="en-US" sz="1400" b="0" strike="noStrike" spc="-1">
                <a:solidFill>
                  <a:srgbClr val="000000"/>
                </a:solidFill>
                <a:latin typeface="Times New Roman"/>
              </a:rPr>
              <a:t>9</a:t>
            </a:fld>
            <a:endParaRPr lang="de-AT" sz="14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PlaceHolder 1"/>
          <p:cNvSpPr>
            <a:spLocks noGrp="1" noRot="1" noChangeAspect="1"/>
          </p:cNvSpPr>
          <p:nvPr>
            <p:ph type="sldImg"/>
          </p:nvPr>
        </p:nvSpPr>
        <p:spPr>
          <a:xfrm>
            <a:off x="685800" y="1143000"/>
            <a:ext cx="5486400" cy="3086100"/>
          </a:xfrm>
          <a:prstGeom prst="rect">
            <a:avLst/>
          </a:prstGeom>
          <a:ln w="0">
            <a:noFill/>
          </a:ln>
        </p:spPr>
      </p:sp>
      <p:sp>
        <p:nvSpPr>
          <p:cNvPr id="2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de-AT" sz="2000" b="0" strike="noStrike" spc="-1" dirty="0" err="1">
                <a:solidFill>
                  <a:srgbClr val="000000"/>
                </a:solidFill>
                <a:latin typeface="Arial"/>
              </a:rPr>
              <a:t>Although</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meta-analysis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methodologically</a:t>
            </a:r>
            <a:r>
              <a:rPr lang="de-AT" sz="2000" b="0" strike="noStrike" spc="-1" dirty="0">
                <a:solidFill>
                  <a:srgbClr val="000000"/>
                </a:solidFill>
                <a:latin typeface="Arial"/>
              </a:rPr>
              <a:t> strong, </a:t>
            </a:r>
            <a:r>
              <a:rPr lang="de-AT" sz="2000" b="0" strike="noStrike" spc="-1" dirty="0" err="1">
                <a:solidFill>
                  <a:srgbClr val="000000"/>
                </a:solidFill>
                <a:latin typeface="Arial"/>
              </a:rPr>
              <a:t>there</a:t>
            </a:r>
            <a:r>
              <a:rPr lang="de-AT" sz="2000" b="0" strike="noStrike" spc="-1" dirty="0">
                <a:solidFill>
                  <a:srgbClr val="000000"/>
                </a:solidFill>
                <a:latin typeface="Arial"/>
              </a:rPr>
              <a:t> </a:t>
            </a:r>
            <a:r>
              <a:rPr lang="de-AT" sz="2000" b="0" strike="noStrike" spc="-1" dirty="0" err="1">
                <a:solidFill>
                  <a:srgbClr val="000000"/>
                </a:solidFill>
                <a:latin typeface="Arial"/>
              </a:rPr>
              <a:t>are</a:t>
            </a:r>
            <a:r>
              <a:rPr lang="de-AT" sz="2000" b="0" strike="noStrike" spc="-1" dirty="0">
                <a:solidFill>
                  <a:srgbClr val="000000"/>
                </a:solidFill>
                <a:latin typeface="Arial"/>
              </a:rPr>
              <a:t> still </a:t>
            </a:r>
            <a:r>
              <a:rPr lang="de-AT" sz="2000" b="0" strike="noStrike" spc="-1" dirty="0" err="1">
                <a:solidFill>
                  <a:srgbClr val="000000"/>
                </a:solidFill>
                <a:latin typeface="Arial"/>
              </a:rPr>
              <a:t>several</a:t>
            </a:r>
            <a:r>
              <a:rPr lang="de-AT" sz="2000" b="0" strike="noStrike" spc="-1" dirty="0">
                <a:solidFill>
                  <a:srgbClr val="000000"/>
                </a:solidFill>
                <a:latin typeface="Arial"/>
              </a:rPr>
              <a:t> </a:t>
            </a:r>
            <a:r>
              <a:rPr lang="de-AT" sz="2000" b="0" strike="noStrike" spc="-1" dirty="0" err="1">
                <a:solidFill>
                  <a:srgbClr val="000000"/>
                </a:solidFill>
                <a:latin typeface="Arial"/>
              </a:rPr>
              <a:t>limitations</a:t>
            </a:r>
            <a:r>
              <a:rPr lang="de-AT" sz="2000" b="0" strike="noStrike" spc="-1" dirty="0">
                <a:solidFill>
                  <a:srgbClr val="000000"/>
                </a:solidFill>
                <a:latin typeface="Arial"/>
              </a:rPr>
              <a:t> and possible </a:t>
            </a:r>
            <a:r>
              <a:rPr lang="de-AT" sz="2000" b="0" strike="noStrike" spc="-1" dirty="0" err="1">
                <a:solidFill>
                  <a:srgbClr val="000000"/>
                </a:solidFill>
                <a:latin typeface="Arial"/>
              </a:rPr>
              <a:t>sources</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bias</a:t>
            </a:r>
            <a:r>
              <a:rPr lang="de-AT" sz="2000" b="0" strike="noStrike" spc="-1" dirty="0">
                <a:solidFill>
                  <a:srgbClr val="000000"/>
                </a:solidFill>
                <a:latin typeface="Arial"/>
              </a:rPr>
              <a:t> </a:t>
            </a:r>
            <a:r>
              <a:rPr lang="de-AT" sz="2000" b="0" strike="noStrike" spc="-1" dirty="0" err="1">
                <a:solidFill>
                  <a:srgbClr val="000000"/>
                </a:solidFill>
                <a:latin typeface="Arial"/>
              </a:rPr>
              <a:t>that</a:t>
            </a:r>
            <a:r>
              <a:rPr lang="de-AT" sz="2000" b="0" strike="noStrike" spc="-1" dirty="0">
                <a:solidFill>
                  <a:srgbClr val="000000"/>
                </a:solidFill>
                <a:latin typeface="Arial"/>
              </a:rPr>
              <a:t> </a:t>
            </a:r>
            <a:r>
              <a:rPr lang="de-AT" sz="2000" b="0" strike="noStrike" spc="-1" dirty="0" err="1">
                <a:solidFill>
                  <a:srgbClr val="000000"/>
                </a:solidFill>
                <a:latin typeface="Arial"/>
              </a:rPr>
              <a:t>are</a:t>
            </a:r>
            <a:r>
              <a:rPr lang="de-AT" sz="2000" b="0" strike="noStrike" spc="-1" dirty="0">
                <a:solidFill>
                  <a:srgbClr val="000000"/>
                </a:solidFill>
                <a:latin typeface="Arial"/>
              </a:rPr>
              <a:t> </a:t>
            </a:r>
            <a:r>
              <a:rPr lang="de-AT" sz="2000" b="0" strike="noStrike" spc="-1" dirty="0" err="1">
                <a:solidFill>
                  <a:srgbClr val="000000"/>
                </a:solidFill>
                <a:latin typeface="Arial"/>
              </a:rPr>
              <a:t>important</a:t>
            </a:r>
            <a:r>
              <a:rPr lang="de-AT" sz="2000" b="0" strike="noStrike" spc="-1" dirty="0">
                <a:solidFill>
                  <a:srgbClr val="000000"/>
                </a:solidFill>
                <a:latin typeface="Arial"/>
              </a:rPr>
              <a:t> </a:t>
            </a:r>
            <a:r>
              <a:rPr lang="de-AT" sz="2000" b="0" strike="noStrike" spc="-1" dirty="0" err="1">
                <a:solidFill>
                  <a:srgbClr val="000000"/>
                </a:solidFill>
                <a:latin typeface="Arial"/>
              </a:rPr>
              <a:t>for</a:t>
            </a:r>
            <a:r>
              <a:rPr lang="de-AT" sz="2000" b="0" strike="noStrike" spc="-1" dirty="0">
                <a:solidFill>
                  <a:srgbClr val="000000"/>
                </a:solidFill>
                <a:latin typeface="Arial"/>
              </a:rPr>
              <a:t> </a:t>
            </a:r>
            <a:r>
              <a:rPr lang="de-AT" sz="2000" b="0" strike="noStrike" spc="-1" dirty="0" err="1">
                <a:solidFill>
                  <a:srgbClr val="000000"/>
                </a:solidFill>
                <a:latin typeface="Arial"/>
              </a:rPr>
              <a:t>interpreting</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results</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The </a:t>
            </a:r>
            <a:r>
              <a:rPr lang="de-AT" sz="2000" b="0" strike="noStrike" spc="-1" dirty="0" err="1">
                <a:solidFill>
                  <a:srgbClr val="000000"/>
                </a:solidFill>
                <a:latin typeface="Arial"/>
              </a:rPr>
              <a:t>first</a:t>
            </a:r>
            <a:r>
              <a:rPr lang="de-AT" sz="2000" b="0" strike="noStrike" spc="-1" dirty="0">
                <a:solidFill>
                  <a:srgbClr val="000000"/>
                </a:solidFill>
                <a:latin typeface="Arial"/>
              </a:rPr>
              <a:t> </a:t>
            </a:r>
            <a:r>
              <a:rPr lang="de-AT" sz="2000" b="0" strike="noStrike" spc="-1" dirty="0" err="1">
                <a:solidFill>
                  <a:srgbClr val="000000"/>
                </a:solidFill>
                <a:latin typeface="Arial"/>
              </a:rPr>
              <a:t>limitation</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rapid </a:t>
            </a:r>
            <a:r>
              <a:rPr lang="de-AT" sz="2000" b="0" strike="noStrike" spc="-1" dirty="0" err="1">
                <a:solidFill>
                  <a:srgbClr val="000000"/>
                </a:solidFill>
                <a:latin typeface="Arial"/>
              </a:rPr>
              <a:t>development</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ChatGPT </a:t>
            </a:r>
            <a:r>
              <a:rPr lang="de-AT" sz="2000" b="0" strike="noStrike" spc="-1" dirty="0" err="1">
                <a:solidFill>
                  <a:srgbClr val="000000"/>
                </a:solidFill>
                <a:latin typeface="Arial"/>
              </a:rPr>
              <a:t>itself</a:t>
            </a:r>
            <a:r>
              <a:rPr lang="de-AT" sz="2000" b="0" strike="noStrike" spc="-1" dirty="0">
                <a:solidFill>
                  <a:srgbClr val="000000"/>
                </a:solidFill>
                <a:latin typeface="Arial"/>
              </a:rPr>
              <a:t>. Many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included</a:t>
            </a:r>
            <a:r>
              <a:rPr lang="de-AT" sz="2000" b="0" strike="noStrike" spc="-1" dirty="0">
                <a:solidFill>
                  <a:srgbClr val="000000"/>
                </a:solidFill>
                <a:latin typeface="Arial"/>
              </a:rPr>
              <a: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were</a:t>
            </a:r>
            <a:r>
              <a:rPr lang="de-AT" sz="2000" b="0" strike="noStrike" spc="-1" dirty="0">
                <a:solidFill>
                  <a:srgbClr val="000000"/>
                </a:solidFill>
                <a:latin typeface="Arial"/>
              </a:rPr>
              <a:t> </a:t>
            </a:r>
            <a:r>
              <a:rPr lang="de-AT" sz="2000" b="0" strike="noStrike" spc="-1" dirty="0" err="1">
                <a:solidFill>
                  <a:srgbClr val="000000"/>
                </a:solidFill>
                <a:latin typeface="Arial"/>
              </a:rPr>
              <a:t>conducted</a:t>
            </a:r>
            <a:r>
              <a:rPr lang="de-AT" sz="2000" b="0" strike="noStrike" spc="-1" dirty="0">
                <a:solidFill>
                  <a:srgbClr val="000000"/>
                </a:solidFill>
                <a:latin typeface="Arial"/>
              </a:rPr>
              <a:t> </a:t>
            </a:r>
            <a:r>
              <a:rPr lang="de-AT" sz="2000" b="0" strike="noStrike" spc="-1" dirty="0" err="1">
                <a:solidFill>
                  <a:srgbClr val="000000"/>
                </a:solidFill>
                <a:latin typeface="Arial"/>
              </a:rPr>
              <a:t>with</a:t>
            </a:r>
            <a:r>
              <a:rPr lang="de-AT" sz="2000" b="0" strike="noStrike" spc="-1" dirty="0">
                <a:solidFill>
                  <a:srgbClr val="000000"/>
                </a:solidFill>
                <a:latin typeface="Arial"/>
              </a:rPr>
              <a:t> </a:t>
            </a:r>
            <a:r>
              <a:rPr lang="de-AT" sz="2000" b="0" strike="noStrike" spc="-1" dirty="0" err="1">
                <a:solidFill>
                  <a:srgbClr val="000000"/>
                </a:solidFill>
                <a:latin typeface="Arial"/>
              </a:rPr>
              <a:t>earlier</a:t>
            </a:r>
            <a:r>
              <a:rPr lang="de-AT" sz="2000" b="0" strike="noStrike" spc="-1" dirty="0">
                <a:solidFill>
                  <a:srgbClr val="000000"/>
                </a:solidFill>
                <a:latin typeface="Arial"/>
              </a:rPr>
              <a:t> </a:t>
            </a:r>
            <a:r>
              <a:rPr lang="de-AT" sz="2000" b="0" strike="noStrike" spc="-1" dirty="0" err="1">
                <a:solidFill>
                  <a:srgbClr val="000000"/>
                </a:solidFill>
                <a:latin typeface="Arial"/>
              </a:rPr>
              <a:t>versions</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ChatGPT, </a:t>
            </a:r>
            <a:r>
              <a:rPr lang="de-AT" sz="2000" b="0" strike="noStrike" spc="-1" dirty="0" err="1">
                <a:solidFill>
                  <a:srgbClr val="000000"/>
                </a:solidFill>
                <a:latin typeface="Arial"/>
              </a:rPr>
              <a:t>especially</a:t>
            </a:r>
            <a:r>
              <a:rPr lang="de-AT" sz="2000" b="0" strike="noStrike" spc="-1" dirty="0">
                <a:solidFill>
                  <a:srgbClr val="000000"/>
                </a:solidFill>
                <a:latin typeface="Arial"/>
              </a:rPr>
              <a:t> GPT-3.5. Since AI </a:t>
            </a:r>
            <a:r>
              <a:rPr lang="de-AT" sz="2000" b="0" strike="noStrike" spc="-1" dirty="0" err="1">
                <a:solidFill>
                  <a:srgbClr val="000000"/>
                </a:solidFill>
                <a:latin typeface="Arial"/>
              </a:rPr>
              <a:t>models</a:t>
            </a:r>
            <a:r>
              <a:rPr lang="de-AT" sz="2000" b="0" strike="noStrike" spc="-1" dirty="0">
                <a:solidFill>
                  <a:srgbClr val="000000"/>
                </a:solidFill>
                <a:latin typeface="Arial"/>
              </a:rPr>
              <a:t> </a:t>
            </a:r>
            <a:r>
              <a:rPr lang="de-AT" sz="2000" b="0" strike="noStrike" spc="-1" dirty="0" err="1">
                <a:solidFill>
                  <a:srgbClr val="000000"/>
                </a:solidFill>
                <a:latin typeface="Arial"/>
              </a:rPr>
              <a:t>develop</a:t>
            </a:r>
            <a:r>
              <a:rPr lang="de-AT" sz="2000" b="0" strike="noStrike" spc="-1" dirty="0">
                <a:solidFill>
                  <a:srgbClr val="000000"/>
                </a:solidFill>
                <a:latin typeface="Arial"/>
              </a:rPr>
              <a:t> </a:t>
            </a:r>
            <a:r>
              <a:rPr lang="de-AT" sz="2000" b="0" strike="noStrike" spc="-1" dirty="0" err="1">
                <a:solidFill>
                  <a:srgbClr val="000000"/>
                </a:solidFill>
                <a:latin typeface="Arial"/>
              </a:rPr>
              <a:t>very</a:t>
            </a:r>
            <a:r>
              <a:rPr lang="de-AT" sz="2000" b="0" strike="noStrike" spc="-1" dirty="0">
                <a:solidFill>
                  <a:srgbClr val="000000"/>
                </a:solidFill>
                <a:latin typeface="Arial"/>
              </a:rPr>
              <a:t> </a:t>
            </a:r>
            <a:r>
              <a:rPr lang="de-AT" sz="2000" b="0" strike="noStrike" spc="-1" dirty="0" err="1">
                <a:solidFill>
                  <a:srgbClr val="000000"/>
                </a:solidFill>
                <a:latin typeface="Arial"/>
              </a:rPr>
              <a:t>quickly</a:t>
            </a:r>
            <a:r>
              <a:rPr lang="de-AT" sz="2000" b="0" strike="noStrike" spc="-1" dirty="0">
                <a:solidFill>
                  <a:srgbClr val="000000"/>
                </a:solidFill>
                <a:latin typeface="Arial"/>
              </a:rPr>
              <a:t>, </a:t>
            </a:r>
            <a:r>
              <a:rPr lang="de-AT" sz="2000" b="0" strike="noStrike" spc="-1" dirty="0" err="1">
                <a:solidFill>
                  <a:srgbClr val="000000"/>
                </a:solidFill>
                <a:latin typeface="Arial"/>
              </a:rPr>
              <a:t>results</a:t>
            </a:r>
            <a:r>
              <a:rPr lang="de-AT" sz="2000" b="0" strike="noStrike" spc="-1" dirty="0">
                <a:solidFill>
                  <a:srgbClr val="000000"/>
                </a:solidFill>
                <a:latin typeface="Arial"/>
              </a:rPr>
              <a:t> </a:t>
            </a:r>
            <a:r>
              <a:rPr lang="de-AT" sz="2000" b="0" strike="noStrike" spc="-1" dirty="0" err="1">
                <a:solidFill>
                  <a:srgbClr val="000000"/>
                </a:solidFill>
                <a:latin typeface="Arial"/>
              </a:rPr>
              <a:t>from</a:t>
            </a:r>
            <a:r>
              <a:rPr lang="de-AT" sz="2000" b="0" strike="noStrike" spc="-1" dirty="0">
                <a:solidFill>
                  <a:srgbClr val="000000"/>
                </a:solidFill>
                <a:latin typeface="Arial"/>
              </a:rPr>
              <a:t> </a:t>
            </a:r>
            <a:r>
              <a:rPr lang="de-AT" sz="2000" b="0" strike="noStrike" spc="-1" dirty="0" err="1">
                <a:solidFill>
                  <a:srgbClr val="000000"/>
                </a:solidFill>
                <a:latin typeface="Arial"/>
              </a:rPr>
              <a:t>earlier</a:t>
            </a:r>
            <a:r>
              <a:rPr lang="de-AT" sz="2000" b="0" strike="noStrike" spc="-1" dirty="0">
                <a:solidFill>
                  <a:srgbClr val="000000"/>
                </a:solidFill>
                <a:latin typeface="Arial"/>
              </a:rPr>
              <a:t> </a:t>
            </a:r>
            <a:r>
              <a:rPr lang="de-AT" sz="2000" b="0" strike="noStrike" spc="-1" dirty="0" err="1">
                <a:solidFill>
                  <a:srgbClr val="000000"/>
                </a:solidFill>
                <a:latin typeface="Arial"/>
              </a:rPr>
              <a:t>versions</a:t>
            </a:r>
            <a:r>
              <a:rPr lang="de-AT" sz="2000" b="0" strike="noStrike" spc="-1" dirty="0">
                <a:solidFill>
                  <a:srgbClr val="000000"/>
                </a:solidFill>
                <a:latin typeface="Arial"/>
              </a:rPr>
              <a:t> </a:t>
            </a:r>
            <a:r>
              <a:rPr lang="de-AT" sz="2000" b="0" strike="noStrike" spc="-1" dirty="0" err="1">
                <a:solidFill>
                  <a:srgbClr val="000000"/>
                </a:solidFill>
                <a:latin typeface="Arial"/>
              </a:rPr>
              <a:t>may</a:t>
            </a:r>
            <a:r>
              <a:rPr lang="de-AT" sz="2000" b="0" strike="noStrike" spc="-1" dirty="0">
                <a:solidFill>
                  <a:srgbClr val="000000"/>
                </a:solidFill>
                <a:latin typeface="Arial"/>
              </a:rPr>
              <a:t> not fully </a:t>
            </a:r>
            <a:r>
              <a:rPr lang="de-AT" sz="2000" b="0" strike="noStrike" spc="-1" dirty="0" err="1">
                <a:solidFill>
                  <a:srgbClr val="000000"/>
                </a:solidFill>
                <a:latin typeface="Arial"/>
              </a:rPr>
              <a:t>represent</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tools</a:t>
            </a:r>
            <a:r>
              <a:rPr lang="de-AT" sz="2000" b="0" strike="noStrike" spc="-1" dirty="0">
                <a:solidFill>
                  <a:srgbClr val="000000"/>
                </a:solidFill>
                <a:latin typeface="Arial"/>
              </a:rPr>
              <a:t> </a:t>
            </a:r>
            <a:r>
              <a:rPr lang="de-AT" sz="2000" b="0" strike="noStrike" spc="-1" dirty="0" err="1">
                <a:solidFill>
                  <a:srgbClr val="000000"/>
                </a:solidFill>
                <a:latin typeface="Arial"/>
              </a:rPr>
              <a:t>that</a:t>
            </a:r>
            <a:r>
              <a:rPr lang="de-AT" sz="2000" b="0" strike="noStrike" spc="-1" dirty="0">
                <a:solidFill>
                  <a:srgbClr val="000000"/>
                </a:solidFill>
                <a:latin typeface="Arial"/>
              </a:rPr>
              <a:t> </a:t>
            </a:r>
            <a:r>
              <a:rPr lang="de-AT" sz="2000" b="0" strike="noStrike" spc="-1" dirty="0" err="1">
                <a:solidFill>
                  <a:srgbClr val="000000"/>
                </a:solidFill>
                <a:latin typeface="Arial"/>
              </a:rPr>
              <a:t>students</a:t>
            </a:r>
            <a:r>
              <a:rPr lang="de-AT" sz="2000" b="0" strike="noStrike" spc="-1" dirty="0">
                <a:solidFill>
                  <a:srgbClr val="000000"/>
                </a:solidFill>
                <a:latin typeface="Arial"/>
              </a:rPr>
              <a:t> </a:t>
            </a:r>
            <a:r>
              <a:rPr lang="de-AT" sz="2000" b="0" strike="noStrike" spc="-1" dirty="0" err="1">
                <a:solidFill>
                  <a:srgbClr val="000000"/>
                </a:solidFill>
                <a:latin typeface="Arial"/>
              </a:rPr>
              <a:t>use</a:t>
            </a:r>
            <a:r>
              <a:rPr lang="de-AT" sz="2000" b="0" strike="noStrike" spc="-1" dirty="0">
                <a:solidFill>
                  <a:srgbClr val="000000"/>
                </a:solidFill>
                <a:latin typeface="Arial"/>
              </a:rPr>
              <a:t> </a:t>
            </a:r>
            <a:r>
              <a:rPr lang="de-AT" sz="2000" b="0" strike="noStrike" spc="-1" dirty="0" err="1">
                <a:solidFill>
                  <a:srgbClr val="000000"/>
                </a:solidFill>
                <a:latin typeface="Arial"/>
              </a:rPr>
              <a:t>today</a:t>
            </a:r>
            <a:r>
              <a:rPr lang="de-AT" sz="2000" b="0" strike="noStrike" spc="-1" dirty="0">
                <a:solidFill>
                  <a:srgbClr val="000000"/>
                </a:solidFill>
                <a:latin typeface="Arial"/>
              </a:rPr>
              <a:t>. This </a:t>
            </a:r>
            <a:r>
              <a:rPr lang="de-AT" sz="2000" b="0" strike="noStrike" spc="-1" dirty="0" err="1">
                <a:solidFill>
                  <a:srgbClr val="000000"/>
                </a:solidFill>
                <a:latin typeface="Arial"/>
              </a:rPr>
              <a:t>makes</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evidence</a:t>
            </a:r>
            <a:r>
              <a:rPr lang="de-AT" sz="2000" b="0" strike="noStrike" spc="-1" dirty="0">
                <a:solidFill>
                  <a:srgbClr val="000000"/>
                </a:solidFill>
                <a:latin typeface="Arial"/>
              </a:rPr>
              <a:t> </a:t>
            </a:r>
            <a:r>
              <a:rPr lang="de-AT" sz="2000" b="0" strike="noStrike" spc="-1" dirty="0" err="1">
                <a:solidFill>
                  <a:srgbClr val="000000"/>
                </a:solidFill>
                <a:latin typeface="Arial"/>
              </a:rPr>
              <a:t>somewhat</a:t>
            </a:r>
            <a:r>
              <a:rPr lang="de-AT" sz="2000" b="0" strike="noStrike" spc="-1" dirty="0">
                <a:solidFill>
                  <a:srgbClr val="000000"/>
                </a:solidFill>
                <a:latin typeface="Arial"/>
              </a:rPr>
              <a:t> time-sensitive.</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A </a:t>
            </a:r>
            <a:r>
              <a:rPr lang="de-AT" sz="2000" b="0" strike="noStrike" spc="-1" dirty="0" err="1">
                <a:solidFill>
                  <a:srgbClr val="000000"/>
                </a:solidFill>
                <a:latin typeface="Arial"/>
              </a:rPr>
              <a:t>second</a:t>
            </a:r>
            <a:r>
              <a:rPr lang="de-AT" sz="2000" b="0" strike="noStrike" spc="-1" dirty="0">
                <a:solidFill>
                  <a:srgbClr val="000000"/>
                </a:solidFill>
                <a:latin typeface="Arial"/>
              </a:rPr>
              <a:t> </a:t>
            </a:r>
            <a:r>
              <a:rPr lang="de-AT" sz="2000" b="0" strike="noStrike" spc="-1" dirty="0" err="1">
                <a:solidFill>
                  <a:srgbClr val="000000"/>
                </a:solidFill>
                <a:latin typeface="Arial"/>
              </a:rPr>
              <a:t>limitation</a:t>
            </a:r>
            <a:r>
              <a:rPr lang="de-AT" sz="2000" b="0" strike="noStrike" spc="-1" dirty="0">
                <a:solidFill>
                  <a:srgbClr val="000000"/>
                </a:solidFill>
                <a:latin typeface="Arial"/>
              </a:rPr>
              <a:t> </a:t>
            </a:r>
            <a:r>
              <a:rPr lang="de-AT" sz="2000" b="0" strike="noStrike" spc="-1" dirty="0" err="1">
                <a:solidFill>
                  <a:srgbClr val="000000"/>
                </a:solidFill>
                <a:latin typeface="Arial"/>
              </a:rPr>
              <a:t>concerns</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duration</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many</a:t>
            </a:r>
            <a:r>
              <a:rPr lang="de-AT" sz="2000" b="0" strike="noStrike" spc="-1" dirty="0">
                <a:solidFill>
                  <a:srgbClr val="000000"/>
                </a:solidFill>
                <a:latin typeface="Arial"/>
              </a:rPr>
              <a:t> </a:t>
            </a:r>
            <a:r>
              <a:rPr lang="de-AT" sz="2000" b="0" strike="noStrike" spc="-1" dirty="0" err="1">
                <a:solidFill>
                  <a:srgbClr val="000000"/>
                </a:solidFill>
                <a:latin typeface="Arial"/>
              </a:rPr>
              <a:t>interventions</a:t>
            </a:r>
            <a:r>
              <a:rPr lang="de-AT" sz="2000" b="0" strike="noStrike" spc="-1" dirty="0">
                <a:solidFill>
                  <a:srgbClr val="000000"/>
                </a:solidFill>
                <a:latin typeface="Arial"/>
              </a:rPr>
              <a:t>. </a:t>
            </a:r>
            <a:r>
              <a:rPr lang="de-AT" sz="2000" b="0" strike="noStrike" spc="-1" dirty="0" err="1">
                <a:solidFill>
                  <a:srgbClr val="000000"/>
                </a:solidFill>
                <a:latin typeface="Arial"/>
              </a:rPr>
              <a:t>Several</a:t>
            </a:r>
            <a:r>
              <a:rPr lang="de-AT" sz="2000" b="0" strike="noStrike" spc="-1" dirty="0">
                <a:solidFill>
                  <a:srgbClr val="000000"/>
                </a:solidFill>
                <a:latin typeface="Arial"/>
              </a:rPr>
              <a: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measured</a:t>
            </a:r>
            <a:r>
              <a:rPr lang="de-AT" sz="2000" b="0" strike="noStrike" spc="-1" dirty="0">
                <a:solidFill>
                  <a:srgbClr val="000000"/>
                </a:solidFill>
                <a:latin typeface="Arial"/>
              </a:rPr>
              <a:t> </a:t>
            </a:r>
            <a:r>
              <a:rPr lang="de-AT" sz="2000" b="0" strike="noStrike" spc="-1" dirty="0" err="1">
                <a:solidFill>
                  <a:srgbClr val="000000"/>
                </a:solidFill>
                <a:latin typeface="Arial"/>
              </a:rPr>
              <a:t>short</a:t>
            </a:r>
            <a:r>
              <a:rPr lang="de-AT" sz="2000" b="0" strike="noStrike" spc="-1" dirty="0">
                <a:solidFill>
                  <a:srgbClr val="000000"/>
                </a:solidFill>
                <a:latin typeface="Arial"/>
              </a:rPr>
              <a:t>-term </a:t>
            </a:r>
            <a:r>
              <a:rPr lang="de-AT" sz="2000" b="0" strike="noStrike" spc="-1" dirty="0" err="1">
                <a:solidFill>
                  <a:srgbClr val="000000"/>
                </a:solidFill>
                <a:latin typeface="Arial"/>
              </a:rPr>
              <a:t>effects</a:t>
            </a:r>
            <a:r>
              <a:rPr lang="de-AT" sz="2000" b="0" strike="noStrike" spc="-1" dirty="0">
                <a:solidFill>
                  <a:srgbClr val="000000"/>
                </a:solidFill>
                <a:latin typeface="Arial"/>
              </a:rPr>
              <a:t>, </a:t>
            </a:r>
            <a:r>
              <a:rPr lang="de-AT" sz="2000" b="0" strike="noStrike" spc="-1" dirty="0" err="1">
                <a:solidFill>
                  <a:srgbClr val="000000"/>
                </a:solidFill>
                <a:latin typeface="Arial"/>
              </a:rPr>
              <a:t>for</a:t>
            </a:r>
            <a:r>
              <a:rPr lang="de-AT" sz="2000" b="0" strike="noStrike" spc="-1" dirty="0">
                <a:solidFill>
                  <a:srgbClr val="000000"/>
                </a:solidFill>
                <a:latin typeface="Arial"/>
              </a:rPr>
              <a:t> </a:t>
            </a:r>
            <a:r>
              <a:rPr lang="de-AT" sz="2000" b="0" strike="noStrike" spc="-1" dirty="0" err="1">
                <a:solidFill>
                  <a:srgbClr val="000000"/>
                </a:solidFill>
                <a:latin typeface="Arial"/>
              </a:rPr>
              <a:t>example</a:t>
            </a:r>
            <a:r>
              <a:rPr lang="de-AT" sz="2000" b="0" strike="noStrike" spc="-1" dirty="0">
                <a:solidFill>
                  <a:srgbClr val="000000"/>
                </a:solidFill>
                <a:latin typeface="Arial"/>
              </a:rPr>
              <a:t> </a:t>
            </a:r>
            <a:r>
              <a:rPr lang="de-AT" sz="2000" b="0" strike="noStrike" spc="-1" dirty="0" err="1">
                <a:solidFill>
                  <a:srgbClr val="000000"/>
                </a:solidFill>
                <a:latin typeface="Arial"/>
              </a:rPr>
              <a:t>directly</a:t>
            </a:r>
            <a:r>
              <a:rPr lang="de-AT" sz="2000" b="0" strike="noStrike" spc="-1" dirty="0">
                <a:solidFill>
                  <a:srgbClr val="000000"/>
                </a:solidFill>
                <a:latin typeface="Arial"/>
              </a:rPr>
              <a:t> after a </a:t>
            </a:r>
            <a:r>
              <a:rPr lang="de-AT" sz="2000" b="0" strike="noStrike" spc="-1" dirty="0" err="1">
                <a:solidFill>
                  <a:srgbClr val="000000"/>
                </a:solidFill>
                <a:latin typeface="Arial"/>
              </a:rPr>
              <a:t>learning</a:t>
            </a:r>
            <a:r>
              <a:rPr lang="de-AT" sz="2000" b="0" strike="noStrike" spc="-1" dirty="0">
                <a:solidFill>
                  <a:srgbClr val="000000"/>
                </a:solidFill>
                <a:latin typeface="Arial"/>
              </a:rPr>
              <a:t> </a:t>
            </a:r>
            <a:r>
              <a:rPr lang="de-AT" sz="2000" b="0" strike="noStrike" spc="-1" dirty="0" err="1">
                <a:solidFill>
                  <a:srgbClr val="000000"/>
                </a:solidFill>
                <a:latin typeface="Arial"/>
              </a:rPr>
              <a:t>activity</a:t>
            </a:r>
            <a:r>
              <a:rPr lang="de-AT" sz="2000" b="0" strike="noStrike" spc="-1" dirty="0">
                <a:solidFill>
                  <a:srgbClr val="000000"/>
                </a:solidFill>
                <a:latin typeface="Arial"/>
              </a:rPr>
              <a:t>. This </a:t>
            </a:r>
            <a:r>
              <a:rPr lang="de-AT" sz="2000" b="0" strike="noStrike" spc="-1" dirty="0" err="1">
                <a:solidFill>
                  <a:srgbClr val="000000"/>
                </a:solidFill>
                <a:latin typeface="Arial"/>
              </a:rPr>
              <a:t>tells</a:t>
            </a:r>
            <a:r>
              <a:rPr lang="de-AT" sz="2000" b="0" strike="noStrike" spc="-1" dirty="0">
                <a:solidFill>
                  <a:srgbClr val="000000"/>
                </a:solidFill>
                <a:latin typeface="Arial"/>
              </a:rPr>
              <a:t> </a:t>
            </a:r>
            <a:r>
              <a:rPr lang="de-AT" sz="2000" b="0" strike="noStrike" spc="-1" dirty="0" err="1">
                <a:solidFill>
                  <a:srgbClr val="000000"/>
                </a:solidFill>
                <a:latin typeface="Arial"/>
              </a:rPr>
              <a:t>us</a:t>
            </a:r>
            <a:r>
              <a:rPr lang="de-AT" sz="2000" b="0" strike="noStrike" spc="-1" dirty="0">
                <a:solidFill>
                  <a:srgbClr val="000000"/>
                </a:solidFill>
                <a:latin typeface="Arial"/>
              </a:rPr>
              <a:t> </a:t>
            </a:r>
            <a:r>
              <a:rPr lang="de-AT" sz="2000" b="0" strike="noStrike" spc="-1" dirty="0" err="1">
                <a:solidFill>
                  <a:srgbClr val="000000"/>
                </a:solidFill>
                <a:latin typeface="Arial"/>
              </a:rPr>
              <a:t>something</a:t>
            </a:r>
            <a:r>
              <a:rPr lang="de-AT" sz="2000" b="0" strike="noStrike" spc="-1" dirty="0">
                <a:solidFill>
                  <a:srgbClr val="000000"/>
                </a:solidFill>
                <a:latin typeface="Arial"/>
              </a:rPr>
              <a:t> </a:t>
            </a:r>
            <a:r>
              <a:rPr lang="de-AT" sz="2000" b="0" strike="noStrike" spc="-1" dirty="0" err="1">
                <a:solidFill>
                  <a:srgbClr val="000000"/>
                </a:solidFill>
                <a:latin typeface="Arial"/>
              </a:rPr>
              <a:t>about</a:t>
            </a:r>
            <a:r>
              <a:rPr lang="de-AT" sz="2000" b="0" strike="noStrike" spc="-1" dirty="0">
                <a:solidFill>
                  <a:srgbClr val="000000"/>
                </a:solidFill>
                <a:latin typeface="Arial"/>
              </a:rPr>
              <a:t> immediate </a:t>
            </a:r>
            <a:r>
              <a:rPr lang="de-AT" sz="2000" b="0" strike="noStrike" spc="-1" dirty="0" err="1">
                <a:solidFill>
                  <a:srgbClr val="000000"/>
                </a:solidFill>
                <a:latin typeface="Arial"/>
              </a:rPr>
              <a:t>performance</a:t>
            </a:r>
            <a:r>
              <a:rPr lang="de-AT" sz="2000" b="0" strike="noStrike" spc="-1" dirty="0">
                <a:solidFill>
                  <a:srgbClr val="000000"/>
                </a:solidFill>
                <a:latin typeface="Arial"/>
              </a:rPr>
              <a:t>, but </a:t>
            </a:r>
            <a:r>
              <a:rPr lang="de-AT" sz="2000" b="0" strike="noStrike" spc="-1" dirty="0" err="1">
                <a:solidFill>
                  <a:srgbClr val="000000"/>
                </a:solidFill>
                <a:latin typeface="Arial"/>
              </a:rPr>
              <a:t>less</a:t>
            </a:r>
            <a:r>
              <a:rPr lang="de-AT" sz="2000" b="0" strike="noStrike" spc="-1" dirty="0">
                <a:solidFill>
                  <a:srgbClr val="000000"/>
                </a:solidFill>
                <a:latin typeface="Arial"/>
              </a:rPr>
              <a:t> </a:t>
            </a:r>
            <a:r>
              <a:rPr lang="de-AT" sz="2000" b="0" strike="noStrike" spc="-1" dirty="0" err="1">
                <a:solidFill>
                  <a:srgbClr val="000000"/>
                </a:solidFill>
                <a:latin typeface="Arial"/>
              </a:rPr>
              <a:t>about</a:t>
            </a:r>
            <a:r>
              <a:rPr lang="de-AT" sz="2000" b="0" strike="noStrike" spc="-1" dirty="0">
                <a:solidFill>
                  <a:srgbClr val="000000"/>
                </a:solidFill>
                <a:latin typeface="Arial"/>
              </a:rPr>
              <a:t> </a:t>
            </a:r>
            <a:r>
              <a:rPr lang="de-AT" sz="2000" b="0" strike="noStrike" spc="-1" dirty="0" err="1">
                <a:solidFill>
                  <a:srgbClr val="000000"/>
                </a:solidFill>
                <a:latin typeface="Arial"/>
              </a:rPr>
              <a:t>long</a:t>
            </a:r>
            <a:r>
              <a:rPr lang="de-AT" sz="2000" b="0" strike="noStrike" spc="-1" dirty="0">
                <a:solidFill>
                  <a:srgbClr val="000000"/>
                </a:solidFill>
                <a:latin typeface="Arial"/>
              </a:rPr>
              <a:t>-term </a:t>
            </a:r>
            <a:r>
              <a:rPr lang="de-AT" sz="2000" b="0" strike="noStrike" spc="-1" dirty="0" err="1">
                <a:solidFill>
                  <a:srgbClr val="000000"/>
                </a:solidFill>
                <a:latin typeface="Arial"/>
              </a:rPr>
              <a:t>learning</a:t>
            </a:r>
            <a:r>
              <a:rPr lang="de-AT" sz="2000" b="0" strike="noStrike" spc="-1" dirty="0">
                <a:solidFill>
                  <a:srgbClr val="000000"/>
                </a:solidFill>
                <a:latin typeface="Arial"/>
              </a:rPr>
              <a:t>. </a:t>
            </a:r>
            <a:r>
              <a:rPr lang="de-AT" sz="2000" b="0" strike="noStrike" spc="-1" dirty="0" err="1">
                <a:solidFill>
                  <a:srgbClr val="000000"/>
                </a:solidFill>
                <a:latin typeface="Arial"/>
              </a:rPr>
              <a:t>For</a:t>
            </a:r>
            <a:r>
              <a:rPr lang="de-AT" sz="2000" b="0" strike="noStrike" spc="-1" dirty="0">
                <a:solidFill>
                  <a:srgbClr val="000000"/>
                </a:solidFill>
                <a:latin typeface="Arial"/>
              </a:rPr>
              <a:t> </a:t>
            </a:r>
            <a:r>
              <a:rPr lang="de-AT" sz="2000" b="0" strike="noStrike" spc="-1" dirty="0" err="1">
                <a:solidFill>
                  <a:srgbClr val="000000"/>
                </a:solidFill>
                <a:latin typeface="Arial"/>
              </a:rPr>
              <a:t>education</a:t>
            </a:r>
            <a:r>
              <a:rPr lang="de-AT" sz="2000" b="0" strike="noStrike" spc="-1" dirty="0">
                <a:solidFill>
                  <a:srgbClr val="000000"/>
                </a:solidFill>
                <a:latin typeface="Arial"/>
              </a:rPr>
              <a:t>, </a:t>
            </a:r>
            <a:r>
              <a:rPr lang="de-AT" sz="2000" b="0" strike="noStrike" spc="-1" dirty="0" err="1">
                <a:solidFill>
                  <a:srgbClr val="000000"/>
                </a:solidFill>
                <a:latin typeface="Arial"/>
              </a:rPr>
              <a:t>long</a:t>
            </a:r>
            <a:r>
              <a:rPr lang="de-AT" sz="2000" b="0" strike="noStrike" spc="-1" dirty="0">
                <a:solidFill>
                  <a:srgbClr val="000000"/>
                </a:solidFill>
                <a:latin typeface="Arial"/>
              </a:rPr>
              <a:t>-term </a:t>
            </a:r>
            <a:r>
              <a:rPr lang="de-AT" sz="2000" b="0" strike="noStrike" spc="-1" dirty="0" err="1">
                <a:solidFill>
                  <a:srgbClr val="000000"/>
                </a:solidFill>
                <a:latin typeface="Arial"/>
              </a:rPr>
              <a:t>outcomes</a:t>
            </a:r>
            <a:r>
              <a:rPr lang="de-AT" sz="2000" b="0" strike="noStrike" spc="-1" dirty="0">
                <a:solidFill>
                  <a:srgbClr val="000000"/>
                </a:solidFill>
                <a:latin typeface="Arial"/>
              </a:rPr>
              <a:t> </a:t>
            </a:r>
            <a:r>
              <a:rPr lang="de-AT" sz="2000" b="0" strike="noStrike" spc="-1" dirty="0" err="1">
                <a:solidFill>
                  <a:srgbClr val="000000"/>
                </a:solidFill>
                <a:latin typeface="Arial"/>
              </a:rPr>
              <a:t>are</a:t>
            </a:r>
            <a:r>
              <a:rPr lang="de-AT" sz="2000" b="0" strike="noStrike" spc="-1" dirty="0">
                <a:solidFill>
                  <a:srgbClr val="000000"/>
                </a:solidFill>
                <a:latin typeface="Arial"/>
              </a:rPr>
              <a:t> </a:t>
            </a:r>
            <a:r>
              <a:rPr lang="de-AT" sz="2000" b="0" strike="noStrike" spc="-1" dirty="0" err="1">
                <a:solidFill>
                  <a:srgbClr val="000000"/>
                </a:solidFill>
                <a:latin typeface="Arial"/>
              </a:rPr>
              <a:t>very</a:t>
            </a:r>
            <a:r>
              <a:rPr lang="de-AT" sz="2000" b="0" strike="noStrike" spc="-1" dirty="0">
                <a:solidFill>
                  <a:srgbClr val="000000"/>
                </a:solidFill>
                <a:latin typeface="Arial"/>
              </a:rPr>
              <a:t> </a:t>
            </a:r>
            <a:r>
              <a:rPr lang="de-AT" sz="2000" b="0" strike="noStrike" spc="-1" dirty="0" err="1">
                <a:solidFill>
                  <a:srgbClr val="000000"/>
                </a:solidFill>
                <a:latin typeface="Arial"/>
              </a:rPr>
              <a:t>important</a:t>
            </a:r>
            <a:r>
              <a:rPr lang="de-AT" sz="2000" b="0" strike="noStrike" spc="-1" dirty="0">
                <a:solidFill>
                  <a:srgbClr val="000000"/>
                </a:solidFill>
                <a:latin typeface="Arial"/>
              </a:rPr>
              <a:t>. </a:t>
            </a:r>
            <a:r>
              <a:rPr lang="de-AT" sz="2000" b="0" strike="noStrike" spc="-1" dirty="0" err="1">
                <a:solidFill>
                  <a:srgbClr val="000000"/>
                </a:solidFill>
                <a:latin typeface="Arial"/>
              </a:rPr>
              <a:t>We</a:t>
            </a:r>
            <a:r>
              <a:rPr lang="de-AT" sz="2000" b="0" strike="noStrike" spc="-1" dirty="0">
                <a:solidFill>
                  <a:srgbClr val="000000"/>
                </a:solidFill>
                <a:latin typeface="Arial"/>
              </a:rPr>
              <a:t> do not </a:t>
            </a:r>
            <a:r>
              <a:rPr lang="de-AT" sz="2000" b="0" strike="noStrike" spc="-1" dirty="0" err="1">
                <a:solidFill>
                  <a:srgbClr val="000000"/>
                </a:solidFill>
                <a:latin typeface="Arial"/>
              </a:rPr>
              <a:t>only</a:t>
            </a:r>
            <a:r>
              <a:rPr lang="de-AT" sz="2000" b="0" strike="noStrike" spc="-1" dirty="0">
                <a:solidFill>
                  <a:srgbClr val="000000"/>
                </a:solidFill>
                <a:latin typeface="Arial"/>
              </a:rPr>
              <a:t> </a:t>
            </a:r>
            <a:r>
              <a:rPr lang="de-AT" sz="2000" b="0" strike="noStrike" spc="-1" dirty="0" err="1">
                <a:solidFill>
                  <a:srgbClr val="000000"/>
                </a:solidFill>
                <a:latin typeface="Arial"/>
              </a:rPr>
              <a:t>want</a:t>
            </a:r>
            <a:r>
              <a:rPr lang="de-AT" sz="2000" b="0" strike="noStrike" spc="-1" dirty="0">
                <a:solidFill>
                  <a:srgbClr val="000000"/>
                </a:solidFill>
                <a:latin typeface="Arial"/>
              </a:rPr>
              <a:t> </a:t>
            </a:r>
            <a:r>
              <a:rPr lang="de-AT" sz="2000" b="0" strike="noStrike" spc="-1" dirty="0" err="1">
                <a:solidFill>
                  <a:srgbClr val="000000"/>
                </a:solidFill>
                <a:latin typeface="Arial"/>
              </a:rPr>
              <a:t>students</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perform </a:t>
            </a:r>
            <a:r>
              <a:rPr lang="de-AT" sz="2000" b="0" strike="noStrike" spc="-1" dirty="0" err="1">
                <a:solidFill>
                  <a:srgbClr val="000000"/>
                </a:solidFill>
                <a:latin typeface="Arial"/>
              </a:rPr>
              <a:t>well</a:t>
            </a:r>
            <a:r>
              <a:rPr lang="de-AT" sz="2000" b="0" strike="noStrike" spc="-1" dirty="0">
                <a:solidFill>
                  <a:srgbClr val="000000"/>
                </a:solidFill>
                <a:latin typeface="Arial"/>
              </a:rPr>
              <a:t> </a:t>
            </a:r>
            <a:r>
              <a:rPr lang="de-AT" sz="2000" b="0" strike="noStrike" spc="-1" dirty="0" err="1">
                <a:solidFill>
                  <a:srgbClr val="000000"/>
                </a:solidFill>
                <a:latin typeface="Arial"/>
              </a:rPr>
              <a:t>immediately</a:t>
            </a:r>
            <a:r>
              <a:rPr lang="de-AT" sz="2000" b="0" strike="noStrike" spc="-1" dirty="0">
                <a:solidFill>
                  <a:srgbClr val="000000"/>
                </a:solidFill>
                <a:latin typeface="Arial"/>
              </a:rPr>
              <a:t> after </a:t>
            </a:r>
            <a:r>
              <a:rPr lang="de-AT" sz="2000" b="0" strike="noStrike" spc="-1" dirty="0" err="1">
                <a:solidFill>
                  <a:srgbClr val="000000"/>
                </a:solidFill>
                <a:latin typeface="Arial"/>
              </a:rPr>
              <a:t>using</a:t>
            </a:r>
            <a:r>
              <a:rPr lang="de-AT" sz="2000" b="0" strike="noStrike" spc="-1" dirty="0">
                <a:solidFill>
                  <a:srgbClr val="000000"/>
                </a:solidFill>
                <a:latin typeface="Arial"/>
              </a:rPr>
              <a:t> ChatGPT; </a:t>
            </a:r>
            <a:r>
              <a:rPr lang="de-AT" sz="2000" b="0" strike="noStrike" spc="-1" dirty="0" err="1">
                <a:solidFill>
                  <a:srgbClr val="000000"/>
                </a:solidFill>
                <a:latin typeface="Arial"/>
              </a:rPr>
              <a:t>we</a:t>
            </a:r>
            <a:r>
              <a:rPr lang="de-AT" sz="2000" b="0" strike="noStrike" spc="-1" dirty="0">
                <a:solidFill>
                  <a:srgbClr val="000000"/>
                </a:solidFill>
                <a:latin typeface="Arial"/>
              </a:rPr>
              <a:t> also </a:t>
            </a:r>
            <a:r>
              <a:rPr lang="de-AT" sz="2000" b="0" strike="noStrike" spc="-1" dirty="0" err="1">
                <a:solidFill>
                  <a:srgbClr val="000000"/>
                </a:solidFill>
                <a:latin typeface="Arial"/>
              </a:rPr>
              <a:t>want</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know</a:t>
            </a:r>
            <a:r>
              <a:rPr lang="de-AT" sz="2000" b="0" strike="noStrike" spc="-1" dirty="0">
                <a:solidFill>
                  <a:srgbClr val="000000"/>
                </a:solidFill>
                <a:latin typeface="Arial"/>
              </a:rPr>
              <a:t> </a:t>
            </a:r>
            <a:r>
              <a:rPr lang="de-AT" sz="2000" b="0" strike="noStrike" spc="-1" dirty="0" err="1">
                <a:solidFill>
                  <a:srgbClr val="000000"/>
                </a:solidFill>
                <a:latin typeface="Arial"/>
              </a:rPr>
              <a:t>whether</a:t>
            </a:r>
            <a:r>
              <a:rPr lang="de-AT" sz="2000" b="0" strike="noStrike" spc="-1" dirty="0">
                <a:solidFill>
                  <a:srgbClr val="000000"/>
                </a:solidFill>
                <a:latin typeface="Arial"/>
              </a:rPr>
              <a:t> </a:t>
            </a:r>
            <a:r>
              <a:rPr lang="de-AT" sz="2000" b="0" strike="noStrike" spc="-1" dirty="0" err="1">
                <a:solidFill>
                  <a:srgbClr val="000000"/>
                </a:solidFill>
                <a:latin typeface="Arial"/>
              </a:rPr>
              <a:t>they</a:t>
            </a:r>
            <a:r>
              <a:rPr lang="de-AT" sz="2000" b="0" strike="noStrike" spc="-1" dirty="0">
                <a:solidFill>
                  <a:srgbClr val="000000"/>
                </a:solidFill>
                <a:latin typeface="Arial"/>
              </a:rPr>
              <a:t> </a:t>
            </a:r>
            <a:r>
              <a:rPr lang="de-AT" sz="2000" b="0" strike="noStrike" spc="-1" dirty="0" err="1">
                <a:solidFill>
                  <a:srgbClr val="000000"/>
                </a:solidFill>
                <a:latin typeface="Arial"/>
              </a:rPr>
              <a:t>retain</a:t>
            </a:r>
            <a:r>
              <a:rPr lang="de-AT" sz="2000" b="0" strike="noStrike" spc="-1" dirty="0">
                <a:solidFill>
                  <a:srgbClr val="000000"/>
                </a:solidFill>
                <a:latin typeface="Arial"/>
              </a:rPr>
              <a:t> </a:t>
            </a:r>
            <a:r>
              <a:rPr lang="de-AT" sz="2000" b="0" strike="noStrike" spc="-1" dirty="0" err="1">
                <a:solidFill>
                  <a:srgbClr val="000000"/>
                </a:solidFill>
                <a:latin typeface="Arial"/>
              </a:rPr>
              <a:t>knowledge</a:t>
            </a:r>
            <a:r>
              <a:rPr lang="de-AT" sz="2000" b="0" strike="noStrike" spc="-1" dirty="0">
                <a:solidFill>
                  <a:srgbClr val="000000"/>
                </a:solidFill>
                <a:latin typeface="Arial"/>
              </a:rPr>
              <a:t>, </a:t>
            </a:r>
            <a:r>
              <a:rPr lang="de-AT" sz="2000" b="0" strike="noStrike" spc="-1" dirty="0" err="1">
                <a:solidFill>
                  <a:srgbClr val="000000"/>
                </a:solidFill>
                <a:latin typeface="Arial"/>
              </a:rPr>
              <a:t>develop</a:t>
            </a:r>
            <a:r>
              <a:rPr lang="de-AT" sz="2000" b="0" strike="noStrike" spc="-1" dirty="0">
                <a:solidFill>
                  <a:srgbClr val="000000"/>
                </a:solidFill>
                <a:latin typeface="Arial"/>
              </a:rPr>
              <a:t> </a:t>
            </a:r>
            <a:r>
              <a:rPr lang="de-AT" sz="2000" b="0" strike="noStrike" spc="-1" dirty="0" err="1">
                <a:solidFill>
                  <a:srgbClr val="000000"/>
                </a:solidFill>
                <a:latin typeface="Arial"/>
              </a:rPr>
              <a:t>deeper</a:t>
            </a:r>
            <a:r>
              <a:rPr lang="de-AT" sz="2000" b="0" strike="noStrike" spc="-1" dirty="0">
                <a:solidFill>
                  <a:srgbClr val="000000"/>
                </a:solidFill>
                <a:latin typeface="Arial"/>
              </a:rPr>
              <a:t> </a:t>
            </a:r>
            <a:r>
              <a:rPr lang="de-AT" sz="2000" b="0" strike="noStrike" spc="-1" dirty="0" err="1">
                <a:solidFill>
                  <a:srgbClr val="000000"/>
                </a:solidFill>
                <a:latin typeface="Arial"/>
              </a:rPr>
              <a:t>understanding</a:t>
            </a:r>
            <a:r>
              <a:rPr lang="de-AT" sz="2000" b="0" strike="noStrike" spc="-1" dirty="0">
                <a:solidFill>
                  <a:srgbClr val="000000"/>
                </a:solidFill>
                <a:latin typeface="Arial"/>
              </a:rPr>
              <a:t>, and </a:t>
            </a:r>
            <a:r>
              <a:rPr lang="de-AT" sz="2000" b="0" strike="noStrike" spc="-1" dirty="0" err="1">
                <a:solidFill>
                  <a:srgbClr val="000000"/>
                </a:solidFill>
                <a:latin typeface="Arial"/>
              </a:rPr>
              <a:t>improve</a:t>
            </a:r>
            <a:r>
              <a:rPr lang="de-AT" sz="2000" b="0" strike="noStrike" spc="-1" dirty="0">
                <a:solidFill>
                  <a:srgbClr val="000000"/>
                </a:solidFill>
                <a:latin typeface="Arial"/>
              </a:rPr>
              <a:t> </a:t>
            </a:r>
            <a:r>
              <a:rPr lang="de-AT" sz="2000" b="0" strike="noStrike" spc="-1" dirty="0" err="1">
                <a:solidFill>
                  <a:srgbClr val="000000"/>
                </a:solidFill>
                <a:latin typeface="Arial"/>
              </a:rPr>
              <a:t>critical</a:t>
            </a:r>
            <a:r>
              <a:rPr lang="de-AT" sz="2000" b="0" strike="noStrike" spc="-1" dirty="0">
                <a:solidFill>
                  <a:srgbClr val="000000"/>
                </a:solidFill>
                <a:latin typeface="Arial"/>
              </a:rPr>
              <a:t> </a:t>
            </a:r>
            <a:r>
              <a:rPr lang="de-AT" sz="2000" b="0" strike="noStrike" spc="-1" dirty="0" err="1">
                <a:solidFill>
                  <a:srgbClr val="000000"/>
                </a:solidFill>
                <a:latin typeface="Arial"/>
              </a:rPr>
              <a:t>thinking</a:t>
            </a:r>
            <a:r>
              <a:rPr lang="de-AT" sz="2000" b="0" strike="noStrike" spc="-1" dirty="0">
                <a:solidFill>
                  <a:srgbClr val="000000"/>
                </a:solidFill>
                <a:latin typeface="Arial"/>
              </a:rPr>
              <a:t> </a:t>
            </a:r>
            <a:r>
              <a:rPr lang="de-AT" sz="2000" b="0" strike="noStrike" spc="-1" dirty="0" err="1">
                <a:solidFill>
                  <a:srgbClr val="000000"/>
                </a:solidFill>
                <a:latin typeface="Arial"/>
              </a:rPr>
              <a:t>over</a:t>
            </a:r>
            <a:r>
              <a:rPr lang="de-AT" sz="2000" b="0" strike="noStrike" spc="-1" dirty="0">
                <a:solidFill>
                  <a:srgbClr val="000000"/>
                </a:solidFill>
                <a:latin typeface="Arial"/>
              </a:rPr>
              <a:t> time.</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A </a:t>
            </a:r>
            <a:r>
              <a:rPr lang="de-AT" sz="2000" b="0" strike="noStrike" spc="-1" dirty="0" err="1">
                <a:solidFill>
                  <a:srgbClr val="000000"/>
                </a:solidFill>
                <a:latin typeface="Arial"/>
              </a:rPr>
              <a:t>third</a:t>
            </a:r>
            <a:r>
              <a:rPr lang="de-AT" sz="2000" b="0" strike="noStrike" spc="-1" dirty="0">
                <a:solidFill>
                  <a:srgbClr val="000000"/>
                </a:solidFill>
                <a:latin typeface="Arial"/>
              </a:rPr>
              <a:t> </a:t>
            </a:r>
            <a:r>
              <a:rPr lang="de-AT" sz="2000" b="0" strike="noStrike" spc="-1" dirty="0" err="1">
                <a:solidFill>
                  <a:srgbClr val="000000"/>
                </a:solidFill>
                <a:latin typeface="Arial"/>
              </a:rPr>
              <a:t>issue</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heterogeneity</a:t>
            </a:r>
            <a:r>
              <a:rPr lang="de-AT" sz="2000" b="0" strike="noStrike" spc="-1" dirty="0">
                <a:solidFill>
                  <a:srgbClr val="000000"/>
                </a:solidFill>
                <a:latin typeface="Arial"/>
              </a:rPr>
              <a:t>. The </a:t>
            </a:r>
            <a:r>
              <a:rPr lang="de-AT" sz="2000" b="0" strike="noStrike" spc="-1" dirty="0" err="1">
                <a:solidFill>
                  <a:srgbClr val="000000"/>
                </a:solidFill>
                <a:latin typeface="Arial"/>
              </a:rPr>
              <a:t>included</a:t>
            </a:r>
            <a:r>
              <a:rPr lang="de-AT" sz="2000" b="0" strike="noStrike" spc="-1" dirty="0">
                <a:solidFill>
                  <a:srgbClr val="000000"/>
                </a:solidFill>
                <a:latin typeface="Arial"/>
              </a:rPr>
              <a: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differed</a:t>
            </a:r>
            <a:r>
              <a:rPr lang="de-AT" sz="2000" b="0" strike="noStrike" spc="-1" dirty="0">
                <a:solidFill>
                  <a:srgbClr val="000000"/>
                </a:solidFill>
                <a:latin typeface="Arial"/>
              </a:rPr>
              <a:t> in </a:t>
            </a:r>
            <a:r>
              <a:rPr lang="de-AT" sz="2000" b="0" strike="noStrike" spc="-1" dirty="0" err="1">
                <a:solidFill>
                  <a:srgbClr val="000000"/>
                </a:solidFill>
                <a:latin typeface="Arial"/>
              </a:rPr>
              <a:t>many</a:t>
            </a:r>
            <a:r>
              <a:rPr lang="de-AT" sz="2000" b="0" strike="noStrike" spc="-1" dirty="0">
                <a:solidFill>
                  <a:srgbClr val="000000"/>
                </a:solidFill>
                <a:latin typeface="Arial"/>
              </a:rPr>
              <a:t> </a:t>
            </a:r>
            <a:r>
              <a:rPr lang="de-AT" sz="2000" b="0" strike="noStrike" spc="-1" dirty="0" err="1">
                <a:solidFill>
                  <a:srgbClr val="000000"/>
                </a:solidFill>
                <a:latin typeface="Arial"/>
              </a:rPr>
              <a:t>ways</a:t>
            </a:r>
            <a:r>
              <a:rPr lang="de-AT" sz="2000" b="0" strike="noStrike" spc="-1" dirty="0">
                <a:solidFill>
                  <a:srgbClr val="000000"/>
                </a:solidFill>
                <a:latin typeface="Arial"/>
              </a:rPr>
              <a:t>: </a:t>
            </a:r>
            <a:r>
              <a:rPr lang="de-AT" sz="2000" b="0" strike="noStrike" spc="-1" dirty="0" err="1">
                <a:solidFill>
                  <a:srgbClr val="000000"/>
                </a:solidFill>
                <a:latin typeface="Arial"/>
              </a:rPr>
              <a:t>educational</a:t>
            </a:r>
            <a:r>
              <a:rPr lang="de-AT" sz="2000" b="0" strike="noStrike" spc="-1" dirty="0">
                <a:solidFill>
                  <a:srgbClr val="000000"/>
                </a:solidFill>
                <a:latin typeface="Arial"/>
              </a:rPr>
              <a:t> </a:t>
            </a:r>
            <a:r>
              <a:rPr lang="de-AT" sz="2000" b="0" strike="noStrike" spc="-1" dirty="0" err="1">
                <a:solidFill>
                  <a:srgbClr val="000000"/>
                </a:solidFill>
                <a:latin typeface="Arial"/>
              </a:rPr>
              <a:t>level</a:t>
            </a:r>
            <a:r>
              <a:rPr lang="de-AT" sz="2000" b="0" strike="noStrike" spc="-1" dirty="0">
                <a:solidFill>
                  <a:srgbClr val="000000"/>
                </a:solidFill>
                <a:latin typeface="Arial"/>
              </a:rPr>
              <a:t>, </a:t>
            </a:r>
            <a:r>
              <a:rPr lang="de-AT" sz="2000" b="0" strike="noStrike" spc="-1" dirty="0" err="1">
                <a:solidFill>
                  <a:srgbClr val="000000"/>
                </a:solidFill>
                <a:latin typeface="Arial"/>
              </a:rPr>
              <a:t>subject</a:t>
            </a:r>
            <a:r>
              <a:rPr lang="de-AT" sz="2000" b="0" strike="noStrike" spc="-1" dirty="0">
                <a:solidFill>
                  <a:srgbClr val="000000"/>
                </a:solidFill>
                <a:latin typeface="Arial"/>
              </a:rPr>
              <a:t> </a:t>
            </a:r>
            <a:r>
              <a:rPr lang="de-AT" sz="2000" b="0" strike="noStrike" spc="-1" dirty="0" err="1">
                <a:solidFill>
                  <a:srgbClr val="000000"/>
                </a:solidFill>
                <a:latin typeface="Arial"/>
              </a:rPr>
              <a:t>area</a:t>
            </a:r>
            <a:r>
              <a:rPr lang="de-AT" sz="2000" b="0" strike="noStrike" spc="-1" dirty="0">
                <a:solidFill>
                  <a:srgbClr val="000000"/>
                </a:solidFill>
                <a:latin typeface="Arial"/>
              </a:rPr>
              <a:t>, </a:t>
            </a:r>
            <a:r>
              <a:rPr lang="de-AT" sz="2000" b="0" strike="noStrike" spc="-1" dirty="0" err="1">
                <a:solidFill>
                  <a:srgbClr val="000000"/>
                </a:solidFill>
                <a:latin typeface="Arial"/>
              </a:rPr>
              <a:t>intervention</a:t>
            </a:r>
            <a:r>
              <a:rPr lang="de-AT" sz="2000" b="0" strike="noStrike" spc="-1" dirty="0">
                <a:solidFill>
                  <a:srgbClr val="000000"/>
                </a:solidFill>
                <a:latin typeface="Arial"/>
              </a:rPr>
              <a:t> design, </a:t>
            </a:r>
            <a:r>
              <a:rPr lang="de-AT" sz="2000" b="0" strike="noStrike" spc="-1" dirty="0" err="1">
                <a:solidFill>
                  <a:srgbClr val="000000"/>
                </a:solidFill>
                <a:latin typeface="Arial"/>
              </a:rPr>
              <a:t>outcome</a:t>
            </a:r>
            <a:r>
              <a:rPr lang="de-AT" sz="2000" b="0" strike="noStrike" spc="-1" dirty="0">
                <a:solidFill>
                  <a:srgbClr val="000000"/>
                </a:solidFill>
                <a:latin typeface="Arial"/>
              </a:rPr>
              <a:t> </a:t>
            </a:r>
            <a:r>
              <a:rPr lang="de-AT" sz="2000" b="0" strike="noStrike" spc="-1" dirty="0" err="1">
                <a:solidFill>
                  <a:srgbClr val="000000"/>
                </a:solidFill>
                <a:latin typeface="Arial"/>
              </a:rPr>
              <a:t>measures</a:t>
            </a:r>
            <a:r>
              <a:rPr lang="de-AT" sz="2000" b="0" strike="noStrike" spc="-1" dirty="0">
                <a:solidFill>
                  <a:srgbClr val="000000"/>
                </a:solidFill>
                <a:latin typeface="Arial"/>
              </a:rPr>
              <a:t>, and </a:t>
            </a:r>
            <a:r>
              <a:rPr lang="de-AT" sz="2000" b="0" strike="noStrike" spc="-1" dirty="0" err="1">
                <a:solidFill>
                  <a:srgbClr val="000000"/>
                </a:solidFill>
                <a:latin typeface="Arial"/>
              </a:rPr>
              <a:t>how</a:t>
            </a:r>
            <a:r>
              <a:rPr lang="de-AT" sz="2000" b="0" strike="noStrike" spc="-1" dirty="0">
                <a:solidFill>
                  <a:srgbClr val="000000"/>
                </a:solidFill>
                <a:latin typeface="Arial"/>
              </a:rPr>
              <a:t> ChatGPT was </a:t>
            </a:r>
            <a:r>
              <a:rPr lang="de-AT" sz="2000" b="0" strike="noStrike" spc="-1" dirty="0" err="1">
                <a:solidFill>
                  <a:srgbClr val="000000"/>
                </a:solidFill>
                <a:latin typeface="Arial"/>
              </a:rPr>
              <a:t>used</a:t>
            </a:r>
            <a:r>
              <a:rPr lang="de-AT" sz="2000" b="0" strike="noStrike" spc="-1" dirty="0">
                <a:solidFill>
                  <a:srgbClr val="000000"/>
                </a:solidFill>
                <a:latin typeface="Arial"/>
              </a:rPr>
              <a:t>. This </a:t>
            </a:r>
            <a:r>
              <a:rPr lang="de-AT" sz="2000" b="0" strike="noStrike" spc="-1" dirty="0" err="1">
                <a:solidFill>
                  <a:srgbClr val="000000"/>
                </a:solidFill>
                <a:latin typeface="Arial"/>
              </a:rPr>
              <a:t>diversity</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useful</a:t>
            </a:r>
            <a:r>
              <a:rPr lang="de-AT" sz="2000" b="0" strike="noStrike" spc="-1" dirty="0">
                <a:solidFill>
                  <a:srgbClr val="000000"/>
                </a:solidFill>
                <a:latin typeface="Arial"/>
              </a:rPr>
              <a:t> </a:t>
            </a:r>
            <a:r>
              <a:rPr lang="de-AT" sz="2000" b="0" strike="noStrike" spc="-1" dirty="0" err="1">
                <a:solidFill>
                  <a:srgbClr val="000000"/>
                </a:solidFill>
                <a:latin typeface="Arial"/>
              </a:rPr>
              <a:t>because</a:t>
            </a:r>
            <a:r>
              <a:rPr lang="de-AT" sz="2000" b="0" strike="noStrike" spc="-1" dirty="0">
                <a:solidFill>
                  <a:srgbClr val="000000"/>
                </a:solidFill>
                <a:latin typeface="Arial"/>
              </a:rPr>
              <a:t> </a:t>
            </a:r>
            <a:r>
              <a:rPr lang="de-AT" sz="2000" b="0" strike="noStrike" spc="-1" dirty="0" err="1">
                <a:solidFill>
                  <a:srgbClr val="000000"/>
                </a:solidFill>
                <a:latin typeface="Arial"/>
              </a:rPr>
              <a:t>it</a:t>
            </a:r>
            <a:r>
              <a:rPr lang="de-AT" sz="2000" b="0" strike="noStrike" spc="-1" dirty="0">
                <a:solidFill>
                  <a:srgbClr val="000000"/>
                </a:solidFill>
                <a:latin typeface="Arial"/>
              </a:rPr>
              <a:t> </a:t>
            </a:r>
            <a:r>
              <a:rPr lang="de-AT" sz="2000" b="0" strike="noStrike" spc="-1" dirty="0" err="1">
                <a:solidFill>
                  <a:srgbClr val="000000"/>
                </a:solidFill>
                <a:latin typeface="Arial"/>
              </a:rPr>
              <a:t>gives</a:t>
            </a:r>
            <a:r>
              <a:rPr lang="de-AT" sz="2000" b="0" strike="noStrike" spc="-1" dirty="0">
                <a:solidFill>
                  <a:srgbClr val="000000"/>
                </a:solidFill>
                <a:latin typeface="Arial"/>
              </a:rPr>
              <a:t> a </a:t>
            </a:r>
            <a:r>
              <a:rPr lang="de-AT" sz="2000" b="0" strike="noStrike" spc="-1" dirty="0" err="1">
                <a:solidFill>
                  <a:srgbClr val="000000"/>
                </a:solidFill>
                <a:latin typeface="Arial"/>
              </a:rPr>
              <a:t>broad</a:t>
            </a:r>
            <a:r>
              <a:rPr lang="de-AT" sz="2000" b="0" strike="noStrike" spc="-1" dirty="0">
                <a:solidFill>
                  <a:srgbClr val="000000"/>
                </a:solidFill>
                <a:latin typeface="Arial"/>
              </a:rPr>
              <a:t> </a:t>
            </a:r>
            <a:r>
              <a:rPr lang="de-AT" sz="2000" b="0" strike="noStrike" spc="-1" dirty="0" err="1">
                <a:solidFill>
                  <a:srgbClr val="000000"/>
                </a:solidFill>
                <a:latin typeface="Arial"/>
              </a:rPr>
              <a:t>picture</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field</a:t>
            </a:r>
            <a:r>
              <a:rPr lang="de-AT" sz="2000" b="0" strike="noStrike" spc="-1" dirty="0">
                <a:solidFill>
                  <a:srgbClr val="000000"/>
                </a:solidFill>
                <a:latin typeface="Arial"/>
              </a:rPr>
              <a:t>, but </a:t>
            </a:r>
            <a:r>
              <a:rPr lang="de-AT" sz="2000" b="0" strike="noStrike" spc="-1" dirty="0" err="1">
                <a:solidFill>
                  <a:srgbClr val="000000"/>
                </a:solidFill>
                <a:latin typeface="Arial"/>
              </a:rPr>
              <a:t>it</a:t>
            </a:r>
            <a:r>
              <a:rPr lang="de-AT" sz="2000" b="0" strike="noStrike" spc="-1" dirty="0">
                <a:solidFill>
                  <a:srgbClr val="000000"/>
                </a:solidFill>
                <a:latin typeface="Arial"/>
              </a:rPr>
              <a:t> also </a:t>
            </a:r>
            <a:r>
              <a:rPr lang="de-AT" sz="2000" b="0" strike="noStrike" spc="-1" dirty="0" err="1">
                <a:solidFill>
                  <a:srgbClr val="000000"/>
                </a:solidFill>
                <a:latin typeface="Arial"/>
              </a:rPr>
              <a:t>makes</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overall</a:t>
            </a:r>
            <a:r>
              <a:rPr lang="de-AT" sz="2000" b="0" strike="noStrike" spc="-1" dirty="0">
                <a:solidFill>
                  <a:srgbClr val="000000"/>
                </a:solidFill>
                <a:latin typeface="Arial"/>
              </a:rPr>
              <a:t> </a:t>
            </a:r>
            <a:r>
              <a:rPr lang="de-AT" sz="2000" b="0" strike="noStrike" spc="-1" dirty="0" err="1">
                <a:solidFill>
                  <a:srgbClr val="000000"/>
                </a:solidFill>
                <a:latin typeface="Arial"/>
              </a:rPr>
              <a:t>effect</a:t>
            </a:r>
            <a:r>
              <a:rPr lang="de-AT" sz="2000" b="0" strike="noStrike" spc="-1" dirty="0">
                <a:solidFill>
                  <a:srgbClr val="000000"/>
                </a:solidFill>
                <a:latin typeface="Arial"/>
              </a:rPr>
              <a:t> </a:t>
            </a:r>
            <a:r>
              <a:rPr lang="de-AT" sz="2000" b="0" strike="noStrike" spc="-1" dirty="0" err="1">
                <a:solidFill>
                  <a:srgbClr val="000000"/>
                </a:solidFill>
                <a:latin typeface="Arial"/>
              </a:rPr>
              <a:t>harder</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interpret</a:t>
            </a:r>
            <a:r>
              <a:rPr lang="de-AT" sz="2000" b="0" strike="noStrike" spc="-1" dirty="0">
                <a:solidFill>
                  <a:srgbClr val="000000"/>
                </a:solidFill>
                <a:latin typeface="Arial"/>
              </a:rPr>
              <a:t>. A positive </a:t>
            </a:r>
            <a:r>
              <a:rPr lang="de-AT" sz="2000" b="0" strike="noStrike" spc="-1" dirty="0" err="1">
                <a:solidFill>
                  <a:srgbClr val="000000"/>
                </a:solidFill>
                <a:latin typeface="Arial"/>
              </a:rPr>
              <a:t>average</a:t>
            </a:r>
            <a:r>
              <a:rPr lang="de-AT" sz="2000" b="0" strike="noStrike" spc="-1" dirty="0">
                <a:solidFill>
                  <a:srgbClr val="000000"/>
                </a:solidFill>
                <a:latin typeface="Arial"/>
              </a:rPr>
              <a:t> </a:t>
            </a:r>
            <a:r>
              <a:rPr lang="de-AT" sz="2000" b="0" strike="noStrike" spc="-1" dirty="0" err="1">
                <a:solidFill>
                  <a:srgbClr val="000000"/>
                </a:solidFill>
                <a:latin typeface="Arial"/>
              </a:rPr>
              <a:t>effect</a:t>
            </a:r>
            <a:r>
              <a:rPr lang="de-AT" sz="2000" b="0" strike="noStrike" spc="-1" dirty="0">
                <a:solidFill>
                  <a:srgbClr val="000000"/>
                </a:solidFill>
                <a:latin typeface="Arial"/>
              </a:rPr>
              <a:t> </a:t>
            </a:r>
            <a:r>
              <a:rPr lang="de-AT" sz="2000" b="0" strike="noStrike" spc="-1" dirty="0" err="1">
                <a:solidFill>
                  <a:srgbClr val="000000"/>
                </a:solidFill>
                <a:latin typeface="Arial"/>
              </a:rPr>
              <a:t>does</a:t>
            </a:r>
            <a:r>
              <a:rPr lang="de-AT" sz="2000" b="0" strike="noStrike" spc="-1" dirty="0">
                <a:solidFill>
                  <a:srgbClr val="000000"/>
                </a:solidFill>
                <a:latin typeface="Arial"/>
              </a:rPr>
              <a:t> not </a:t>
            </a:r>
            <a:r>
              <a:rPr lang="de-AT" sz="2000" b="0" strike="noStrike" spc="-1" dirty="0" err="1">
                <a:solidFill>
                  <a:srgbClr val="000000"/>
                </a:solidFill>
                <a:latin typeface="Arial"/>
              </a:rPr>
              <a:t>mean</a:t>
            </a:r>
            <a:r>
              <a:rPr lang="de-AT" sz="2000" b="0" strike="noStrike" spc="-1" dirty="0">
                <a:solidFill>
                  <a:srgbClr val="000000"/>
                </a:solidFill>
                <a:latin typeface="Arial"/>
              </a:rPr>
              <a:t> </a:t>
            </a:r>
            <a:r>
              <a:rPr lang="de-AT" sz="2000" b="0" strike="noStrike" spc="-1" dirty="0" err="1">
                <a:solidFill>
                  <a:srgbClr val="000000"/>
                </a:solidFill>
                <a:latin typeface="Arial"/>
              </a:rPr>
              <a:t>that</a:t>
            </a:r>
            <a:r>
              <a:rPr lang="de-AT" sz="2000" b="0" strike="noStrike" spc="-1" dirty="0">
                <a:solidFill>
                  <a:srgbClr val="000000"/>
                </a:solidFill>
                <a:latin typeface="Arial"/>
              </a:rPr>
              <a:t> ChatGPT </a:t>
            </a:r>
            <a:r>
              <a:rPr lang="de-AT" sz="2000" b="0" strike="noStrike" spc="-1" dirty="0" err="1">
                <a:solidFill>
                  <a:srgbClr val="000000"/>
                </a:solidFill>
                <a:latin typeface="Arial"/>
              </a:rPr>
              <a:t>works</a:t>
            </a:r>
            <a:r>
              <a:rPr lang="de-AT" sz="2000" b="0" strike="noStrike" spc="-1" dirty="0">
                <a:solidFill>
                  <a:srgbClr val="000000"/>
                </a:solidFill>
                <a:latin typeface="Arial"/>
              </a:rPr>
              <a:t> </a:t>
            </a:r>
            <a:r>
              <a:rPr lang="de-AT" sz="2000" b="0" strike="noStrike" spc="-1" dirty="0" err="1">
                <a:solidFill>
                  <a:srgbClr val="000000"/>
                </a:solidFill>
                <a:latin typeface="Arial"/>
              </a:rPr>
              <a:t>equally</a:t>
            </a:r>
            <a:r>
              <a:rPr lang="de-AT" sz="2000" b="0" strike="noStrike" spc="-1" dirty="0">
                <a:solidFill>
                  <a:srgbClr val="000000"/>
                </a:solidFill>
                <a:latin typeface="Arial"/>
              </a:rPr>
              <a:t> </a:t>
            </a:r>
            <a:r>
              <a:rPr lang="de-AT" sz="2000" b="0" strike="noStrike" spc="-1" dirty="0" err="1">
                <a:solidFill>
                  <a:srgbClr val="000000"/>
                </a:solidFill>
                <a:latin typeface="Arial"/>
              </a:rPr>
              <a:t>well</a:t>
            </a:r>
            <a:r>
              <a:rPr lang="de-AT" sz="2000" b="0" strike="noStrike" spc="-1" dirty="0">
                <a:solidFill>
                  <a:srgbClr val="000000"/>
                </a:solidFill>
                <a:latin typeface="Arial"/>
              </a:rPr>
              <a:t> in </a:t>
            </a:r>
            <a:r>
              <a:rPr lang="de-AT" sz="2000" b="0" strike="noStrike" spc="-1" dirty="0" err="1">
                <a:solidFill>
                  <a:srgbClr val="000000"/>
                </a:solidFill>
                <a:latin typeface="Arial"/>
              </a:rPr>
              <a:t>every</a:t>
            </a:r>
            <a:r>
              <a:rPr lang="de-AT" sz="2000" b="0" strike="noStrike" spc="-1" dirty="0">
                <a:solidFill>
                  <a:srgbClr val="000000"/>
                </a:solidFill>
                <a:latin typeface="Arial"/>
              </a:rPr>
              <a:t> </a:t>
            </a:r>
            <a:r>
              <a:rPr lang="de-AT" sz="2000" b="0" strike="noStrike" spc="-1" dirty="0" err="1">
                <a:solidFill>
                  <a:srgbClr val="000000"/>
                </a:solidFill>
                <a:latin typeface="Arial"/>
              </a:rPr>
              <a:t>setting</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err="1">
                <a:solidFill>
                  <a:srgbClr val="000000"/>
                </a:solidFill>
                <a:latin typeface="Arial"/>
              </a:rPr>
              <a:t>There</a:t>
            </a:r>
            <a:r>
              <a:rPr lang="de-AT" sz="2000" b="0" strike="noStrike" spc="-1" dirty="0">
                <a:solidFill>
                  <a:srgbClr val="000000"/>
                </a:solidFill>
                <a:latin typeface="Arial"/>
              </a:rPr>
              <a:t> </a:t>
            </a:r>
            <a:r>
              <a:rPr lang="de-AT" sz="2000" b="0" strike="noStrike" spc="-1" dirty="0" err="1">
                <a:solidFill>
                  <a:srgbClr val="000000"/>
                </a:solidFill>
                <a:latin typeface="Arial"/>
              </a:rPr>
              <a:t>are</a:t>
            </a:r>
            <a:r>
              <a:rPr lang="de-AT" sz="2000" b="0" strike="noStrike" spc="-1" dirty="0">
                <a:solidFill>
                  <a:srgbClr val="000000"/>
                </a:solidFill>
                <a:latin typeface="Arial"/>
              </a:rPr>
              <a:t> also </a:t>
            </a:r>
            <a:r>
              <a:rPr lang="de-AT" sz="2000" b="0" strike="noStrike" spc="-1" dirty="0" err="1">
                <a:solidFill>
                  <a:srgbClr val="000000"/>
                </a:solidFill>
                <a:latin typeface="Arial"/>
              </a:rPr>
              <a:t>several</a:t>
            </a:r>
            <a:r>
              <a:rPr lang="de-AT" sz="2000" b="0" strike="noStrike" spc="-1" dirty="0">
                <a:solidFill>
                  <a:srgbClr val="000000"/>
                </a:solidFill>
                <a:latin typeface="Arial"/>
              </a:rPr>
              <a:t> possible </a:t>
            </a:r>
            <a:r>
              <a:rPr lang="de-AT" sz="2000" b="0" strike="noStrike" spc="-1" dirty="0" err="1">
                <a:solidFill>
                  <a:srgbClr val="000000"/>
                </a:solidFill>
                <a:latin typeface="Arial"/>
              </a:rPr>
              <a:t>biases</a:t>
            </a:r>
            <a:r>
              <a:rPr lang="de-AT" sz="2000" b="0" strike="noStrike" spc="-1" dirty="0">
                <a:solidFill>
                  <a:srgbClr val="000000"/>
                </a:solidFill>
                <a:latin typeface="Arial"/>
              </a:rPr>
              <a:t>. </a:t>
            </a:r>
            <a:r>
              <a:rPr lang="de-AT" sz="2000" b="0" strike="noStrike" spc="-1" dirty="0" err="1">
                <a:solidFill>
                  <a:srgbClr val="000000"/>
                </a:solidFill>
                <a:latin typeface="Arial"/>
              </a:rPr>
              <a:t>One</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1" strike="noStrike" spc="-1" dirty="0" err="1">
                <a:solidFill>
                  <a:srgbClr val="000000"/>
                </a:solidFill>
                <a:latin typeface="Arial"/>
              </a:rPr>
              <a:t>publication</a:t>
            </a:r>
            <a:r>
              <a:rPr lang="de-AT" sz="2000" b="1" strike="noStrike" spc="-1" dirty="0">
                <a:solidFill>
                  <a:srgbClr val="000000"/>
                </a:solidFill>
                <a:latin typeface="Arial"/>
              </a:rPr>
              <a:t> </a:t>
            </a:r>
            <a:r>
              <a:rPr lang="de-AT" sz="2000" b="1" strike="noStrike" spc="-1" dirty="0" err="1">
                <a:solidFill>
                  <a:srgbClr val="000000"/>
                </a:solidFill>
                <a:latin typeface="Arial"/>
              </a:rPr>
              <a:t>bias</a:t>
            </a:r>
            <a:r>
              <a:rPr lang="de-AT" sz="2000" b="0" strike="noStrike" spc="-1" dirty="0">
                <a:solidFill>
                  <a:srgbClr val="000000"/>
                </a:solidFill>
                <a:latin typeface="Arial"/>
              </a:rPr>
              <a:t>. Studies </a:t>
            </a:r>
            <a:r>
              <a:rPr lang="de-AT" sz="2000" b="0" strike="noStrike" spc="-1" dirty="0" err="1">
                <a:solidFill>
                  <a:srgbClr val="000000"/>
                </a:solidFill>
                <a:latin typeface="Arial"/>
              </a:rPr>
              <a:t>with</a:t>
            </a:r>
            <a:r>
              <a:rPr lang="de-AT" sz="2000" b="0" strike="noStrike" spc="-1" dirty="0">
                <a:solidFill>
                  <a:srgbClr val="000000"/>
                </a:solidFill>
                <a:latin typeface="Arial"/>
              </a:rPr>
              <a:t> positive </a:t>
            </a:r>
            <a:r>
              <a:rPr lang="de-AT" sz="2000" b="0" strike="noStrike" spc="-1" dirty="0" err="1">
                <a:solidFill>
                  <a:srgbClr val="000000"/>
                </a:solidFill>
                <a:latin typeface="Arial"/>
              </a:rPr>
              <a:t>or</a:t>
            </a:r>
            <a:r>
              <a:rPr lang="de-AT" sz="2000" b="0" strike="noStrike" spc="-1" dirty="0">
                <a:solidFill>
                  <a:srgbClr val="000000"/>
                </a:solidFill>
                <a:latin typeface="Arial"/>
              </a:rPr>
              <a:t> </a:t>
            </a:r>
            <a:r>
              <a:rPr lang="de-AT" sz="2000" b="0" strike="noStrike" spc="-1" dirty="0" err="1">
                <a:solidFill>
                  <a:srgbClr val="000000"/>
                </a:solidFill>
                <a:latin typeface="Arial"/>
              </a:rPr>
              <a:t>significant</a:t>
            </a:r>
            <a:r>
              <a:rPr lang="de-AT" sz="2000" b="0" strike="noStrike" spc="-1" dirty="0">
                <a:solidFill>
                  <a:srgbClr val="000000"/>
                </a:solidFill>
                <a:latin typeface="Arial"/>
              </a:rPr>
              <a:t> </a:t>
            </a:r>
            <a:r>
              <a:rPr lang="de-AT" sz="2000" b="0" strike="noStrike" spc="-1" dirty="0" err="1">
                <a:solidFill>
                  <a:srgbClr val="000000"/>
                </a:solidFill>
                <a:latin typeface="Arial"/>
              </a:rPr>
              <a:t>results</a:t>
            </a:r>
            <a:r>
              <a:rPr lang="de-AT" sz="2000" b="0" strike="noStrike" spc="-1" dirty="0">
                <a:solidFill>
                  <a:srgbClr val="000000"/>
                </a:solidFill>
                <a:latin typeface="Arial"/>
              </a:rPr>
              <a:t> </a:t>
            </a:r>
            <a:r>
              <a:rPr lang="de-AT" sz="2000" b="0" strike="noStrike" spc="-1" dirty="0" err="1">
                <a:solidFill>
                  <a:srgbClr val="000000"/>
                </a:solidFill>
                <a:latin typeface="Arial"/>
              </a:rPr>
              <a:t>are</a:t>
            </a:r>
            <a:r>
              <a:rPr lang="de-AT" sz="2000" b="0" strike="noStrike" spc="-1" dirty="0">
                <a:solidFill>
                  <a:srgbClr val="000000"/>
                </a:solidFill>
                <a:latin typeface="Arial"/>
              </a:rPr>
              <a:t> </a:t>
            </a:r>
            <a:r>
              <a:rPr lang="de-AT" sz="2000" b="0" strike="noStrike" spc="-1" dirty="0" err="1">
                <a:solidFill>
                  <a:srgbClr val="000000"/>
                </a:solidFill>
                <a:latin typeface="Arial"/>
              </a:rPr>
              <a:t>often</a:t>
            </a:r>
            <a:r>
              <a:rPr lang="de-AT" sz="2000" b="0" strike="noStrike" spc="-1" dirty="0">
                <a:solidFill>
                  <a:srgbClr val="000000"/>
                </a:solidFill>
                <a:latin typeface="Arial"/>
              </a:rPr>
              <a:t> </a:t>
            </a:r>
            <a:r>
              <a:rPr lang="de-AT" sz="2000" b="0" strike="noStrike" spc="-1" dirty="0" err="1">
                <a:solidFill>
                  <a:srgbClr val="000000"/>
                </a:solidFill>
                <a:latin typeface="Arial"/>
              </a:rPr>
              <a:t>more</a:t>
            </a:r>
            <a:r>
              <a:rPr lang="de-AT" sz="2000" b="0" strike="noStrike" spc="-1" dirty="0">
                <a:solidFill>
                  <a:srgbClr val="000000"/>
                </a:solidFill>
                <a:latin typeface="Arial"/>
              </a:rPr>
              <a:t> </a:t>
            </a:r>
            <a:r>
              <a:rPr lang="de-AT" sz="2000" b="0" strike="noStrike" spc="-1" dirty="0" err="1">
                <a:solidFill>
                  <a:srgbClr val="000000"/>
                </a:solidFill>
                <a:latin typeface="Arial"/>
              </a:rPr>
              <a:t>likely</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be</a:t>
            </a:r>
            <a:r>
              <a:rPr lang="de-AT" sz="2000" b="0" strike="noStrike" spc="-1" dirty="0">
                <a:solidFill>
                  <a:srgbClr val="000000"/>
                </a:solidFill>
                <a:latin typeface="Arial"/>
              </a:rPr>
              <a:t> </a:t>
            </a:r>
            <a:r>
              <a:rPr lang="de-AT" sz="2000" b="0" strike="noStrike" spc="-1" dirty="0" err="1">
                <a:solidFill>
                  <a:srgbClr val="000000"/>
                </a:solidFill>
                <a:latin typeface="Arial"/>
              </a:rPr>
              <a:t>published</a:t>
            </a:r>
            <a:r>
              <a:rPr lang="de-AT" sz="2000" b="0" strike="noStrike" spc="-1" dirty="0">
                <a:solidFill>
                  <a:srgbClr val="000000"/>
                </a:solidFill>
                <a:latin typeface="Arial"/>
              </a:rPr>
              <a:t> </a:t>
            </a:r>
            <a:r>
              <a:rPr lang="de-AT" sz="2000" b="0" strike="noStrike" spc="-1" dirty="0" err="1">
                <a:solidFill>
                  <a:srgbClr val="000000"/>
                </a:solidFill>
                <a:latin typeface="Arial"/>
              </a:rPr>
              <a:t>than</a:t>
            </a:r>
            <a:r>
              <a:rPr lang="de-AT" sz="2000" b="0" strike="noStrike" spc="-1" dirty="0">
                <a:solidFill>
                  <a:srgbClr val="000000"/>
                </a:solidFill>
                <a:latin typeface="Arial"/>
              </a:rPr>
              <a: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with</a:t>
            </a:r>
            <a:r>
              <a:rPr lang="de-AT" sz="2000" b="0" strike="noStrike" spc="-1" dirty="0">
                <a:solidFill>
                  <a:srgbClr val="000000"/>
                </a:solidFill>
                <a:latin typeface="Arial"/>
              </a:rPr>
              <a:t> null </a:t>
            </a:r>
            <a:r>
              <a:rPr lang="de-AT" sz="2000" b="0" strike="noStrike" spc="-1" dirty="0" err="1">
                <a:solidFill>
                  <a:srgbClr val="000000"/>
                </a:solidFill>
                <a:latin typeface="Arial"/>
              </a:rPr>
              <a:t>or</a:t>
            </a:r>
            <a:r>
              <a:rPr lang="de-AT" sz="2000" b="0" strike="noStrike" spc="-1" dirty="0">
                <a:solidFill>
                  <a:srgbClr val="000000"/>
                </a:solidFill>
                <a:latin typeface="Arial"/>
              </a:rPr>
              <a:t> negative </a:t>
            </a:r>
            <a:r>
              <a:rPr lang="de-AT" sz="2000" b="0" strike="noStrike" spc="-1" dirty="0" err="1">
                <a:solidFill>
                  <a:srgbClr val="000000"/>
                </a:solidFill>
                <a:latin typeface="Arial"/>
              </a:rPr>
              <a:t>findings</a:t>
            </a:r>
            <a:r>
              <a:rPr lang="de-AT" sz="2000" b="0" strike="noStrike" spc="-1" dirty="0">
                <a:solidFill>
                  <a:srgbClr val="000000"/>
                </a:solidFill>
                <a:latin typeface="Arial"/>
              </a:rPr>
              <a:t>. </a:t>
            </a:r>
            <a:r>
              <a:rPr lang="de-AT" sz="2000" b="0" strike="noStrike" spc="-1" dirty="0" err="1">
                <a:solidFill>
                  <a:srgbClr val="000000"/>
                </a:solidFill>
                <a:latin typeface="Arial"/>
              </a:rPr>
              <a:t>If</a:t>
            </a:r>
            <a:r>
              <a:rPr lang="de-AT" sz="2000" b="0" strike="noStrike" spc="-1" dirty="0">
                <a:solidFill>
                  <a:srgbClr val="000000"/>
                </a:solidFill>
                <a:latin typeface="Arial"/>
              </a:rPr>
              <a:t> </a:t>
            </a:r>
            <a:r>
              <a:rPr lang="de-AT" sz="2000" b="0" strike="noStrike" spc="-1" dirty="0" err="1">
                <a:solidFill>
                  <a:srgbClr val="000000"/>
                </a:solidFill>
                <a:latin typeface="Arial"/>
              </a:rPr>
              <a:t>this</a:t>
            </a:r>
            <a:r>
              <a:rPr lang="de-AT" sz="2000" b="0" strike="noStrike" spc="-1" dirty="0">
                <a:solidFill>
                  <a:srgbClr val="000000"/>
                </a:solidFill>
                <a:latin typeface="Arial"/>
              </a:rPr>
              <a:t> </a:t>
            </a:r>
            <a:r>
              <a:rPr lang="de-AT" sz="2000" b="0" strike="noStrike" spc="-1" dirty="0" err="1">
                <a:solidFill>
                  <a:srgbClr val="000000"/>
                </a:solidFill>
                <a:latin typeface="Arial"/>
              </a:rPr>
              <a:t>happens</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average</a:t>
            </a:r>
            <a:r>
              <a:rPr lang="de-AT" sz="2000" b="0" strike="noStrike" spc="-1" dirty="0">
                <a:solidFill>
                  <a:srgbClr val="000000"/>
                </a:solidFill>
                <a:latin typeface="Arial"/>
              </a:rPr>
              <a:t> </a:t>
            </a:r>
            <a:r>
              <a:rPr lang="de-AT" sz="2000" b="0" strike="noStrike" spc="-1" dirty="0" err="1">
                <a:solidFill>
                  <a:srgbClr val="000000"/>
                </a:solidFill>
                <a:latin typeface="Arial"/>
              </a:rPr>
              <a:t>effect</a:t>
            </a:r>
            <a:r>
              <a:rPr lang="de-AT" sz="2000" b="0" strike="noStrike" spc="-1" dirty="0">
                <a:solidFill>
                  <a:srgbClr val="000000"/>
                </a:solidFill>
                <a:latin typeface="Arial"/>
              </a:rPr>
              <a:t> in </a:t>
            </a:r>
            <a:r>
              <a:rPr lang="de-AT" sz="2000" b="0" strike="noStrike" spc="-1" dirty="0" err="1">
                <a:solidFill>
                  <a:srgbClr val="000000"/>
                </a:solidFill>
                <a:latin typeface="Arial"/>
              </a:rPr>
              <a:t>the</a:t>
            </a:r>
            <a:r>
              <a:rPr lang="de-AT" sz="2000" b="0" strike="noStrike" spc="-1" dirty="0">
                <a:solidFill>
                  <a:srgbClr val="000000"/>
                </a:solidFill>
                <a:latin typeface="Arial"/>
              </a:rPr>
              <a:t> meta-analysis </a:t>
            </a:r>
            <a:r>
              <a:rPr lang="de-AT" sz="2000" b="0" strike="noStrike" spc="-1" dirty="0" err="1">
                <a:solidFill>
                  <a:srgbClr val="000000"/>
                </a:solidFill>
                <a:latin typeface="Arial"/>
              </a:rPr>
              <a:t>may</a:t>
            </a:r>
            <a:r>
              <a:rPr lang="de-AT" sz="2000" b="0" strike="noStrike" spc="-1" dirty="0">
                <a:solidFill>
                  <a:srgbClr val="000000"/>
                </a:solidFill>
                <a:latin typeface="Arial"/>
              </a:rPr>
              <a:t> </a:t>
            </a:r>
            <a:r>
              <a:rPr lang="de-AT" sz="2000" b="0" strike="noStrike" spc="-1" dirty="0" err="1">
                <a:solidFill>
                  <a:srgbClr val="000000"/>
                </a:solidFill>
                <a:latin typeface="Arial"/>
              </a:rPr>
              <a:t>be</a:t>
            </a:r>
            <a:r>
              <a:rPr lang="de-AT" sz="2000" b="0" strike="noStrike" spc="-1" dirty="0">
                <a:solidFill>
                  <a:srgbClr val="000000"/>
                </a:solidFill>
                <a:latin typeface="Arial"/>
              </a:rPr>
              <a:t> </a:t>
            </a:r>
            <a:r>
              <a:rPr lang="de-AT" sz="2000" b="0" strike="noStrike" spc="-1" dirty="0" err="1">
                <a:solidFill>
                  <a:srgbClr val="000000"/>
                </a:solidFill>
                <a:latin typeface="Arial"/>
              </a:rPr>
              <a:t>overestimated</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err="1">
                <a:solidFill>
                  <a:srgbClr val="000000"/>
                </a:solidFill>
                <a:latin typeface="Arial"/>
              </a:rPr>
              <a:t>Another</a:t>
            </a:r>
            <a:r>
              <a:rPr lang="de-AT" sz="2000" b="0" strike="noStrike" spc="-1" dirty="0">
                <a:solidFill>
                  <a:srgbClr val="000000"/>
                </a:solidFill>
                <a:latin typeface="Arial"/>
              </a:rPr>
              <a:t> </a:t>
            </a:r>
            <a:r>
              <a:rPr lang="de-AT" sz="2000" b="0" strike="noStrike" spc="-1" dirty="0" err="1">
                <a:solidFill>
                  <a:srgbClr val="000000"/>
                </a:solidFill>
                <a:latin typeface="Arial"/>
              </a:rPr>
              <a:t>issue</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small</a:t>
            </a:r>
            <a:r>
              <a:rPr lang="de-AT" sz="2000" b="0" strike="noStrike" spc="-1" dirty="0">
                <a:solidFill>
                  <a:srgbClr val="000000"/>
                </a:solidFill>
                <a:latin typeface="Arial"/>
              </a:rPr>
              <a:t> sample </a:t>
            </a:r>
            <a:r>
              <a:rPr lang="de-AT" sz="2000" b="0" strike="noStrike" spc="-1" dirty="0" err="1">
                <a:solidFill>
                  <a:srgbClr val="000000"/>
                </a:solidFill>
                <a:latin typeface="Arial"/>
              </a:rPr>
              <a:t>size</a:t>
            </a:r>
            <a:r>
              <a:rPr lang="de-AT" sz="2000" b="0" strike="noStrike" spc="-1" dirty="0">
                <a:solidFill>
                  <a:srgbClr val="000000"/>
                </a:solidFill>
                <a:latin typeface="Arial"/>
              </a:rPr>
              <a:t>. Some </a:t>
            </a:r>
            <a:r>
              <a:rPr lang="de-AT" sz="2000" b="0" strike="noStrike" spc="-1" dirty="0" err="1">
                <a:solidFill>
                  <a:srgbClr val="000000"/>
                </a:solidFill>
                <a:latin typeface="Arial"/>
              </a:rPr>
              <a:t>included</a:t>
            </a:r>
            <a:r>
              <a:rPr lang="de-AT" sz="2000" b="0" strike="noStrike" spc="-1" dirty="0">
                <a:solidFill>
                  <a:srgbClr val="000000"/>
                </a:solidFill>
                <a:latin typeface="Arial"/>
              </a:rPr>
              <a: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had</a:t>
            </a:r>
            <a:r>
              <a:rPr lang="de-AT" sz="2000" b="0" strike="noStrike" spc="-1" dirty="0">
                <a:solidFill>
                  <a:srgbClr val="000000"/>
                </a:solidFill>
                <a:latin typeface="Arial"/>
              </a:rPr>
              <a:t> </a:t>
            </a:r>
            <a:r>
              <a:rPr lang="de-AT" sz="2000" b="0" strike="noStrike" spc="-1" dirty="0" err="1">
                <a:solidFill>
                  <a:srgbClr val="000000"/>
                </a:solidFill>
                <a:latin typeface="Arial"/>
              </a:rPr>
              <a:t>relatively</a:t>
            </a:r>
            <a:r>
              <a:rPr lang="de-AT" sz="2000" b="0" strike="noStrike" spc="-1" dirty="0">
                <a:solidFill>
                  <a:srgbClr val="000000"/>
                </a:solidFill>
                <a:latin typeface="Arial"/>
              </a:rPr>
              <a:t> </a:t>
            </a:r>
            <a:r>
              <a:rPr lang="de-AT" sz="2000" b="0" strike="noStrike" spc="-1" dirty="0" err="1">
                <a:solidFill>
                  <a:srgbClr val="000000"/>
                </a:solidFill>
                <a:latin typeface="Arial"/>
              </a:rPr>
              <a:t>small</a:t>
            </a:r>
            <a:r>
              <a:rPr lang="de-AT" sz="2000" b="0" strike="noStrike" spc="-1" dirty="0">
                <a:solidFill>
                  <a:srgbClr val="000000"/>
                </a:solidFill>
                <a:latin typeface="Arial"/>
              </a:rPr>
              <a:t> </a:t>
            </a:r>
            <a:r>
              <a:rPr lang="de-AT" sz="2000" b="0" strike="noStrike" spc="-1" dirty="0" err="1">
                <a:solidFill>
                  <a:srgbClr val="000000"/>
                </a:solidFill>
                <a:latin typeface="Arial"/>
              </a:rPr>
              <a:t>samples</a:t>
            </a:r>
            <a:r>
              <a:rPr lang="de-AT" sz="2000" b="0" strike="noStrike" spc="-1" dirty="0">
                <a:solidFill>
                  <a:srgbClr val="000000"/>
                </a:solidFill>
                <a:latin typeface="Arial"/>
              </a:rPr>
              <a:t>, </a:t>
            </a:r>
            <a:r>
              <a:rPr lang="de-AT" sz="2000" b="0" strike="noStrike" spc="-1" dirty="0" err="1">
                <a:solidFill>
                  <a:srgbClr val="000000"/>
                </a:solidFill>
                <a:latin typeface="Arial"/>
              </a:rPr>
              <a:t>which</a:t>
            </a:r>
            <a:r>
              <a:rPr lang="de-AT" sz="2000" b="0" strike="noStrike" spc="-1" dirty="0">
                <a:solidFill>
                  <a:srgbClr val="000000"/>
                </a:solidFill>
                <a:latin typeface="Arial"/>
              </a:rPr>
              <a:t> </a:t>
            </a:r>
            <a:r>
              <a:rPr lang="de-AT" sz="2000" b="0" strike="noStrike" spc="-1" dirty="0" err="1">
                <a:solidFill>
                  <a:srgbClr val="000000"/>
                </a:solidFill>
                <a:latin typeface="Arial"/>
              </a:rPr>
              <a:t>can</a:t>
            </a:r>
            <a:r>
              <a:rPr lang="de-AT" sz="2000" b="0" strike="noStrike" spc="-1" dirty="0">
                <a:solidFill>
                  <a:srgbClr val="000000"/>
                </a:solidFill>
                <a:latin typeface="Arial"/>
              </a:rPr>
              <a:t> </a:t>
            </a:r>
            <a:r>
              <a:rPr lang="de-AT" sz="2000" b="0" strike="noStrike" spc="-1" dirty="0" err="1">
                <a:solidFill>
                  <a:srgbClr val="000000"/>
                </a:solidFill>
                <a:latin typeface="Arial"/>
              </a:rPr>
              <a:t>make</a:t>
            </a:r>
            <a:r>
              <a:rPr lang="de-AT" sz="2000" b="0" strike="noStrike" spc="-1" dirty="0">
                <a:solidFill>
                  <a:srgbClr val="000000"/>
                </a:solidFill>
                <a:latin typeface="Arial"/>
              </a:rPr>
              <a:t> </a:t>
            </a:r>
            <a:r>
              <a:rPr lang="de-AT" sz="2000" b="0" strike="noStrike" spc="-1" dirty="0" err="1">
                <a:solidFill>
                  <a:srgbClr val="000000"/>
                </a:solidFill>
                <a:latin typeface="Arial"/>
              </a:rPr>
              <a:t>results</a:t>
            </a:r>
            <a:r>
              <a:rPr lang="de-AT" sz="2000" b="0" strike="noStrike" spc="-1" dirty="0">
                <a:solidFill>
                  <a:srgbClr val="000000"/>
                </a:solidFill>
                <a:latin typeface="Arial"/>
              </a:rPr>
              <a:t> </a:t>
            </a:r>
            <a:r>
              <a:rPr lang="de-AT" sz="2000" b="0" strike="noStrike" spc="-1" dirty="0" err="1">
                <a:solidFill>
                  <a:srgbClr val="000000"/>
                </a:solidFill>
                <a:latin typeface="Arial"/>
              </a:rPr>
              <a:t>less</a:t>
            </a:r>
            <a:r>
              <a:rPr lang="de-AT" sz="2000" b="0" strike="noStrike" spc="-1" dirty="0">
                <a:solidFill>
                  <a:srgbClr val="000000"/>
                </a:solidFill>
                <a:latin typeface="Arial"/>
              </a:rPr>
              <a:t> </a:t>
            </a:r>
            <a:r>
              <a:rPr lang="de-AT" sz="2000" b="0" strike="noStrike" spc="-1" dirty="0" err="1">
                <a:solidFill>
                  <a:srgbClr val="000000"/>
                </a:solidFill>
                <a:latin typeface="Arial"/>
              </a:rPr>
              <a:t>stable</a:t>
            </a:r>
            <a:r>
              <a:rPr lang="de-AT" sz="2000" b="0" strike="noStrike" spc="-1" dirty="0">
                <a:solidFill>
                  <a:srgbClr val="000000"/>
                </a:solidFill>
                <a:latin typeface="Arial"/>
              </a:rPr>
              <a:t>, like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one</a:t>
            </a:r>
            <a:r>
              <a:rPr lang="de-AT" sz="2000" b="0" strike="noStrike" spc="-1" dirty="0">
                <a:solidFill>
                  <a:srgbClr val="000000"/>
                </a:solidFill>
                <a:latin typeface="Arial"/>
              </a:rPr>
              <a:t> I will </a:t>
            </a:r>
            <a:r>
              <a:rPr lang="de-AT" sz="2000" b="0" strike="noStrike" spc="-1" dirty="0" err="1">
                <a:solidFill>
                  <a:srgbClr val="000000"/>
                </a:solidFill>
                <a:latin typeface="Arial"/>
              </a:rPr>
              <a:t>present</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you</a:t>
            </a:r>
            <a:r>
              <a:rPr lang="de-AT" sz="2000" b="0" strike="noStrike" spc="-1" dirty="0">
                <a:solidFill>
                  <a:srgbClr val="000000"/>
                </a:solidFill>
                <a:latin typeface="Arial"/>
              </a:rPr>
              <a:t> </a:t>
            </a:r>
            <a:r>
              <a:rPr lang="de-AT" sz="2000" b="0" strike="noStrike" spc="-1" dirty="0" err="1">
                <a:solidFill>
                  <a:srgbClr val="000000"/>
                </a:solidFill>
                <a:latin typeface="Arial"/>
              </a:rPr>
              <a:t>where</a:t>
            </a:r>
            <a:r>
              <a:rPr lang="de-AT" sz="2000" b="0" strike="noStrike" spc="-1" dirty="0">
                <a:solidFill>
                  <a:srgbClr val="000000"/>
                </a:solidFill>
                <a:latin typeface="Arial"/>
              </a:rPr>
              <a:t> </a:t>
            </a:r>
            <a:r>
              <a:rPr lang="de-AT" sz="2000" b="0" strike="noStrike" spc="-1" dirty="0" err="1">
                <a:solidFill>
                  <a:srgbClr val="000000"/>
                </a:solidFill>
                <a:latin typeface="Arial"/>
              </a:rPr>
              <a:t>only</a:t>
            </a:r>
            <a:r>
              <a:rPr lang="de-AT" sz="2000" b="0" strike="noStrike" spc="-1" dirty="0">
                <a:solidFill>
                  <a:srgbClr val="000000"/>
                </a:solidFill>
                <a:latin typeface="Arial"/>
              </a:rPr>
              <a:t> 18 </a:t>
            </a:r>
            <a:r>
              <a:rPr lang="de-AT" sz="2000" b="0" strike="noStrike" spc="-1" dirty="0" err="1">
                <a:solidFill>
                  <a:srgbClr val="000000"/>
                </a:solidFill>
                <a:latin typeface="Arial"/>
              </a:rPr>
              <a:t>students</a:t>
            </a:r>
            <a:r>
              <a:rPr lang="de-AT" sz="2000" b="0" strike="noStrike" spc="-1" dirty="0">
                <a:solidFill>
                  <a:srgbClr val="000000"/>
                </a:solidFill>
                <a:latin typeface="Arial"/>
              </a:rPr>
              <a:t> </a:t>
            </a:r>
            <a:r>
              <a:rPr lang="de-AT" sz="2000" b="0" strike="noStrike" spc="-1" dirty="0" err="1">
                <a:solidFill>
                  <a:srgbClr val="000000"/>
                </a:solidFill>
                <a:latin typeface="Arial"/>
              </a:rPr>
              <a:t>took</a:t>
            </a:r>
            <a:r>
              <a:rPr lang="de-AT" sz="2000" b="0" strike="noStrike" spc="-1" dirty="0">
                <a:solidFill>
                  <a:srgbClr val="000000"/>
                </a:solidFill>
                <a:latin typeface="Arial"/>
              </a:rPr>
              <a:t> part. Small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can</a:t>
            </a:r>
            <a:r>
              <a:rPr lang="de-AT" sz="2000" b="0" strike="noStrike" spc="-1" dirty="0">
                <a:solidFill>
                  <a:srgbClr val="000000"/>
                </a:solidFill>
                <a:latin typeface="Arial"/>
              </a:rPr>
              <a:t> </a:t>
            </a:r>
            <a:r>
              <a:rPr lang="de-AT" sz="2000" b="0" strike="noStrike" spc="-1" dirty="0" err="1">
                <a:solidFill>
                  <a:srgbClr val="000000"/>
                </a:solidFill>
                <a:latin typeface="Arial"/>
              </a:rPr>
              <a:t>sometimes</a:t>
            </a:r>
            <a:r>
              <a:rPr lang="de-AT" sz="2000" b="0" strike="noStrike" spc="-1" dirty="0">
                <a:solidFill>
                  <a:srgbClr val="000000"/>
                </a:solidFill>
                <a:latin typeface="Arial"/>
              </a:rPr>
              <a:t> </a:t>
            </a:r>
            <a:r>
              <a:rPr lang="de-AT" sz="2000" b="0" strike="noStrike" spc="-1" dirty="0" err="1">
                <a:solidFill>
                  <a:srgbClr val="000000"/>
                </a:solidFill>
                <a:latin typeface="Arial"/>
              </a:rPr>
              <a:t>produce</a:t>
            </a:r>
            <a:r>
              <a:rPr lang="de-AT" sz="2000" b="0" strike="noStrike" spc="-1" dirty="0">
                <a:solidFill>
                  <a:srgbClr val="000000"/>
                </a:solidFill>
                <a:latin typeface="Arial"/>
              </a:rPr>
              <a:t> </a:t>
            </a:r>
            <a:r>
              <a:rPr lang="de-AT" sz="2000" b="0" strike="noStrike" spc="-1" dirty="0" err="1">
                <a:solidFill>
                  <a:srgbClr val="000000"/>
                </a:solidFill>
                <a:latin typeface="Arial"/>
              </a:rPr>
              <a:t>exaggerated</a:t>
            </a:r>
            <a:r>
              <a:rPr lang="de-AT" sz="2000" b="0" strike="noStrike" spc="-1" dirty="0">
                <a:solidFill>
                  <a:srgbClr val="000000"/>
                </a:solidFill>
                <a:latin typeface="Arial"/>
              </a:rPr>
              <a:t> </a:t>
            </a:r>
            <a:r>
              <a:rPr lang="de-AT" sz="2000" b="0" strike="noStrike" spc="-1" dirty="0" err="1">
                <a:solidFill>
                  <a:srgbClr val="000000"/>
                </a:solidFill>
                <a:latin typeface="Arial"/>
              </a:rPr>
              <a:t>effects</a:t>
            </a:r>
            <a:r>
              <a:rPr lang="de-AT" sz="2000" b="0" strike="noStrike" spc="-1" dirty="0">
                <a:solidFill>
                  <a:srgbClr val="000000"/>
                </a:solidFill>
                <a:latin typeface="Arial"/>
              </a:rPr>
              <a:t>, </a:t>
            </a:r>
            <a:r>
              <a:rPr lang="de-AT" sz="2000" b="0" strike="noStrike" spc="-1" dirty="0" err="1">
                <a:solidFill>
                  <a:srgbClr val="000000"/>
                </a:solidFill>
                <a:latin typeface="Arial"/>
              </a:rPr>
              <a:t>especially</a:t>
            </a:r>
            <a:r>
              <a:rPr lang="de-AT" sz="2000" b="0" strike="noStrike" spc="-1" dirty="0">
                <a:solidFill>
                  <a:srgbClr val="000000"/>
                </a:solidFill>
                <a:latin typeface="Arial"/>
              </a:rPr>
              <a:t> in a </a:t>
            </a:r>
            <a:r>
              <a:rPr lang="de-AT" sz="2000" b="0" strike="noStrike" spc="-1" dirty="0" err="1">
                <a:solidFill>
                  <a:srgbClr val="000000"/>
                </a:solidFill>
                <a:latin typeface="Arial"/>
              </a:rPr>
              <a:t>new</a:t>
            </a:r>
            <a:r>
              <a:rPr lang="de-AT" sz="2000" b="0" strike="noStrike" spc="-1" dirty="0">
                <a:solidFill>
                  <a:srgbClr val="000000"/>
                </a:solidFill>
                <a:latin typeface="Arial"/>
              </a:rPr>
              <a:t> and </a:t>
            </a:r>
            <a:r>
              <a:rPr lang="de-AT" sz="2000" b="0" strike="noStrike" spc="-1" dirty="0" err="1">
                <a:solidFill>
                  <a:srgbClr val="000000"/>
                </a:solidFill>
                <a:latin typeface="Arial"/>
              </a:rPr>
              <a:t>rapidly</a:t>
            </a:r>
            <a:r>
              <a:rPr lang="de-AT" sz="2000" b="0" strike="noStrike" spc="-1" dirty="0">
                <a:solidFill>
                  <a:srgbClr val="000000"/>
                </a:solidFill>
                <a:latin typeface="Arial"/>
              </a:rPr>
              <a:t> </a:t>
            </a:r>
            <a:r>
              <a:rPr lang="de-AT" sz="2000" b="0" strike="noStrike" spc="-1" dirty="0" err="1">
                <a:solidFill>
                  <a:srgbClr val="000000"/>
                </a:solidFill>
                <a:latin typeface="Arial"/>
              </a:rPr>
              <a:t>developing</a:t>
            </a:r>
            <a:r>
              <a:rPr lang="de-AT" sz="2000" b="0" strike="noStrike" spc="-1" dirty="0">
                <a:solidFill>
                  <a:srgbClr val="000000"/>
                </a:solidFill>
                <a:latin typeface="Arial"/>
              </a:rPr>
              <a:t> </a:t>
            </a:r>
            <a:r>
              <a:rPr lang="de-AT" sz="2000" b="0" strike="noStrike" spc="-1" dirty="0" err="1">
                <a:solidFill>
                  <a:srgbClr val="000000"/>
                </a:solidFill>
                <a:latin typeface="Arial"/>
              </a:rPr>
              <a:t>research</a:t>
            </a:r>
            <a:r>
              <a:rPr lang="de-AT" sz="2000" b="0" strike="noStrike" spc="-1" dirty="0">
                <a:solidFill>
                  <a:srgbClr val="000000"/>
                </a:solidFill>
                <a:latin typeface="Arial"/>
              </a:rPr>
              <a:t> </a:t>
            </a:r>
            <a:r>
              <a:rPr lang="de-AT" sz="2000" b="0" strike="noStrike" spc="-1" dirty="0" err="1">
                <a:solidFill>
                  <a:srgbClr val="000000"/>
                </a:solidFill>
                <a:latin typeface="Arial"/>
              </a:rPr>
              <a:t>area</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A </a:t>
            </a:r>
            <a:r>
              <a:rPr lang="de-AT" sz="2000" b="0" strike="noStrike" spc="-1" dirty="0" err="1">
                <a:solidFill>
                  <a:srgbClr val="000000"/>
                </a:solidFill>
                <a:latin typeface="Arial"/>
              </a:rPr>
              <a:t>further</a:t>
            </a:r>
            <a:r>
              <a:rPr lang="de-AT" sz="2000" b="0" strike="noStrike" spc="-1" dirty="0">
                <a:solidFill>
                  <a:srgbClr val="000000"/>
                </a:solidFill>
                <a:latin typeface="Arial"/>
              </a:rPr>
              <a:t> possible </a:t>
            </a:r>
            <a:r>
              <a:rPr lang="de-AT" sz="2000" b="0" strike="noStrike" spc="-1" dirty="0" err="1">
                <a:solidFill>
                  <a:srgbClr val="000000"/>
                </a:solidFill>
                <a:latin typeface="Arial"/>
              </a:rPr>
              <a:t>bias</a:t>
            </a:r>
            <a:r>
              <a:rPr lang="de-AT" sz="2000" b="0" strike="noStrike" spc="-1" dirty="0">
                <a:solidFill>
                  <a:srgbClr val="000000"/>
                </a:solidFill>
                <a:latin typeface="Arial"/>
              </a:rPr>
              <a: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novelty</a:t>
            </a:r>
            <a:r>
              <a:rPr lang="de-AT" sz="2000" b="0" strike="noStrike" spc="-1" dirty="0">
                <a:solidFill>
                  <a:srgbClr val="000000"/>
                </a:solidFill>
                <a:latin typeface="Arial"/>
              </a:rPr>
              <a:t> </a:t>
            </a:r>
            <a:r>
              <a:rPr lang="de-AT" sz="2000" b="0" strike="noStrike" spc="-1" dirty="0" err="1">
                <a:solidFill>
                  <a:srgbClr val="000000"/>
                </a:solidFill>
                <a:latin typeface="Arial"/>
              </a:rPr>
              <a:t>effect</a:t>
            </a:r>
            <a:r>
              <a:rPr lang="de-AT" sz="2000" b="0" strike="noStrike" spc="-1" dirty="0">
                <a:solidFill>
                  <a:srgbClr val="000000"/>
                </a:solidFill>
                <a:latin typeface="Arial"/>
              </a:rPr>
              <a:t>. </a:t>
            </a:r>
            <a:r>
              <a:rPr lang="de-AT" sz="2000" b="0" strike="noStrike" spc="-1" dirty="0" err="1">
                <a:solidFill>
                  <a:srgbClr val="000000"/>
                </a:solidFill>
                <a:latin typeface="Arial"/>
              </a:rPr>
              <a:t>Students</a:t>
            </a:r>
            <a:r>
              <a:rPr lang="de-AT" sz="2000" b="0" strike="noStrike" spc="-1" dirty="0">
                <a:solidFill>
                  <a:srgbClr val="000000"/>
                </a:solidFill>
                <a:latin typeface="Arial"/>
              </a:rPr>
              <a:t> </a:t>
            </a:r>
            <a:r>
              <a:rPr lang="de-AT" sz="2000" b="0" strike="noStrike" spc="-1" dirty="0" err="1">
                <a:solidFill>
                  <a:srgbClr val="000000"/>
                </a:solidFill>
                <a:latin typeface="Arial"/>
              </a:rPr>
              <a:t>may</a:t>
            </a:r>
            <a:r>
              <a:rPr lang="de-AT" sz="2000" b="0" strike="noStrike" spc="-1" dirty="0">
                <a:solidFill>
                  <a:srgbClr val="000000"/>
                </a:solidFill>
                <a:latin typeface="Arial"/>
              </a:rPr>
              <a:t> </a:t>
            </a:r>
            <a:r>
              <a:rPr lang="de-AT" sz="2000" b="0" strike="noStrike" spc="-1" dirty="0" err="1">
                <a:solidFill>
                  <a:srgbClr val="000000"/>
                </a:solidFill>
                <a:latin typeface="Arial"/>
              </a:rPr>
              <a:t>be</a:t>
            </a:r>
            <a:r>
              <a:rPr lang="de-AT" sz="2000" b="0" strike="noStrike" spc="-1" dirty="0">
                <a:solidFill>
                  <a:srgbClr val="000000"/>
                </a:solidFill>
                <a:latin typeface="Arial"/>
              </a:rPr>
              <a:t> </a:t>
            </a:r>
            <a:r>
              <a:rPr lang="de-AT" sz="2000" b="0" strike="noStrike" spc="-1" dirty="0" err="1">
                <a:solidFill>
                  <a:srgbClr val="000000"/>
                </a:solidFill>
                <a:latin typeface="Arial"/>
              </a:rPr>
              <a:t>more</a:t>
            </a:r>
            <a:r>
              <a:rPr lang="de-AT" sz="2000" b="0" strike="noStrike" spc="-1" dirty="0">
                <a:solidFill>
                  <a:srgbClr val="000000"/>
                </a:solidFill>
                <a:latin typeface="Arial"/>
              </a:rPr>
              <a:t> </a:t>
            </a:r>
            <a:r>
              <a:rPr lang="de-AT" sz="2000" b="0" strike="noStrike" spc="-1" dirty="0" err="1">
                <a:solidFill>
                  <a:srgbClr val="000000"/>
                </a:solidFill>
                <a:latin typeface="Arial"/>
              </a:rPr>
              <a:t>motivated</a:t>
            </a:r>
            <a:r>
              <a:rPr lang="de-AT" sz="2000" b="0" strike="noStrike" spc="-1" dirty="0">
                <a:solidFill>
                  <a:srgbClr val="000000"/>
                </a:solidFill>
                <a:latin typeface="Arial"/>
              </a:rPr>
              <a:t> </a:t>
            </a:r>
            <a:r>
              <a:rPr lang="de-AT" sz="2000" b="0" strike="noStrike" spc="-1" dirty="0" err="1">
                <a:solidFill>
                  <a:srgbClr val="000000"/>
                </a:solidFill>
                <a:latin typeface="Arial"/>
              </a:rPr>
              <a:t>simply</a:t>
            </a:r>
            <a:r>
              <a:rPr lang="de-AT" sz="2000" b="0" strike="noStrike" spc="-1" dirty="0">
                <a:solidFill>
                  <a:srgbClr val="000000"/>
                </a:solidFill>
                <a:latin typeface="Arial"/>
              </a:rPr>
              <a:t> </a:t>
            </a:r>
            <a:r>
              <a:rPr lang="de-AT" sz="2000" b="0" strike="noStrike" spc="-1" dirty="0" err="1">
                <a:solidFill>
                  <a:srgbClr val="000000"/>
                </a:solidFill>
                <a:latin typeface="Arial"/>
              </a:rPr>
              <a:t>because</a:t>
            </a:r>
            <a:r>
              <a:rPr lang="de-AT" sz="2000" b="0" strike="noStrike" spc="-1" dirty="0">
                <a:solidFill>
                  <a:srgbClr val="000000"/>
                </a:solidFill>
                <a:latin typeface="Arial"/>
              </a:rPr>
              <a:t> ChatGPT </a:t>
            </a:r>
            <a:r>
              <a:rPr lang="de-AT" sz="2000" b="0" strike="noStrike" spc="-1" dirty="0" err="1">
                <a:solidFill>
                  <a:srgbClr val="000000"/>
                </a:solidFill>
                <a:latin typeface="Arial"/>
              </a:rPr>
              <a:t>is</a:t>
            </a:r>
            <a:r>
              <a:rPr lang="de-AT" sz="2000" b="0" strike="noStrike" spc="-1" dirty="0">
                <a:solidFill>
                  <a:srgbClr val="000000"/>
                </a:solidFill>
                <a:latin typeface="Arial"/>
              </a:rPr>
              <a:t> </a:t>
            </a:r>
            <a:r>
              <a:rPr lang="de-AT" sz="2000" b="0" strike="noStrike" spc="-1" dirty="0" err="1">
                <a:solidFill>
                  <a:srgbClr val="000000"/>
                </a:solidFill>
                <a:latin typeface="Arial"/>
              </a:rPr>
              <a:t>new</a:t>
            </a:r>
            <a:r>
              <a:rPr lang="de-AT" sz="2000" b="0" strike="noStrike" spc="-1" dirty="0">
                <a:solidFill>
                  <a:srgbClr val="000000"/>
                </a:solidFill>
                <a:latin typeface="Arial"/>
              </a:rPr>
              <a:t> and </a:t>
            </a:r>
            <a:r>
              <a:rPr lang="de-AT" sz="2000" b="0" strike="noStrike" spc="-1" dirty="0" err="1">
                <a:solidFill>
                  <a:srgbClr val="000000"/>
                </a:solidFill>
                <a:latin typeface="Arial"/>
              </a:rPr>
              <a:t>interesting</a:t>
            </a:r>
            <a:r>
              <a:rPr lang="de-AT" sz="2000" b="0" strike="noStrike" spc="-1" dirty="0">
                <a:solidFill>
                  <a:srgbClr val="000000"/>
                </a:solidFill>
                <a:latin typeface="Arial"/>
              </a:rPr>
              <a:t>. In </a:t>
            </a:r>
            <a:r>
              <a:rPr lang="de-AT" sz="2000" b="0" strike="noStrike" spc="-1" dirty="0" err="1">
                <a:solidFill>
                  <a:srgbClr val="000000"/>
                </a:solidFill>
                <a:latin typeface="Arial"/>
              </a:rPr>
              <a:t>that</a:t>
            </a:r>
            <a:r>
              <a:rPr lang="de-AT" sz="2000" b="0" strike="noStrike" spc="-1" dirty="0">
                <a:solidFill>
                  <a:srgbClr val="000000"/>
                </a:solidFill>
                <a:latin typeface="Arial"/>
              </a:rPr>
              <a:t> </a:t>
            </a:r>
            <a:r>
              <a:rPr lang="de-AT" sz="2000" b="0" strike="noStrike" spc="-1" dirty="0" err="1">
                <a:solidFill>
                  <a:srgbClr val="000000"/>
                </a:solidFill>
                <a:latin typeface="Arial"/>
              </a:rPr>
              <a:t>case</a:t>
            </a:r>
            <a:r>
              <a:rPr lang="de-AT" sz="2000" b="0" strike="noStrike" spc="-1" dirty="0">
                <a:solidFill>
                  <a:srgbClr val="000000"/>
                </a:solidFill>
                <a:latin typeface="Arial"/>
              </a:rPr>
              <a:t>, </a:t>
            </a:r>
            <a:r>
              <a:rPr lang="de-AT" sz="2000" b="0" strike="noStrike" spc="-1" dirty="0" err="1">
                <a:solidFill>
                  <a:srgbClr val="000000"/>
                </a:solidFill>
                <a:latin typeface="Arial"/>
              </a:rPr>
              <a:t>some</a:t>
            </a:r>
            <a:r>
              <a:rPr lang="de-AT" sz="2000" b="0" strike="noStrike" spc="-1" dirty="0">
                <a:solidFill>
                  <a:srgbClr val="000000"/>
                </a:solidFill>
                <a:latin typeface="Arial"/>
              </a:rPr>
              <a:t> positive </a:t>
            </a:r>
            <a:r>
              <a:rPr lang="de-AT" sz="2000" b="0" strike="noStrike" spc="-1" dirty="0" err="1">
                <a:solidFill>
                  <a:srgbClr val="000000"/>
                </a:solidFill>
                <a:latin typeface="Arial"/>
              </a:rPr>
              <a:t>effects</a:t>
            </a:r>
            <a:r>
              <a:rPr lang="de-AT" sz="2000" b="0" strike="noStrike" spc="-1" dirty="0">
                <a:solidFill>
                  <a:srgbClr val="000000"/>
                </a:solidFill>
                <a:latin typeface="Arial"/>
              </a:rPr>
              <a:t> </a:t>
            </a:r>
            <a:r>
              <a:rPr lang="de-AT" sz="2000" b="0" strike="noStrike" spc="-1" dirty="0" err="1">
                <a:solidFill>
                  <a:srgbClr val="000000"/>
                </a:solidFill>
                <a:latin typeface="Arial"/>
              </a:rPr>
              <a:t>might</a:t>
            </a:r>
            <a:r>
              <a:rPr lang="de-AT" sz="2000" b="0" strike="noStrike" spc="-1" dirty="0">
                <a:solidFill>
                  <a:srgbClr val="000000"/>
                </a:solidFill>
                <a:latin typeface="Arial"/>
              </a:rPr>
              <a:t> </a:t>
            </a:r>
            <a:r>
              <a:rPr lang="de-AT" sz="2000" b="0" strike="noStrike" spc="-1" dirty="0" err="1">
                <a:solidFill>
                  <a:srgbClr val="000000"/>
                </a:solidFill>
                <a:latin typeface="Arial"/>
              </a:rPr>
              <a:t>reflect</a:t>
            </a:r>
            <a:r>
              <a:rPr lang="de-AT" sz="2000" b="0" strike="noStrike" spc="-1" dirty="0">
                <a:solidFill>
                  <a:srgbClr val="000000"/>
                </a:solidFill>
                <a:latin typeface="Arial"/>
              </a:rPr>
              <a:t> </a:t>
            </a:r>
            <a:r>
              <a:rPr lang="de-AT" sz="2000" b="0" strike="noStrike" spc="-1" dirty="0" err="1">
                <a:solidFill>
                  <a:srgbClr val="000000"/>
                </a:solidFill>
                <a:latin typeface="Arial"/>
              </a:rPr>
              <a:t>curiosity</a:t>
            </a:r>
            <a:r>
              <a:rPr lang="de-AT" sz="2000" b="0" strike="noStrike" spc="-1" dirty="0">
                <a:solidFill>
                  <a:srgbClr val="000000"/>
                </a:solidFill>
                <a:latin typeface="Arial"/>
              </a:rPr>
              <a:t> </a:t>
            </a:r>
            <a:r>
              <a:rPr lang="de-AT" sz="2000" b="0" strike="noStrike" spc="-1" dirty="0" err="1">
                <a:solidFill>
                  <a:srgbClr val="000000"/>
                </a:solidFill>
                <a:latin typeface="Arial"/>
              </a:rPr>
              <a:t>or</a:t>
            </a:r>
            <a:r>
              <a:rPr lang="de-AT" sz="2000" b="0" strike="noStrike" spc="-1" dirty="0">
                <a:solidFill>
                  <a:srgbClr val="000000"/>
                </a:solidFill>
                <a:latin typeface="Arial"/>
              </a:rPr>
              <a:t> </a:t>
            </a:r>
            <a:r>
              <a:rPr lang="de-AT" sz="2000" b="0" strike="noStrike" spc="-1" dirty="0" err="1">
                <a:solidFill>
                  <a:srgbClr val="000000"/>
                </a:solidFill>
                <a:latin typeface="Arial"/>
              </a:rPr>
              <a:t>excitement</a:t>
            </a:r>
            <a:r>
              <a:rPr lang="de-AT" sz="2000" b="0" strike="noStrike" spc="-1" dirty="0">
                <a:solidFill>
                  <a:srgbClr val="000000"/>
                </a:solidFill>
                <a:latin typeface="Arial"/>
              </a:rPr>
              <a:t> </a:t>
            </a:r>
            <a:r>
              <a:rPr lang="de-AT" sz="2000" b="0" strike="noStrike" spc="-1" dirty="0" err="1">
                <a:solidFill>
                  <a:srgbClr val="000000"/>
                </a:solidFill>
                <a:latin typeface="Arial"/>
              </a:rPr>
              <a:t>rather</a:t>
            </a:r>
            <a:r>
              <a:rPr lang="de-AT" sz="2000" b="0" strike="noStrike" spc="-1" dirty="0">
                <a:solidFill>
                  <a:srgbClr val="000000"/>
                </a:solidFill>
                <a:latin typeface="Arial"/>
              </a:rPr>
              <a:t> </a:t>
            </a:r>
            <a:r>
              <a:rPr lang="de-AT" sz="2000" b="0" strike="noStrike" spc="-1" dirty="0" err="1">
                <a:solidFill>
                  <a:srgbClr val="000000"/>
                </a:solidFill>
                <a:latin typeface="Arial"/>
              </a:rPr>
              <a:t>than</a:t>
            </a:r>
            <a:r>
              <a:rPr lang="de-AT" sz="2000" b="0" strike="noStrike" spc="-1" dirty="0">
                <a:solidFill>
                  <a:srgbClr val="000000"/>
                </a:solidFill>
                <a:latin typeface="Arial"/>
              </a:rPr>
              <a:t> a </a:t>
            </a:r>
            <a:r>
              <a:rPr lang="de-AT" sz="2000" b="0" strike="noStrike" spc="-1" dirty="0" err="1">
                <a:solidFill>
                  <a:srgbClr val="000000"/>
                </a:solidFill>
                <a:latin typeface="Arial"/>
              </a:rPr>
              <a:t>stable</a:t>
            </a:r>
            <a:r>
              <a:rPr lang="de-AT" sz="2000" b="0" strike="noStrike" spc="-1" dirty="0">
                <a:solidFill>
                  <a:srgbClr val="000000"/>
                </a:solidFill>
                <a:latin typeface="Arial"/>
              </a:rPr>
              <a:t> </a:t>
            </a:r>
            <a:r>
              <a:rPr lang="de-AT" sz="2000" b="0" strike="noStrike" spc="-1" dirty="0" err="1">
                <a:solidFill>
                  <a:srgbClr val="000000"/>
                </a:solidFill>
                <a:latin typeface="Arial"/>
              </a:rPr>
              <a:t>educational</a:t>
            </a:r>
            <a:r>
              <a:rPr lang="de-AT" sz="2000" b="0" strike="noStrike" spc="-1" dirty="0">
                <a:solidFill>
                  <a:srgbClr val="000000"/>
                </a:solidFill>
                <a:latin typeface="Arial"/>
              </a:rPr>
              <a:t> </a:t>
            </a:r>
            <a:r>
              <a:rPr lang="de-AT" sz="2000" b="0" strike="noStrike" spc="-1" dirty="0" err="1">
                <a:solidFill>
                  <a:srgbClr val="000000"/>
                </a:solidFill>
                <a:latin typeface="Arial"/>
              </a:rPr>
              <a:t>benefit</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err="1">
                <a:solidFill>
                  <a:srgbClr val="000000"/>
                </a:solidFill>
                <a:latin typeface="Arial"/>
              </a:rPr>
              <a:t>Finally</a:t>
            </a:r>
            <a:r>
              <a:rPr lang="de-AT" sz="2000" b="0" strike="noStrike" spc="-1" dirty="0">
                <a:solidFill>
                  <a:srgbClr val="000000"/>
                </a:solidFill>
                <a:latin typeface="Arial"/>
              </a:rPr>
              <a:t>, different </a:t>
            </a:r>
            <a:r>
              <a:rPr lang="de-AT" sz="2000" b="0" strike="noStrike" spc="-1" dirty="0" err="1">
                <a:solidFill>
                  <a:srgbClr val="000000"/>
                </a:solidFill>
                <a:latin typeface="Arial"/>
              </a:rPr>
              <a:t>studies</a:t>
            </a:r>
            <a:r>
              <a:rPr lang="de-AT" sz="2000" b="0" strike="noStrike" spc="-1" dirty="0">
                <a:solidFill>
                  <a:srgbClr val="000000"/>
                </a:solidFill>
                <a:latin typeface="Arial"/>
              </a:rPr>
              <a:t> </a:t>
            </a:r>
            <a:r>
              <a:rPr lang="de-AT" sz="2000" b="0" strike="noStrike" spc="-1" dirty="0" err="1">
                <a:solidFill>
                  <a:srgbClr val="000000"/>
                </a:solidFill>
                <a:latin typeface="Arial"/>
              </a:rPr>
              <a:t>used</a:t>
            </a:r>
            <a:r>
              <a:rPr lang="de-AT" sz="2000" b="0" strike="noStrike" spc="-1" dirty="0">
                <a:solidFill>
                  <a:srgbClr val="000000"/>
                </a:solidFill>
                <a:latin typeface="Arial"/>
              </a:rPr>
              <a:t> different </a:t>
            </a:r>
            <a:r>
              <a:rPr lang="de-AT" sz="2000" b="0" strike="noStrike" spc="-1" dirty="0" err="1">
                <a:solidFill>
                  <a:srgbClr val="000000"/>
                </a:solidFill>
                <a:latin typeface="Arial"/>
              </a:rPr>
              <a:t>versions</a:t>
            </a:r>
            <a:r>
              <a:rPr lang="de-AT" sz="2000" b="0" strike="noStrike" spc="-1" dirty="0">
                <a:solidFill>
                  <a:srgbClr val="000000"/>
                </a:solidFill>
                <a:latin typeface="Arial"/>
              </a:rPr>
              <a:t> and </a:t>
            </a:r>
            <a:r>
              <a:rPr lang="de-AT" sz="2000" b="0" strike="noStrike" spc="-1" dirty="0" err="1">
                <a:solidFill>
                  <a:srgbClr val="000000"/>
                </a:solidFill>
                <a:latin typeface="Arial"/>
              </a:rPr>
              <a:t>implementations</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ChatGPT. Some </a:t>
            </a:r>
            <a:r>
              <a:rPr lang="de-AT" sz="2000" b="0" strike="noStrike" spc="-1" dirty="0" err="1">
                <a:solidFill>
                  <a:srgbClr val="000000"/>
                </a:solidFill>
                <a:latin typeface="Arial"/>
              </a:rPr>
              <a:t>students</a:t>
            </a:r>
            <a:r>
              <a:rPr lang="de-AT" sz="2000" b="0" strike="noStrike" spc="-1" dirty="0">
                <a:solidFill>
                  <a:srgbClr val="000000"/>
                </a:solidFill>
                <a:latin typeface="Arial"/>
              </a:rPr>
              <a:t> </a:t>
            </a:r>
            <a:r>
              <a:rPr lang="de-AT" sz="2000" b="0" strike="noStrike" spc="-1" dirty="0" err="1">
                <a:solidFill>
                  <a:srgbClr val="000000"/>
                </a:solidFill>
                <a:latin typeface="Arial"/>
              </a:rPr>
              <a:t>used</a:t>
            </a:r>
            <a:r>
              <a:rPr lang="de-AT" sz="2000" b="0" strike="noStrike" spc="-1" dirty="0">
                <a:solidFill>
                  <a:srgbClr val="000000"/>
                </a:solidFill>
                <a:latin typeface="Arial"/>
              </a:rPr>
              <a:t> ChatGPT </a:t>
            </a:r>
            <a:r>
              <a:rPr lang="de-AT" sz="2000" b="0" strike="noStrike" spc="-1" dirty="0" err="1">
                <a:solidFill>
                  <a:srgbClr val="000000"/>
                </a:solidFill>
                <a:latin typeface="Arial"/>
              </a:rPr>
              <a:t>directly</a:t>
            </a:r>
            <a:r>
              <a:rPr lang="de-AT" sz="2000" b="0" strike="noStrike" spc="-1" dirty="0">
                <a:solidFill>
                  <a:srgbClr val="000000"/>
                </a:solidFill>
                <a:latin typeface="Arial"/>
              </a:rPr>
              <a:t>, </a:t>
            </a:r>
            <a:r>
              <a:rPr lang="de-AT" sz="2000" b="0" strike="noStrike" spc="-1" dirty="0" err="1">
                <a:solidFill>
                  <a:srgbClr val="000000"/>
                </a:solidFill>
                <a:latin typeface="Arial"/>
              </a:rPr>
              <a:t>while</a:t>
            </a:r>
            <a:r>
              <a:rPr lang="de-AT" sz="2000" b="0" strike="noStrike" spc="-1" dirty="0">
                <a:solidFill>
                  <a:srgbClr val="000000"/>
                </a:solidFill>
                <a:latin typeface="Arial"/>
              </a:rPr>
              <a:t> </a:t>
            </a:r>
            <a:r>
              <a:rPr lang="de-AT" sz="2000" b="0" strike="noStrike" spc="-1" dirty="0" err="1">
                <a:solidFill>
                  <a:srgbClr val="000000"/>
                </a:solidFill>
                <a:latin typeface="Arial"/>
              </a:rPr>
              <a:t>others</a:t>
            </a:r>
            <a:r>
              <a:rPr lang="de-AT" sz="2000" b="0" strike="noStrike" spc="-1" dirty="0">
                <a:solidFill>
                  <a:srgbClr val="000000"/>
                </a:solidFill>
                <a:latin typeface="Arial"/>
              </a:rPr>
              <a:t> </a:t>
            </a:r>
            <a:r>
              <a:rPr lang="de-AT" sz="2000" b="0" strike="noStrike" spc="-1" dirty="0" err="1">
                <a:solidFill>
                  <a:srgbClr val="000000"/>
                </a:solidFill>
                <a:latin typeface="Arial"/>
              </a:rPr>
              <a:t>used</a:t>
            </a:r>
            <a:r>
              <a:rPr lang="de-AT" sz="2000" b="0" strike="noStrike" spc="-1" dirty="0">
                <a:solidFill>
                  <a:srgbClr val="000000"/>
                </a:solidFill>
                <a:latin typeface="Arial"/>
              </a:rPr>
              <a:t> </a:t>
            </a:r>
            <a:r>
              <a:rPr lang="de-AT" sz="2000" b="0" strike="noStrike" spc="-1" dirty="0" err="1">
                <a:solidFill>
                  <a:srgbClr val="000000"/>
                </a:solidFill>
                <a:latin typeface="Arial"/>
              </a:rPr>
              <a:t>tools</a:t>
            </a:r>
            <a:r>
              <a:rPr lang="de-AT" sz="2000" b="0" strike="noStrike" spc="-1" dirty="0">
                <a:solidFill>
                  <a:srgbClr val="000000"/>
                </a:solidFill>
                <a:latin typeface="Arial"/>
              </a:rPr>
              <a:t> </a:t>
            </a:r>
            <a:r>
              <a:rPr lang="de-AT" sz="2000" b="0" strike="noStrike" spc="-1" dirty="0" err="1">
                <a:solidFill>
                  <a:srgbClr val="000000"/>
                </a:solidFill>
                <a:latin typeface="Arial"/>
              </a:rPr>
              <a:t>based</a:t>
            </a:r>
            <a:r>
              <a:rPr lang="de-AT" sz="2000" b="0" strike="noStrike" spc="-1" dirty="0">
                <a:solidFill>
                  <a:srgbClr val="000000"/>
                </a:solidFill>
                <a:latin typeface="Arial"/>
              </a:rPr>
              <a:t> on ChatGPT. This </a:t>
            </a:r>
            <a:r>
              <a:rPr lang="de-AT" sz="2000" b="0" strike="noStrike" spc="-1" dirty="0" err="1">
                <a:solidFill>
                  <a:srgbClr val="000000"/>
                </a:solidFill>
                <a:latin typeface="Arial"/>
              </a:rPr>
              <a:t>makes</a:t>
            </a:r>
            <a:r>
              <a:rPr lang="de-AT" sz="2000" b="0" strike="noStrike" spc="-1" dirty="0">
                <a:solidFill>
                  <a:srgbClr val="000000"/>
                </a:solidFill>
                <a:latin typeface="Arial"/>
              </a:rPr>
              <a:t> </a:t>
            </a:r>
            <a:r>
              <a:rPr lang="de-AT" sz="2000" b="0" strike="noStrike" spc="-1" dirty="0" err="1">
                <a:solidFill>
                  <a:srgbClr val="000000"/>
                </a:solidFill>
                <a:latin typeface="Arial"/>
              </a:rPr>
              <a:t>it</a:t>
            </a:r>
            <a:r>
              <a:rPr lang="de-AT" sz="2000" b="0" strike="noStrike" spc="-1" dirty="0">
                <a:solidFill>
                  <a:srgbClr val="000000"/>
                </a:solidFill>
                <a:latin typeface="Arial"/>
              </a:rPr>
              <a:t> </a:t>
            </a:r>
            <a:r>
              <a:rPr lang="de-AT" sz="2000" b="0" strike="noStrike" spc="-1" dirty="0" err="1">
                <a:solidFill>
                  <a:srgbClr val="000000"/>
                </a:solidFill>
                <a:latin typeface="Arial"/>
              </a:rPr>
              <a:t>difficult</a:t>
            </a:r>
            <a:r>
              <a:rPr lang="de-AT" sz="2000" b="0" strike="noStrike" spc="-1" dirty="0">
                <a:solidFill>
                  <a:srgbClr val="000000"/>
                </a:solidFill>
                <a:latin typeface="Arial"/>
              </a:rPr>
              <a:t> </a:t>
            </a:r>
            <a:r>
              <a:rPr lang="de-AT" sz="2000" b="0" strike="noStrike" spc="-1" dirty="0" err="1">
                <a:solidFill>
                  <a:srgbClr val="000000"/>
                </a:solidFill>
                <a:latin typeface="Arial"/>
              </a:rPr>
              <a:t>to</a:t>
            </a:r>
            <a:r>
              <a:rPr lang="de-AT" sz="2000" b="0" strike="noStrike" spc="-1" dirty="0">
                <a:solidFill>
                  <a:srgbClr val="000000"/>
                </a:solidFill>
                <a:latin typeface="Arial"/>
              </a:rPr>
              <a:t> </a:t>
            </a:r>
            <a:r>
              <a:rPr lang="de-AT" sz="2000" b="0" strike="noStrike" spc="-1" dirty="0" err="1">
                <a:solidFill>
                  <a:srgbClr val="000000"/>
                </a:solidFill>
                <a:latin typeface="Arial"/>
              </a:rPr>
              <a:t>know</a:t>
            </a:r>
            <a:r>
              <a:rPr lang="de-AT" sz="2000" b="0" strike="noStrike" spc="-1" dirty="0">
                <a:solidFill>
                  <a:srgbClr val="000000"/>
                </a:solidFill>
                <a:latin typeface="Arial"/>
              </a:rPr>
              <a:t> </a:t>
            </a:r>
            <a:r>
              <a:rPr lang="de-AT" sz="2000" b="0" strike="noStrike" spc="-1" dirty="0" err="1">
                <a:solidFill>
                  <a:srgbClr val="000000"/>
                </a:solidFill>
                <a:latin typeface="Arial"/>
              </a:rPr>
              <a:t>whether</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observed</a:t>
            </a:r>
            <a:r>
              <a:rPr lang="de-AT" sz="2000" b="0" strike="noStrike" spc="-1" dirty="0">
                <a:solidFill>
                  <a:srgbClr val="000000"/>
                </a:solidFill>
                <a:latin typeface="Arial"/>
              </a:rPr>
              <a:t> </a:t>
            </a:r>
            <a:r>
              <a:rPr lang="de-AT" sz="2000" b="0" strike="noStrike" spc="-1" dirty="0" err="1">
                <a:solidFill>
                  <a:srgbClr val="000000"/>
                </a:solidFill>
                <a:latin typeface="Arial"/>
              </a:rPr>
              <a:t>effects</a:t>
            </a:r>
            <a:r>
              <a:rPr lang="de-AT" sz="2000" b="0" strike="noStrike" spc="-1" dirty="0">
                <a:solidFill>
                  <a:srgbClr val="000000"/>
                </a:solidFill>
                <a:latin typeface="Arial"/>
              </a:rPr>
              <a:t> </a:t>
            </a:r>
            <a:r>
              <a:rPr lang="de-AT" sz="2000" b="0" strike="noStrike" spc="-1" dirty="0" err="1">
                <a:solidFill>
                  <a:srgbClr val="000000"/>
                </a:solidFill>
                <a:latin typeface="Arial"/>
              </a:rPr>
              <a:t>come</a:t>
            </a:r>
            <a:r>
              <a:rPr lang="de-AT" sz="2000" b="0" strike="noStrike" spc="-1" dirty="0">
                <a:solidFill>
                  <a:srgbClr val="000000"/>
                </a:solidFill>
                <a:latin typeface="Arial"/>
              </a:rPr>
              <a:t> </a:t>
            </a:r>
            <a:r>
              <a:rPr lang="de-AT" sz="2000" b="0" strike="noStrike" spc="-1" dirty="0" err="1">
                <a:solidFill>
                  <a:srgbClr val="000000"/>
                </a:solidFill>
                <a:latin typeface="Arial"/>
              </a:rPr>
              <a:t>from</a:t>
            </a:r>
            <a:r>
              <a:rPr lang="de-AT" sz="2000" b="0" strike="noStrike" spc="-1" dirty="0">
                <a:solidFill>
                  <a:srgbClr val="000000"/>
                </a:solidFill>
                <a:latin typeface="Arial"/>
              </a:rPr>
              <a:t> ChatGPT </a:t>
            </a:r>
            <a:r>
              <a:rPr lang="de-AT" sz="2000" b="0" strike="noStrike" spc="-1" dirty="0" err="1">
                <a:solidFill>
                  <a:srgbClr val="000000"/>
                </a:solidFill>
                <a:latin typeface="Arial"/>
              </a:rPr>
              <a:t>itself</a:t>
            </a:r>
            <a:r>
              <a:rPr lang="de-AT" sz="2000" b="0" strike="noStrike" spc="-1" dirty="0">
                <a:solidFill>
                  <a:srgbClr val="000000"/>
                </a:solidFill>
                <a:latin typeface="Arial"/>
              </a:rPr>
              <a:t>, </a:t>
            </a:r>
            <a:r>
              <a:rPr lang="de-AT" sz="2000" b="0" strike="noStrike" spc="-1" dirty="0" err="1">
                <a:solidFill>
                  <a:srgbClr val="000000"/>
                </a:solidFill>
                <a:latin typeface="Arial"/>
              </a:rPr>
              <a:t>from</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instructional</a:t>
            </a:r>
            <a:r>
              <a:rPr lang="de-AT" sz="2000" b="0" strike="noStrike" spc="-1" dirty="0">
                <a:solidFill>
                  <a:srgbClr val="000000"/>
                </a:solidFill>
                <a:latin typeface="Arial"/>
              </a:rPr>
              <a:t> design, </a:t>
            </a:r>
            <a:r>
              <a:rPr lang="de-AT" sz="2000" b="0" strike="noStrike" spc="-1" dirty="0" err="1">
                <a:solidFill>
                  <a:srgbClr val="000000"/>
                </a:solidFill>
                <a:latin typeface="Arial"/>
              </a:rPr>
              <a:t>or</a:t>
            </a:r>
            <a:r>
              <a:rPr lang="de-AT" sz="2000" b="0" strike="noStrike" spc="-1" dirty="0">
                <a:solidFill>
                  <a:srgbClr val="000000"/>
                </a:solidFill>
                <a:latin typeface="Arial"/>
              </a:rPr>
              <a:t> </a:t>
            </a:r>
            <a:r>
              <a:rPr lang="de-AT" sz="2000" b="0" strike="noStrike" spc="-1" dirty="0" err="1">
                <a:solidFill>
                  <a:srgbClr val="000000"/>
                </a:solidFill>
                <a:latin typeface="Arial"/>
              </a:rPr>
              <a:t>from</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novelty</a:t>
            </a:r>
            <a:r>
              <a:rPr lang="de-AT" sz="2000" b="0" strike="noStrike" spc="-1" dirty="0">
                <a:solidFill>
                  <a:srgbClr val="000000"/>
                </a:solidFill>
                <a:latin typeface="Arial"/>
              </a:rPr>
              <a:t> </a:t>
            </a:r>
            <a:r>
              <a:rPr lang="de-AT" sz="2000" b="0" strike="noStrike" spc="-1" dirty="0" err="1">
                <a:solidFill>
                  <a:srgbClr val="000000"/>
                </a:solidFill>
                <a:latin typeface="Arial"/>
              </a:rPr>
              <a:t>of</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technology</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a:p>
            <a:pPr marL="216000" indent="0">
              <a:lnSpc>
                <a:spcPct val="100000"/>
              </a:lnSpc>
              <a:buNone/>
            </a:pPr>
            <a:r>
              <a:rPr lang="de-AT" sz="2000" b="0" strike="noStrike" spc="-1" dirty="0">
                <a:solidFill>
                  <a:srgbClr val="000000"/>
                </a:solidFill>
                <a:latin typeface="Arial"/>
              </a:rPr>
              <a:t>So, </a:t>
            </a:r>
            <a:r>
              <a:rPr lang="de-AT" sz="2000" b="0" strike="noStrike" spc="-1" dirty="0" err="1">
                <a:solidFill>
                  <a:srgbClr val="000000"/>
                </a:solidFill>
                <a:latin typeface="Arial"/>
              </a:rPr>
              <a:t>our</a:t>
            </a:r>
            <a:r>
              <a:rPr lang="de-AT" sz="2000" b="0" strike="noStrike" spc="-1" dirty="0">
                <a:solidFill>
                  <a:srgbClr val="000000"/>
                </a:solidFill>
                <a:latin typeface="Arial"/>
              </a:rPr>
              <a:t> </a:t>
            </a:r>
            <a:r>
              <a:rPr lang="de-AT" sz="2000" b="0" strike="noStrike" spc="-1" dirty="0" err="1">
                <a:solidFill>
                  <a:srgbClr val="000000"/>
                </a:solidFill>
                <a:latin typeface="Arial"/>
              </a:rPr>
              <a:t>critical</a:t>
            </a:r>
            <a:r>
              <a:rPr lang="de-AT" sz="2000" b="0" strike="noStrike" spc="-1" dirty="0">
                <a:solidFill>
                  <a:srgbClr val="000000"/>
                </a:solidFill>
                <a:latin typeface="Arial"/>
              </a:rPr>
              <a:t> </a:t>
            </a:r>
            <a:r>
              <a:rPr lang="de-AT" sz="2000" b="0" strike="noStrike" spc="-1" dirty="0" err="1">
                <a:solidFill>
                  <a:srgbClr val="000000"/>
                </a:solidFill>
                <a:latin typeface="Arial"/>
              </a:rPr>
              <a:t>evaluation</a:t>
            </a:r>
            <a:r>
              <a:rPr lang="de-AT" sz="2000" b="0" strike="noStrike" spc="-1" dirty="0">
                <a:solidFill>
                  <a:srgbClr val="000000"/>
                </a:solidFill>
                <a:latin typeface="Arial"/>
              </a:rPr>
              <a:t> </a:t>
            </a:r>
            <a:r>
              <a:rPr lang="de-AT" sz="2000" b="0" strike="noStrike" spc="-1" dirty="0" err="1">
                <a:solidFill>
                  <a:srgbClr val="000000"/>
                </a:solidFill>
                <a:latin typeface="Arial"/>
              </a:rPr>
              <a:t>would</a:t>
            </a:r>
            <a:r>
              <a:rPr lang="de-AT" sz="2000" b="0" strike="noStrike" spc="-1" dirty="0">
                <a:solidFill>
                  <a:srgbClr val="000000"/>
                </a:solidFill>
                <a:latin typeface="Arial"/>
              </a:rPr>
              <a:t> </a:t>
            </a:r>
            <a:r>
              <a:rPr lang="de-AT" sz="2000" b="0" strike="noStrike" spc="-1" dirty="0" err="1">
                <a:solidFill>
                  <a:srgbClr val="000000"/>
                </a:solidFill>
                <a:latin typeface="Arial"/>
              </a:rPr>
              <a:t>be</a:t>
            </a:r>
            <a:r>
              <a:rPr lang="de-AT" sz="2000" b="0" strike="noStrike" spc="-1" dirty="0">
                <a:solidFill>
                  <a:srgbClr val="000000"/>
                </a:solidFill>
                <a:latin typeface="Arial"/>
              </a:rPr>
              <a: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findings</a:t>
            </a:r>
            <a:r>
              <a:rPr lang="de-AT" sz="2000" b="0" strike="noStrike" spc="-1" dirty="0">
                <a:solidFill>
                  <a:srgbClr val="000000"/>
                </a:solidFill>
                <a:latin typeface="Arial"/>
              </a:rPr>
              <a:t> </a:t>
            </a:r>
            <a:r>
              <a:rPr lang="de-AT" sz="2000" b="0" strike="noStrike" spc="-1" dirty="0" err="1">
                <a:solidFill>
                  <a:srgbClr val="000000"/>
                </a:solidFill>
                <a:latin typeface="Arial"/>
              </a:rPr>
              <a:t>are</a:t>
            </a:r>
            <a:r>
              <a:rPr lang="de-AT" sz="2000" b="0" strike="noStrike" spc="-1" dirty="0">
                <a:solidFill>
                  <a:srgbClr val="000000"/>
                </a:solidFill>
                <a:latin typeface="Arial"/>
              </a:rPr>
              <a:t> promising, but </a:t>
            </a:r>
            <a:r>
              <a:rPr lang="de-AT" sz="2000" b="0" strike="noStrike" spc="-1" dirty="0" err="1">
                <a:solidFill>
                  <a:srgbClr val="000000"/>
                </a:solidFill>
                <a:latin typeface="Arial"/>
              </a:rPr>
              <a:t>they</a:t>
            </a:r>
            <a:r>
              <a:rPr lang="de-AT" sz="2000" b="0" strike="noStrike" spc="-1" dirty="0">
                <a:solidFill>
                  <a:srgbClr val="000000"/>
                </a:solidFill>
                <a:latin typeface="Arial"/>
              </a:rPr>
              <a:t> </a:t>
            </a:r>
            <a:r>
              <a:rPr lang="de-AT" sz="2000" b="0" strike="noStrike" spc="-1" dirty="0" err="1">
                <a:solidFill>
                  <a:srgbClr val="000000"/>
                </a:solidFill>
                <a:latin typeface="Arial"/>
              </a:rPr>
              <a:t>should</a:t>
            </a:r>
            <a:r>
              <a:rPr lang="de-AT" sz="2000" b="0" strike="noStrike" spc="-1" dirty="0">
                <a:solidFill>
                  <a:srgbClr val="000000"/>
                </a:solidFill>
                <a:latin typeface="Arial"/>
              </a:rPr>
              <a:t> not </a:t>
            </a:r>
            <a:r>
              <a:rPr lang="de-AT" sz="2000" b="0" strike="noStrike" spc="-1" dirty="0" err="1">
                <a:solidFill>
                  <a:srgbClr val="000000"/>
                </a:solidFill>
                <a:latin typeface="Arial"/>
              </a:rPr>
              <a:t>be</a:t>
            </a:r>
            <a:r>
              <a:rPr lang="de-AT" sz="2000" b="0" strike="noStrike" spc="-1" dirty="0">
                <a:solidFill>
                  <a:srgbClr val="000000"/>
                </a:solidFill>
                <a:latin typeface="Arial"/>
              </a:rPr>
              <a:t> </a:t>
            </a:r>
            <a:r>
              <a:rPr lang="de-AT" sz="2000" b="0" strike="noStrike" spc="-1" dirty="0" err="1">
                <a:solidFill>
                  <a:srgbClr val="000000"/>
                </a:solidFill>
                <a:latin typeface="Arial"/>
              </a:rPr>
              <a:t>interpreted</a:t>
            </a:r>
            <a:r>
              <a:rPr lang="de-AT" sz="2000" b="0" strike="noStrike" spc="-1" dirty="0">
                <a:solidFill>
                  <a:srgbClr val="000000"/>
                </a:solidFill>
                <a:latin typeface="Arial"/>
              </a:rPr>
              <a:t> </a:t>
            </a:r>
            <a:r>
              <a:rPr lang="de-AT" sz="2000" b="0" strike="noStrike" spc="-1" dirty="0" err="1">
                <a:solidFill>
                  <a:srgbClr val="000000"/>
                </a:solidFill>
                <a:latin typeface="Arial"/>
              </a:rPr>
              <a:t>as</a:t>
            </a:r>
            <a:r>
              <a:rPr lang="de-AT" sz="2000" b="0" strike="noStrike" spc="-1" dirty="0">
                <a:solidFill>
                  <a:srgbClr val="000000"/>
                </a:solidFill>
                <a:latin typeface="Arial"/>
              </a:rPr>
              <a:t> final </a:t>
            </a:r>
            <a:r>
              <a:rPr lang="de-AT" sz="2000" b="0" strike="noStrike" spc="-1" dirty="0" err="1">
                <a:solidFill>
                  <a:srgbClr val="000000"/>
                </a:solidFill>
                <a:latin typeface="Arial"/>
              </a:rPr>
              <a:t>proof</a:t>
            </a:r>
            <a:r>
              <a:rPr lang="de-AT" sz="2000" b="0" strike="noStrike" spc="-1" dirty="0">
                <a:solidFill>
                  <a:srgbClr val="000000"/>
                </a:solidFill>
                <a:latin typeface="Arial"/>
              </a:rPr>
              <a:t>. The meta-analysis </a:t>
            </a:r>
            <a:r>
              <a:rPr lang="de-AT" sz="2000" b="0" strike="noStrike" spc="-1" dirty="0" err="1">
                <a:solidFill>
                  <a:srgbClr val="000000"/>
                </a:solidFill>
                <a:latin typeface="Arial"/>
              </a:rPr>
              <a:t>provides</a:t>
            </a:r>
            <a:r>
              <a:rPr lang="de-AT" sz="2000" b="0" strike="noStrike" spc="-1" dirty="0">
                <a:solidFill>
                  <a:srgbClr val="000000"/>
                </a:solidFill>
                <a:latin typeface="Arial"/>
              </a:rPr>
              <a:t> </a:t>
            </a:r>
            <a:r>
              <a:rPr lang="de-AT" sz="2000" b="0" strike="noStrike" spc="-1" dirty="0" err="1">
                <a:solidFill>
                  <a:srgbClr val="000000"/>
                </a:solidFill>
                <a:latin typeface="Arial"/>
              </a:rPr>
              <a:t>valuable</a:t>
            </a:r>
            <a:r>
              <a:rPr lang="de-AT" sz="2000" b="0" strike="noStrike" spc="-1" dirty="0">
                <a:solidFill>
                  <a:srgbClr val="000000"/>
                </a:solidFill>
                <a:latin typeface="Arial"/>
              </a:rPr>
              <a:t> </a:t>
            </a:r>
            <a:r>
              <a:rPr lang="de-AT" sz="2000" b="0" strike="noStrike" spc="-1" dirty="0" err="1">
                <a:solidFill>
                  <a:srgbClr val="000000"/>
                </a:solidFill>
                <a:latin typeface="Arial"/>
              </a:rPr>
              <a:t>evidence</a:t>
            </a:r>
            <a:r>
              <a:rPr lang="de-AT" sz="2000" b="0" strike="noStrike" spc="-1" dirty="0">
                <a:solidFill>
                  <a:srgbClr val="000000"/>
                </a:solidFill>
                <a:latin typeface="Arial"/>
              </a:rPr>
              <a:t>, but </a:t>
            </a:r>
            <a:r>
              <a:rPr lang="de-AT" sz="2000" b="0" strike="noStrike" spc="-1" dirty="0" err="1">
                <a:solidFill>
                  <a:srgbClr val="000000"/>
                </a:solidFill>
                <a:latin typeface="Arial"/>
              </a:rPr>
              <a:t>the</a:t>
            </a:r>
            <a:r>
              <a:rPr lang="de-AT" sz="2000" b="0" strike="noStrike" spc="-1" dirty="0">
                <a:solidFill>
                  <a:srgbClr val="000000"/>
                </a:solidFill>
                <a:latin typeface="Arial"/>
              </a:rPr>
              <a:t> </a:t>
            </a:r>
            <a:r>
              <a:rPr lang="de-AT" sz="2000" b="0" strike="noStrike" spc="-1" dirty="0" err="1">
                <a:solidFill>
                  <a:srgbClr val="000000"/>
                </a:solidFill>
                <a:latin typeface="Arial"/>
              </a:rPr>
              <a:t>field</a:t>
            </a:r>
            <a:r>
              <a:rPr lang="de-AT" sz="2000" b="0" strike="noStrike" spc="-1" dirty="0">
                <a:solidFill>
                  <a:srgbClr val="000000"/>
                </a:solidFill>
                <a:latin typeface="Arial"/>
              </a:rPr>
              <a:t> still </a:t>
            </a:r>
            <a:r>
              <a:rPr lang="de-AT" sz="2000" b="0" strike="noStrike" spc="-1" dirty="0" err="1">
                <a:solidFill>
                  <a:srgbClr val="000000"/>
                </a:solidFill>
                <a:latin typeface="Arial"/>
              </a:rPr>
              <a:t>needs</a:t>
            </a:r>
            <a:r>
              <a:rPr lang="de-AT" sz="2000" b="0" strike="noStrike" spc="-1" dirty="0">
                <a:solidFill>
                  <a:srgbClr val="000000"/>
                </a:solidFill>
                <a:latin typeface="Arial"/>
              </a:rPr>
              <a:t> </a:t>
            </a:r>
            <a:r>
              <a:rPr lang="de-AT" sz="2000" b="0" strike="noStrike" spc="-1" dirty="0" err="1">
                <a:solidFill>
                  <a:srgbClr val="000000"/>
                </a:solidFill>
                <a:latin typeface="Arial"/>
              </a:rPr>
              <a:t>more</a:t>
            </a:r>
            <a:r>
              <a:rPr lang="de-AT" sz="2000" b="0" strike="noStrike" spc="-1" dirty="0">
                <a:solidFill>
                  <a:srgbClr val="000000"/>
                </a:solidFill>
                <a:latin typeface="Arial"/>
              </a:rPr>
              <a:t> </a:t>
            </a:r>
            <a:r>
              <a:rPr lang="de-AT" sz="2000" b="0" strike="noStrike" spc="-1" dirty="0" err="1">
                <a:solidFill>
                  <a:srgbClr val="000000"/>
                </a:solidFill>
                <a:latin typeface="Arial"/>
              </a:rPr>
              <a:t>long</a:t>
            </a:r>
            <a:r>
              <a:rPr lang="de-AT" sz="2000" b="0" strike="noStrike" spc="-1" dirty="0">
                <a:solidFill>
                  <a:srgbClr val="000000"/>
                </a:solidFill>
                <a:latin typeface="Arial"/>
              </a:rPr>
              <a:t>-term, high-quality and </a:t>
            </a:r>
            <a:r>
              <a:rPr lang="de-AT" sz="2000" b="0" strike="noStrike" spc="-1" dirty="0" err="1">
                <a:solidFill>
                  <a:srgbClr val="000000"/>
                </a:solidFill>
                <a:latin typeface="Arial"/>
              </a:rPr>
              <a:t>context</a:t>
            </a:r>
            <a:r>
              <a:rPr lang="de-AT" sz="2000" b="0" strike="noStrike" spc="-1" dirty="0">
                <a:solidFill>
                  <a:srgbClr val="000000"/>
                </a:solidFill>
                <a:latin typeface="Arial"/>
              </a:rPr>
              <a:t>-sensitive experimental </a:t>
            </a:r>
            <a:r>
              <a:rPr lang="de-AT" sz="2000" b="0" strike="noStrike" spc="-1" dirty="0" err="1">
                <a:solidFill>
                  <a:srgbClr val="000000"/>
                </a:solidFill>
                <a:latin typeface="Arial"/>
              </a:rPr>
              <a:t>research</a:t>
            </a:r>
            <a:r>
              <a:rPr lang="de-AT" sz="2000" b="0" strike="noStrike" spc="-1" dirty="0">
                <a:solidFill>
                  <a:srgbClr val="000000"/>
                </a:solidFill>
                <a:latin typeface="Arial"/>
              </a:rPr>
              <a:t>.</a:t>
            </a:r>
          </a:p>
          <a:p>
            <a:pPr marL="216000" indent="0">
              <a:lnSpc>
                <a:spcPct val="100000"/>
              </a:lnSpc>
              <a:buNone/>
            </a:pPr>
            <a:endParaRPr lang="de-AT" sz="2000" b="0" strike="noStrike" spc="-1" dirty="0">
              <a:solidFill>
                <a:srgbClr val="000000"/>
              </a:solidFill>
              <a:latin typeface="Arial"/>
            </a:endParaRPr>
          </a:p>
        </p:txBody>
      </p:sp>
      <p:sp>
        <p:nvSpPr>
          <p:cNvPr id="238"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de-AT" sz="1200" b="0" strike="noStrike" spc="-1">
                <a:solidFill>
                  <a:srgbClr val="000000"/>
                </a:solidFill>
                <a:latin typeface="Times New Roman"/>
              </a:defRPr>
            </a:lvl1pPr>
          </a:lstStyle>
          <a:p>
            <a:pPr indent="0" algn="r">
              <a:lnSpc>
                <a:spcPct val="100000"/>
              </a:lnSpc>
              <a:buNone/>
            </a:pPr>
            <a:fld id="{CAF69199-B4EA-47D4-ACA5-B5FEBAC3CEC3}" type="slidenum">
              <a:rPr lang="de-AT" sz="1200" b="0" strike="noStrike" spc="-1">
                <a:solidFill>
                  <a:srgbClr val="000000"/>
                </a:solidFill>
                <a:latin typeface="Times New Roman"/>
              </a:rPr>
              <a:t>10</a:t>
            </a:fld>
            <a:endParaRPr lang="de-AT" sz="12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PlaceHolder 1"/>
          <p:cNvSpPr>
            <a:spLocks noGrp="1" noRot="1" noChangeAspect="1"/>
          </p:cNvSpPr>
          <p:nvPr>
            <p:ph type="sldImg"/>
          </p:nvPr>
        </p:nvSpPr>
        <p:spPr>
          <a:xfrm>
            <a:off x="685800" y="1143000"/>
            <a:ext cx="5486400" cy="3086100"/>
          </a:xfrm>
          <a:prstGeom prst="rect">
            <a:avLst/>
          </a:prstGeom>
          <a:ln w="0">
            <a:noFill/>
          </a:ln>
        </p:spPr>
      </p:sp>
      <p:sp>
        <p:nvSpPr>
          <p:cNvPr id="2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de-AT" sz="1800" b="0" strike="noStrike" spc="-1">
              <a:solidFill>
                <a:srgbClr val="000000"/>
              </a:solidFill>
              <a:latin typeface="Arial"/>
            </a:endParaRPr>
          </a:p>
        </p:txBody>
      </p:sp>
      <p:sp>
        <p:nvSpPr>
          <p:cNvPr id="241"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de-AT" sz="1200" b="0" strike="noStrike" spc="-1">
                <a:solidFill>
                  <a:srgbClr val="000000"/>
                </a:solidFill>
                <a:latin typeface="Times New Roman"/>
              </a:defRPr>
            </a:lvl1pPr>
          </a:lstStyle>
          <a:p>
            <a:pPr indent="0" algn="r">
              <a:lnSpc>
                <a:spcPct val="100000"/>
              </a:lnSpc>
              <a:buNone/>
            </a:pPr>
            <a:fld id="{1285541C-0A58-4666-BBF6-465CFB63AC87}" type="slidenum">
              <a:rPr lang="de-AT" sz="1200" b="0" strike="noStrike" spc="-1">
                <a:solidFill>
                  <a:srgbClr val="000000"/>
                </a:solidFill>
                <a:latin typeface="Times New Roman"/>
              </a:rPr>
              <a:t>11</a:t>
            </a:fld>
            <a:endParaRPr lang="de-AT" sz="12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PlaceHolder 1"/>
          <p:cNvSpPr>
            <a:spLocks noGrp="1" noRot="1" noChangeAspect="1"/>
          </p:cNvSpPr>
          <p:nvPr>
            <p:ph type="sldImg"/>
          </p:nvPr>
        </p:nvSpPr>
        <p:spPr>
          <a:xfrm>
            <a:off x="685800" y="1143000"/>
            <a:ext cx="5486400" cy="3086100"/>
          </a:xfrm>
          <a:prstGeom prst="rect">
            <a:avLst/>
          </a:prstGeom>
          <a:ln w="0">
            <a:noFill/>
          </a:ln>
        </p:spPr>
      </p:sp>
      <p:sp>
        <p:nvSpPr>
          <p:cNvPr id="2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de-AT" sz="1800" b="0" strike="noStrike" spc="-1">
              <a:solidFill>
                <a:srgbClr val="000000"/>
              </a:solidFill>
              <a:latin typeface="Arial"/>
            </a:endParaRPr>
          </a:p>
        </p:txBody>
      </p:sp>
      <p:sp>
        <p:nvSpPr>
          <p:cNvPr id="244"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de-AT" sz="1200" b="0" strike="noStrike" spc="-1">
                <a:solidFill>
                  <a:srgbClr val="000000"/>
                </a:solidFill>
                <a:latin typeface="Times New Roman"/>
              </a:defRPr>
            </a:lvl1pPr>
          </a:lstStyle>
          <a:p>
            <a:pPr indent="0" algn="r">
              <a:lnSpc>
                <a:spcPct val="100000"/>
              </a:lnSpc>
              <a:buNone/>
            </a:pPr>
            <a:fld id="{BEF33CA5-2FF6-4C95-97DF-49A5C991C65B}" type="slidenum">
              <a:rPr lang="de-AT" sz="1200" b="0" strike="noStrike" spc="-1">
                <a:solidFill>
                  <a:srgbClr val="000000"/>
                </a:solidFill>
                <a:latin typeface="Times New Roman"/>
              </a:rPr>
              <a:t>15</a:t>
            </a:fld>
            <a:endParaRPr lang="de-AT"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5" name="PlaceHolder 2"/>
          <p:cNvSpPr>
            <a:spLocks noGrp="1"/>
          </p:cNvSpPr>
          <p:nvPr>
            <p:ph type="subTitle"/>
          </p:nvPr>
        </p:nvSpPr>
        <p:spPr>
          <a:xfrm>
            <a:off x="914400" y="2406960"/>
            <a:ext cx="16458840" cy="5965920"/>
          </a:xfrm>
          <a:prstGeom prst="rect">
            <a:avLst/>
          </a:prstGeom>
          <a:noFill/>
          <a:ln w="0">
            <a:noFill/>
          </a:ln>
        </p:spPr>
        <p:txBody>
          <a:bodyPr lIns="0" tIns="0" rIns="0" bIns="0" anchor="ctr">
            <a:noAutofit/>
          </a:bodyPr>
          <a:lstStyle/>
          <a:p>
            <a:pPr indent="0" algn="ctr">
              <a:buNone/>
            </a:pPr>
            <a:endParaRPr lang="de-AT" sz="3200" b="0" strike="noStrike" spc="-1">
              <a:solidFill>
                <a:srgbClr val="000000"/>
              </a:solidFill>
              <a:latin typeface="Arial"/>
            </a:endParaRPr>
          </a:p>
        </p:txBody>
      </p:sp>
      <p:sp>
        <p:nvSpPr>
          <p:cNvPr id="2" name="PlaceHolder 3"/>
          <p:cNvSpPr>
            <a:spLocks noGrp="1"/>
          </p:cNvSpPr>
          <p:nvPr>
            <p:ph type="ftr" idx="2"/>
          </p:nvPr>
        </p:nvSpPr>
        <p:spPr/>
        <p:txBody>
          <a:bodyPr/>
          <a:lstStyle/>
          <a:p>
            <a:r>
              <a:t>Footer</a:t>
            </a:r>
          </a:p>
        </p:txBody>
      </p:sp>
      <p:sp>
        <p:nvSpPr>
          <p:cNvPr id="3" name="PlaceHolder 4"/>
          <p:cNvSpPr>
            <a:spLocks noGrp="1"/>
          </p:cNvSpPr>
          <p:nvPr>
            <p:ph type="sldNum" idx="3"/>
          </p:nvPr>
        </p:nvSpPr>
        <p:spPr/>
        <p:txBody>
          <a:bodyPr/>
          <a:lstStyle/>
          <a:p>
            <a:fld id="{FA7EECEE-2F6B-467B-8B39-EC262E94499F}" type="slidenum">
              <a:t>‹Nr.›</a:t>
            </a:fld>
            <a:endParaRPr/>
          </a:p>
        </p:txBody>
      </p:sp>
      <p:sp>
        <p:nvSpPr>
          <p:cNvPr id="6" name="PlaceHolder 5"/>
          <p:cNvSpPr>
            <a:spLocks noGrp="1"/>
          </p:cNvSpPr>
          <p:nvPr>
            <p:ph type="dt" idx="1"/>
          </p:nvPr>
        </p:nvSpPr>
        <p:spPr/>
        <p:txBody>
          <a:body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t>Footer</a:t>
            </a:r>
          </a:p>
        </p:txBody>
      </p:sp>
      <p:sp>
        <p:nvSpPr>
          <p:cNvPr id="3" name="PlaceHolder 2"/>
          <p:cNvSpPr>
            <a:spLocks noGrp="1"/>
          </p:cNvSpPr>
          <p:nvPr>
            <p:ph type="sldNum" idx="27"/>
          </p:nvPr>
        </p:nvSpPr>
        <p:spPr/>
        <p:txBody>
          <a:bodyPr/>
          <a:lstStyle/>
          <a:p>
            <a:fld id="{99CC0D31-2224-4E13-9E77-306A271CE5A5}" type="slidenum">
              <a:t>‹Nr.›</a:t>
            </a:fld>
            <a:endParaRPr/>
          </a:p>
        </p:txBody>
      </p:sp>
      <p:sp>
        <p:nvSpPr>
          <p:cNvPr id="4" name="PlaceHolder 3"/>
          <p:cNvSpPr>
            <a:spLocks noGrp="1"/>
          </p:cNvSpPr>
          <p:nvPr>
            <p:ph type="dt" idx="25"/>
          </p:nvPr>
        </p:nvSpPr>
        <p:spPr/>
        <p:txBody>
          <a:body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73" name="PlaceHolder 2"/>
          <p:cNvSpPr>
            <a:spLocks noGrp="1"/>
          </p:cNvSpPr>
          <p:nvPr>
            <p:ph type="subTitle"/>
          </p:nvPr>
        </p:nvSpPr>
        <p:spPr>
          <a:xfrm>
            <a:off x="914400" y="2406960"/>
            <a:ext cx="16458840" cy="5965920"/>
          </a:xfrm>
          <a:prstGeom prst="rect">
            <a:avLst/>
          </a:prstGeom>
          <a:noFill/>
          <a:ln w="0">
            <a:noFill/>
          </a:ln>
        </p:spPr>
        <p:txBody>
          <a:bodyPr lIns="0" tIns="0" rIns="0" bIns="0" anchor="ctr">
            <a:noAutofit/>
          </a:bodyPr>
          <a:lstStyle/>
          <a:p>
            <a:pPr indent="0" algn="ctr">
              <a:buNone/>
            </a:pPr>
            <a:endParaRPr lang="de-AT" sz="3200" b="0" strike="noStrike" spc="-1">
              <a:solidFill>
                <a:srgbClr val="000000"/>
              </a:solidFill>
              <a:latin typeface="Arial"/>
            </a:endParaRPr>
          </a:p>
        </p:txBody>
      </p:sp>
      <p:sp>
        <p:nvSpPr>
          <p:cNvPr id="4" name="PlaceHolder 3"/>
          <p:cNvSpPr>
            <a:spLocks noGrp="1"/>
          </p:cNvSpPr>
          <p:nvPr>
            <p:ph type="ftr" idx="34"/>
          </p:nvPr>
        </p:nvSpPr>
        <p:spPr/>
        <p:txBody>
          <a:bodyPr/>
          <a:lstStyle/>
          <a:p>
            <a:r>
              <a:t>Footer</a:t>
            </a:r>
          </a:p>
        </p:txBody>
      </p:sp>
      <p:sp>
        <p:nvSpPr>
          <p:cNvPr id="5" name="PlaceHolder 4"/>
          <p:cNvSpPr>
            <a:spLocks noGrp="1"/>
          </p:cNvSpPr>
          <p:nvPr>
            <p:ph type="sldNum" idx="35"/>
          </p:nvPr>
        </p:nvSpPr>
        <p:spPr/>
        <p:txBody>
          <a:bodyPr/>
          <a:lstStyle/>
          <a:p>
            <a:fld id="{2E946B1E-915B-45A6-9111-CEC363C1624D}" type="slidenum">
              <a:t>‹Nr.›</a:t>
            </a:fld>
            <a:endParaRPr/>
          </a:p>
        </p:txBody>
      </p:sp>
      <p:sp>
        <p:nvSpPr>
          <p:cNvPr id="6" name="PlaceHolder 5"/>
          <p:cNvSpPr>
            <a:spLocks noGrp="1"/>
          </p:cNvSpPr>
          <p:nvPr>
            <p:ph type="dt" idx="36"/>
          </p:nvPr>
        </p:nvSpPr>
        <p:spPr/>
        <p:txBody>
          <a:body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37"/>
          </p:nvPr>
        </p:nvSpPr>
        <p:spPr/>
        <p:txBody>
          <a:bodyPr/>
          <a:lstStyle/>
          <a:p>
            <a:r>
              <a:t>Footer</a:t>
            </a:r>
          </a:p>
        </p:txBody>
      </p:sp>
      <p:sp>
        <p:nvSpPr>
          <p:cNvPr id="3" name="PlaceHolder 2"/>
          <p:cNvSpPr>
            <a:spLocks noGrp="1"/>
          </p:cNvSpPr>
          <p:nvPr>
            <p:ph type="sldNum" idx="38"/>
          </p:nvPr>
        </p:nvSpPr>
        <p:spPr/>
        <p:txBody>
          <a:bodyPr/>
          <a:lstStyle/>
          <a:p>
            <a:fld id="{874CC747-E09C-4D30-A267-4E1FF8FB8704}" type="slidenum">
              <a:t>‹Nr.›</a:t>
            </a:fld>
            <a:endParaRPr/>
          </a:p>
        </p:txBody>
      </p:sp>
      <p:sp>
        <p:nvSpPr>
          <p:cNvPr id="4" name="PlaceHolder 3"/>
          <p:cNvSpPr>
            <a:spLocks noGrp="1"/>
          </p:cNvSpPr>
          <p:nvPr>
            <p:ph type="dt" idx="39"/>
          </p:nvPr>
        </p:nvSpPr>
        <p:spPr/>
        <p:txBody>
          <a:body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5"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 </a:t>
            </a:r>
            <a:endParaRPr lang="de-AT" sz="1200" b="0" strike="noStrike" spc="-1">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de-AT" sz="1400" b="0" strike="noStrike" spc="-1">
                <a:solidFill>
                  <a:srgbClr val="000000"/>
                </a:solidFill>
                <a:latin typeface="Times New Roman"/>
              </a:defRPr>
            </a:lvl1pPr>
          </a:lstStyle>
          <a:p>
            <a:pPr indent="0" algn="ctr">
              <a:buNone/>
            </a:pPr>
            <a:r>
              <a:rPr lang="de-AT" sz="1400" b="0" strike="noStrike" spc="-1">
                <a:solidFill>
                  <a:srgbClr val="000000"/>
                </a:solidFill>
                <a:latin typeface="Times New Roman"/>
              </a:rPr>
              <a:t> </a:t>
            </a: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C61503AA-5246-42FC-AA7D-33A38BC9AD77}" type="slidenum">
              <a:rPr lang="en-US" sz="1200" b="0" strike="noStrike" spc="-1">
                <a:solidFill>
                  <a:schemeClr val="dk1">
                    <a:tint val="75000"/>
                  </a:schemeClr>
                </a:solidFill>
                <a:latin typeface="Calibri"/>
              </a:rPr>
              <a:t>‹Nr.›</a:t>
            </a:fld>
            <a:endParaRPr lang="de-AT"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r>
              <a:rPr lang="en-US" sz="1200" b="0" strike="noStrike" spc="-1">
                <a:solidFill>
                  <a:schemeClr val="dk1">
                    <a:tint val="75000"/>
                  </a:schemeClr>
                </a:solidFill>
                <a:latin typeface="Calibri"/>
              </a:rPr>
              <a:t>&lt;Datum/Uhrzeit&gt;</a:t>
            </a:r>
            <a:endParaRPr lang="de-AT" sz="1200" b="0" strike="noStrike" spc="-1">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de-AT" sz="1400" b="0" strike="noStrike" spc="-1">
                <a:solidFill>
                  <a:srgbClr val="000000"/>
                </a:solidFill>
                <a:latin typeface="Times New Roman"/>
              </a:defRPr>
            </a:lvl1pPr>
          </a:lstStyle>
          <a:p>
            <a:pPr indent="0" algn="ctr">
              <a:buNone/>
            </a:pPr>
            <a:r>
              <a:rPr lang="de-AT" sz="1400" b="0" strike="noStrike" spc="-1">
                <a:solidFill>
                  <a:srgbClr val="000000"/>
                </a:solidFill>
                <a:latin typeface="Times New Roman"/>
              </a:rPr>
              <a:t>&lt;Fußzeile&gt;</a:t>
            </a: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B78B57CE-9233-4D42-88CA-44CFC9D73484}" type="slidenum">
              <a:rPr lang="en-US" sz="1200" b="0" strike="noStrike" spc="-1">
                <a:solidFill>
                  <a:schemeClr val="dk1">
                    <a:tint val="75000"/>
                  </a:schemeClr>
                </a:solidFill>
                <a:latin typeface="Calibri"/>
              </a:rPr>
              <a:t>‹Nr.›</a:t>
            </a:fld>
            <a:endParaRPr lang="de-AT" sz="1200" b="0" strike="noStrike" spc="-1">
              <a:solidFill>
                <a:srgbClr val="000000"/>
              </a:solidFill>
              <a:latin typeface="Times New Roman"/>
            </a:endParaRPr>
          </a:p>
        </p:txBody>
      </p:sp>
      <p:sp>
        <p:nvSpPr>
          <p:cNvPr id="53" name="PlaceHolder 4"/>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Format des Titeltextes durch Klicken bearbeiten</a:t>
            </a:r>
          </a:p>
        </p:txBody>
      </p:sp>
      <p:sp>
        <p:nvSpPr>
          <p:cNvPr id="54" name="PlaceHolder 5"/>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Format des Gliederungstextes durch Klicken bearbeiten</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Zweite Gliederungsebene</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Dritte Gliederungsebene</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Vierte Gliederungsebene</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Fünfte Gliederungsebene</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Sechste Gliederungsebene</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Siebte Gliederungsebene</a:t>
            </a:r>
          </a:p>
        </p:txBody>
      </p:sp>
    </p:spTree>
  </p:cSld>
  <p:clrMap bg1="lt1" tx1="dk1" bg2="lt2" tx2="dk2" accent1="accent1" accent2="accent2" accent3="accent3" accent4="accent4" accent5="accent5" accent6="accent6" hlink="hlink" folHlink="folHlink"/>
  <p:sldLayoutIdLst>
    <p:sldLayoutId id="2147483665"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 name="PlaceHolder 1"/>
          <p:cNvSpPr>
            <a:spLocks noGrp="1"/>
          </p:cNvSpPr>
          <p:nvPr>
            <p:ph type="title"/>
          </p:nvPr>
        </p:nvSpPr>
        <p:spPr>
          <a:xfrm>
            <a:off x="914400" y="410400"/>
            <a:ext cx="16458480" cy="1717200"/>
          </a:xfrm>
          <a:prstGeom prst="rect">
            <a:avLst/>
          </a:prstGeom>
          <a:noFill/>
          <a:ln w="0">
            <a:noFill/>
          </a:ln>
        </p:spPr>
        <p:txBody>
          <a:bodyPr lIns="0" tIns="0" rIns="0" bIns="0" anchor="ctr">
            <a:noAutofit/>
          </a:bodyPr>
          <a:lstStyle/>
          <a:p>
            <a:pPr indent="0">
              <a:buNone/>
            </a:pPr>
            <a:r>
              <a:rPr lang="de-AT" sz="1800" b="0" strike="noStrike" spc="-1">
                <a:solidFill>
                  <a:srgbClr val="000000"/>
                </a:solidFill>
                <a:latin typeface="Arial"/>
              </a:rPr>
              <a:t>Format des Titeltextes durch Klicken bearbeiten</a:t>
            </a:r>
          </a:p>
        </p:txBody>
      </p:sp>
      <p:sp>
        <p:nvSpPr>
          <p:cNvPr id="68" name="PlaceHolder 2"/>
          <p:cNvSpPr>
            <a:spLocks noGrp="1"/>
          </p:cNvSpPr>
          <p:nvPr>
            <p:ph type="ftr" idx="34"/>
          </p:nvPr>
        </p:nvSpPr>
        <p:spPr>
          <a:xfrm>
            <a:off x="3124080" y="6356520"/>
            <a:ext cx="2894760" cy="364320"/>
          </a:xfrm>
          <a:prstGeom prst="rect">
            <a:avLst/>
          </a:prstGeom>
          <a:noFill/>
          <a:ln w="0">
            <a:noFill/>
          </a:ln>
        </p:spPr>
        <p:txBody>
          <a:bodyPr lIns="91440" tIns="45720" rIns="91440" bIns="45720" anchor="ctr">
            <a:noAutofit/>
          </a:bodyPr>
          <a:lstStyle>
            <a:lvl1pPr indent="0" algn="ctr">
              <a:buNone/>
              <a:defRPr lang="de-AT" sz="1400" b="0" strike="noStrike" spc="-1">
                <a:solidFill>
                  <a:srgbClr val="000000"/>
                </a:solidFill>
                <a:latin typeface="Times New Roman"/>
              </a:defRPr>
            </a:lvl1pPr>
          </a:lstStyle>
          <a:p>
            <a:pPr indent="0" algn="ctr">
              <a:buNone/>
            </a:pPr>
            <a:r>
              <a:rPr lang="de-AT" sz="1400" b="0" strike="noStrike" spc="-1">
                <a:solidFill>
                  <a:srgbClr val="000000"/>
                </a:solidFill>
                <a:latin typeface="Times New Roman"/>
              </a:rPr>
              <a:t>&lt;Fußzeile&gt;</a:t>
            </a:r>
          </a:p>
        </p:txBody>
      </p:sp>
      <p:sp>
        <p:nvSpPr>
          <p:cNvPr id="69" name="PlaceHolder 3"/>
          <p:cNvSpPr>
            <a:spLocks noGrp="1"/>
          </p:cNvSpPr>
          <p:nvPr>
            <p:ph type="sldNum" idx="35"/>
          </p:nvPr>
        </p:nvSpPr>
        <p:spPr>
          <a:xfrm>
            <a:off x="6553080" y="6356520"/>
            <a:ext cx="213300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strike="noStrike" spc="-1">
                <a:solidFill>
                  <a:srgbClr val="888888"/>
                </a:solidFill>
                <a:latin typeface="Calibri"/>
                <a:ea typeface="Calibri"/>
              </a:defRPr>
            </a:lvl1pPr>
          </a:lstStyle>
          <a:p>
            <a:pPr indent="0" algn="r">
              <a:lnSpc>
                <a:spcPct val="100000"/>
              </a:lnSpc>
              <a:buNone/>
              <a:tabLst>
                <a:tab pos="0" algn="l"/>
              </a:tabLst>
            </a:pPr>
            <a:fld id="{9EE2336A-4367-4A21-AC24-FAB29F25B9D4}" type="slidenum">
              <a:rPr lang="en-US" sz="1200" b="0" strike="noStrike" spc="-1">
                <a:solidFill>
                  <a:srgbClr val="888888"/>
                </a:solidFill>
                <a:latin typeface="Calibri"/>
                <a:ea typeface="Calibri"/>
              </a:rPr>
              <a:t>‹Nr.›</a:t>
            </a:fld>
            <a:endParaRPr lang="de-AT" sz="1200" b="0" strike="noStrike" spc="-1">
              <a:solidFill>
                <a:srgbClr val="000000"/>
              </a:solidFill>
              <a:latin typeface="Times New Roman"/>
            </a:endParaRPr>
          </a:p>
        </p:txBody>
      </p:sp>
      <p:sp>
        <p:nvSpPr>
          <p:cNvPr id="70" name="PlaceHolder 4"/>
          <p:cNvSpPr>
            <a:spLocks noGrp="1"/>
          </p:cNvSpPr>
          <p:nvPr>
            <p:ph type="dt" idx="36"/>
          </p:nvPr>
        </p:nvSpPr>
        <p:spPr>
          <a:xfrm>
            <a:off x="457200" y="6356520"/>
            <a:ext cx="2133000" cy="364320"/>
          </a:xfrm>
          <a:prstGeom prst="rect">
            <a:avLst/>
          </a:prstGeom>
          <a:noFill/>
          <a:ln w="0">
            <a:noFill/>
          </a:ln>
        </p:spPr>
        <p:txBody>
          <a:bodyPr lIns="91440" tIns="45720" rIns="91440" bIns="45720" anchor="ctr">
            <a:noAutofit/>
          </a:bodyPr>
          <a:lstStyle>
            <a:lvl1pPr indent="0">
              <a:buNone/>
              <a:defRPr lang="de-AT" sz="1400" b="0" strike="noStrike" spc="-1">
                <a:solidFill>
                  <a:srgbClr val="000000"/>
                </a:solidFill>
                <a:latin typeface="Times New Roman"/>
              </a:defRPr>
            </a:lvl1pPr>
          </a:lstStyle>
          <a:p>
            <a:pPr indent="0">
              <a:buNone/>
            </a:pPr>
            <a:r>
              <a:rPr lang="de-AT" sz="1400" b="0" strike="noStrike" spc="-1">
                <a:solidFill>
                  <a:srgbClr val="000000"/>
                </a:solidFill>
                <a:latin typeface="Times New Roman"/>
              </a:rPr>
              <a:t>&lt;Datum/Uhrzeit&gt;</a:t>
            </a:r>
          </a:p>
        </p:txBody>
      </p:sp>
      <p:sp>
        <p:nvSpPr>
          <p:cNvPr id="71" name="PlaceHolder 5"/>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AT" sz="1400" b="0" strike="noStrike" spc="-1">
                <a:solidFill>
                  <a:srgbClr val="000000"/>
                </a:solidFill>
                <a:latin typeface="Arial"/>
              </a:rPr>
              <a:t>Format des Gliederungstextes durch Klicken bearbeiten</a:t>
            </a:r>
          </a:p>
          <a:p>
            <a:pPr marL="864000" lvl="1" indent="-324000">
              <a:spcBef>
                <a:spcPts val="1134"/>
              </a:spcBef>
              <a:buClr>
                <a:srgbClr val="000000"/>
              </a:buClr>
              <a:buSzPct val="75000"/>
              <a:buFont typeface="Symbol" charset="2"/>
              <a:buChar char=""/>
            </a:pPr>
            <a:r>
              <a:rPr lang="de-AT" sz="1400" b="0" strike="noStrike" spc="-1">
                <a:solidFill>
                  <a:srgbClr val="000000"/>
                </a:solidFill>
                <a:latin typeface="Arial"/>
              </a:rPr>
              <a:t>Zweite Gliederungsebene</a:t>
            </a:r>
          </a:p>
          <a:p>
            <a:pPr marL="1296000" lvl="2" indent="-288000">
              <a:spcBef>
                <a:spcPts val="850"/>
              </a:spcBef>
              <a:buClr>
                <a:srgbClr val="000000"/>
              </a:buClr>
              <a:buSzPct val="45000"/>
              <a:buFont typeface="Wingdings" charset="2"/>
              <a:buChar char=""/>
            </a:pPr>
            <a:r>
              <a:rPr lang="de-AT" sz="1400" b="0" strike="noStrike" spc="-1">
                <a:solidFill>
                  <a:srgbClr val="000000"/>
                </a:solidFill>
                <a:latin typeface="Arial"/>
              </a:rPr>
              <a:t>Dritte Gliederungsebene</a:t>
            </a:r>
          </a:p>
          <a:p>
            <a:pPr marL="1728000" lvl="3" indent="-216000">
              <a:spcBef>
                <a:spcPts val="567"/>
              </a:spcBef>
              <a:buClr>
                <a:srgbClr val="000000"/>
              </a:buClr>
              <a:buSzPct val="75000"/>
              <a:buFont typeface="Symbol" charset="2"/>
              <a:buChar char=""/>
            </a:pPr>
            <a:r>
              <a:rPr lang="de-AT" sz="1400" b="0" strike="noStrike" spc="-1">
                <a:solidFill>
                  <a:srgbClr val="000000"/>
                </a:solidFill>
                <a:latin typeface="Arial"/>
              </a:rPr>
              <a:t>Vierte Gliederungsebene</a:t>
            </a:r>
          </a:p>
          <a:p>
            <a:pPr marL="2160000" lvl="4" indent="-216000">
              <a:spcBef>
                <a:spcPts val="283"/>
              </a:spcBef>
              <a:buClr>
                <a:srgbClr val="000000"/>
              </a:buClr>
              <a:buSzPct val="45000"/>
              <a:buFont typeface="Wingdings" charset="2"/>
              <a:buChar char=""/>
            </a:pPr>
            <a:r>
              <a:rPr lang="de-AT" sz="2000" b="0" strike="noStrike" spc="-1">
                <a:solidFill>
                  <a:srgbClr val="000000"/>
                </a:solidFill>
                <a:latin typeface="Arial"/>
              </a:rPr>
              <a:t>Fünfte Gliederungsebene</a:t>
            </a:r>
          </a:p>
          <a:p>
            <a:pPr marL="2592000" lvl="5" indent="-216000">
              <a:spcBef>
                <a:spcPts val="283"/>
              </a:spcBef>
              <a:buClr>
                <a:srgbClr val="000000"/>
              </a:buClr>
              <a:buSzPct val="45000"/>
              <a:buFont typeface="Wingdings" charset="2"/>
              <a:buChar char=""/>
            </a:pPr>
            <a:r>
              <a:rPr lang="de-AT" sz="2000" b="0" strike="noStrike" spc="-1">
                <a:solidFill>
                  <a:srgbClr val="000000"/>
                </a:solidFill>
                <a:latin typeface="Arial"/>
              </a:rPr>
              <a:t>Sechste Gliederungsebene</a:t>
            </a:r>
          </a:p>
          <a:p>
            <a:pPr marL="3024000" lvl="6" indent="-216000">
              <a:spcBef>
                <a:spcPts val="283"/>
              </a:spcBef>
              <a:buClr>
                <a:srgbClr val="000000"/>
              </a:buClr>
              <a:buSzPct val="45000"/>
              <a:buFont typeface="Wingdings" charset="2"/>
              <a:buChar char=""/>
            </a:pPr>
            <a:r>
              <a:rPr lang="de-AT" sz="2000" b="0" strike="noStrike" spc="-1">
                <a:solidFill>
                  <a:srgbClr val="000000"/>
                </a:solidFill>
                <a:latin typeface="Arial"/>
              </a:rPr>
              <a:t>Siebte Gliederungsebene</a:t>
            </a:r>
          </a:p>
        </p:txBody>
      </p:sp>
    </p:spTree>
  </p:cSld>
  <p:clrMap bg1="lt1" tx1="dk1" bg2="lt2" tx2="dk2" accent1="accent1" accent2="accent2" accent3="accent3" accent4="accent4" accent5="accent5" accent6="accent6" hlink="hlink" folHlink="folHlink"/>
  <p:sldLayoutIdLst>
    <p:sldLayoutId id="2147483671"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 name="PlaceHolder 1"/>
          <p:cNvSpPr>
            <a:spLocks noGrp="1"/>
          </p:cNvSpPr>
          <p:nvPr>
            <p:ph type="ftr" idx="37"/>
          </p:nvPr>
        </p:nvSpPr>
        <p:spPr>
          <a:xfrm>
            <a:off x="3124080" y="6356520"/>
            <a:ext cx="2894760" cy="364320"/>
          </a:xfrm>
          <a:prstGeom prst="rect">
            <a:avLst/>
          </a:prstGeom>
          <a:noFill/>
          <a:ln w="0">
            <a:noFill/>
          </a:ln>
        </p:spPr>
        <p:txBody>
          <a:bodyPr lIns="91440" tIns="45720" rIns="91440" bIns="45720" anchor="ctr">
            <a:noAutofit/>
          </a:bodyPr>
          <a:lstStyle>
            <a:lvl1pPr indent="0" algn="ctr">
              <a:buNone/>
              <a:defRPr lang="de-AT" sz="1400" b="0" strike="noStrike" spc="-1">
                <a:solidFill>
                  <a:srgbClr val="000000"/>
                </a:solidFill>
                <a:latin typeface="Times New Roman"/>
              </a:defRPr>
            </a:lvl1pPr>
          </a:lstStyle>
          <a:p>
            <a:pPr indent="0" algn="ctr">
              <a:buNone/>
            </a:pPr>
            <a:r>
              <a:rPr lang="de-AT" sz="1400" b="0" strike="noStrike" spc="-1">
                <a:solidFill>
                  <a:srgbClr val="000000"/>
                </a:solidFill>
                <a:latin typeface="Times New Roman"/>
              </a:rPr>
              <a:t>&lt;Fußzeile&gt;</a:t>
            </a:r>
          </a:p>
        </p:txBody>
      </p:sp>
      <p:sp>
        <p:nvSpPr>
          <p:cNvPr id="75" name="PlaceHolder 2"/>
          <p:cNvSpPr>
            <a:spLocks noGrp="1"/>
          </p:cNvSpPr>
          <p:nvPr>
            <p:ph type="sldNum" idx="38"/>
          </p:nvPr>
        </p:nvSpPr>
        <p:spPr>
          <a:xfrm>
            <a:off x="6553080" y="6356520"/>
            <a:ext cx="2133000" cy="364320"/>
          </a:xfrm>
          <a:prstGeom prst="rect">
            <a:avLst/>
          </a:prstGeom>
          <a:noFill/>
          <a:ln w="0">
            <a:noFill/>
          </a:ln>
        </p:spPr>
        <p:txBody>
          <a:bodyPr lIns="91440" tIns="45720" rIns="91440" bIns="45720" anchor="ctr">
            <a:noAutofit/>
          </a:bodyPr>
          <a:lstStyle>
            <a:lvl1pPr indent="0" algn="r">
              <a:lnSpc>
                <a:spcPct val="100000"/>
              </a:lnSpc>
              <a:buNone/>
              <a:tabLst>
                <a:tab pos="0" algn="l"/>
              </a:tabLst>
              <a:defRPr lang="en-US" sz="1200" b="0" strike="noStrike" spc="-1">
                <a:solidFill>
                  <a:srgbClr val="888888"/>
                </a:solidFill>
                <a:latin typeface="Calibri"/>
                <a:ea typeface="Calibri"/>
              </a:defRPr>
            </a:lvl1pPr>
          </a:lstStyle>
          <a:p>
            <a:pPr indent="0" algn="r">
              <a:lnSpc>
                <a:spcPct val="100000"/>
              </a:lnSpc>
              <a:buNone/>
              <a:tabLst>
                <a:tab pos="0" algn="l"/>
              </a:tabLst>
            </a:pPr>
            <a:fld id="{2D6D501F-DF76-4EA7-8760-355DCF3E1915}" type="slidenum">
              <a:rPr lang="en-US" sz="1200" b="0" strike="noStrike" spc="-1">
                <a:solidFill>
                  <a:srgbClr val="888888"/>
                </a:solidFill>
                <a:latin typeface="Calibri"/>
                <a:ea typeface="Calibri"/>
              </a:rPr>
              <a:t>‹Nr.›</a:t>
            </a:fld>
            <a:endParaRPr lang="de-AT" sz="1200" b="0" strike="noStrike" spc="-1">
              <a:solidFill>
                <a:srgbClr val="000000"/>
              </a:solidFill>
              <a:latin typeface="Times New Roman"/>
            </a:endParaRPr>
          </a:p>
        </p:txBody>
      </p:sp>
      <p:sp>
        <p:nvSpPr>
          <p:cNvPr id="76" name="PlaceHolder 3"/>
          <p:cNvSpPr>
            <a:spLocks noGrp="1"/>
          </p:cNvSpPr>
          <p:nvPr>
            <p:ph type="dt" idx="39"/>
          </p:nvPr>
        </p:nvSpPr>
        <p:spPr>
          <a:xfrm>
            <a:off x="457200" y="6356520"/>
            <a:ext cx="2133000" cy="364320"/>
          </a:xfrm>
          <a:prstGeom prst="rect">
            <a:avLst/>
          </a:prstGeom>
          <a:noFill/>
          <a:ln w="0">
            <a:noFill/>
          </a:ln>
        </p:spPr>
        <p:txBody>
          <a:bodyPr lIns="91440" tIns="45720" rIns="91440" bIns="45720" anchor="ctr">
            <a:noAutofit/>
          </a:bodyPr>
          <a:lstStyle>
            <a:lvl1pPr indent="0">
              <a:buNone/>
              <a:defRPr lang="de-AT" sz="1400" b="0" strike="noStrike" spc="-1">
                <a:solidFill>
                  <a:srgbClr val="000000"/>
                </a:solidFill>
                <a:latin typeface="Times New Roman"/>
              </a:defRPr>
            </a:lvl1pPr>
          </a:lstStyle>
          <a:p>
            <a:pPr indent="0">
              <a:buNone/>
            </a:pPr>
            <a:r>
              <a:rPr lang="de-AT" sz="1400" b="0" strike="noStrike" spc="-1">
                <a:solidFill>
                  <a:srgbClr val="000000"/>
                </a:solidFill>
                <a:latin typeface="Times New Roman"/>
              </a:rPr>
              <a:t>&lt;Datum/Uhrzeit&gt;</a:t>
            </a:r>
          </a:p>
        </p:txBody>
      </p:sp>
      <p:sp>
        <p:nvSpPr>
          <p:cNvPr id="77" name="PlaceHolder 4"/>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r>
              <a:rPr lang="de-AT" sz="1400" b="0" strike="noStrike" spc="-1">
                <a:solidFill>
                  <a:srgbClr val="000000"/>
                </a:solidFill>
                <a:latin typeface="Arial"/>
              </a:rPr>
              <a:t>Format des Titeltextes durch Klicken bearbeiten</a:t>
            </a:r>
          </a:p>
        </p:txBody>
      </p:sp>
      <p:sp>
        <p:nvSpPr>
          <p:cNvPr id="78" name="PlaceHolder 5"/>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de-AT" sz="1400" b="0" strike="noStrike" spc="-1">
                <a:solidFill>
                  <a:srgbClr val="000000"/>
                </a:solidFill>
                <a:latin typeface="Arial"/>
              </a:rPr>
              <a:t>Format des Gliederungstextes durch Klicken bearbeiten</a:t>
            </a:r>
          </a:p>
          <a:p>
            <a:pPr marL="864000" lvl="1" indent="-324000">
              <a:spcBef>
                <a:spcPts val="1134"/>
              </a:spcBef>
              <a:buClr>
                <a:srgbClr val="000000"/>
              </a:buClr>
              <a:buSzPct val="75000"/>
              <a:buFont typeface="Symbol" charset="2"/>
              <a:buChar char=""/>
            </a:pPr>
            <a:r>
              <a:rPr lang="de-AT" sz="1400" b="0" strike="noStrike" spc="-1">
                <a:solidFill>
                  <a:srgbClr val="000000"/>
                </a:solidFill>
                <a:latin typeface="Arial"/>
              </a:rPr>
              <a:t>Zweite Gliederungsebene</a:t>
            </a:r>
          </a:p>
          <a:p>
            <a:pPr marL="1296000" lvl="2" indent="-288000">
              <a:spcBef>
                <a:spcPts val="850"/>
              </a:spcBef>
              <a:buClr>
                <a:srgbClr val="000000"/>
              </a:buClr>
              <a:buSzPct val="45000"/>
              <a:buFont typeface="Wingdings" charset="2"/>
              <a:buChar char=""/>
            </a:pPr>
            <a:r>
              <a:rPr lang="de-AT" sz="1400" b="0" strike="noStrike" spc="-1">
                <a:solidFill>
                  <a:srgbClr val="000000"/>
                </a:solidFill>
                <a:latin typeface="Arial"/>
              </a:rPr>
              <a:t>Dritte Gliederungsebene</a:t>
            </a:r>
          </a:p>
          <a:p>
            <a:pPr marL="1728000" lvl="3" indent="-216000">
              <a:spcBef>
                <a:spcPts val="567"/>
              </a:spcBef>
              <a:buClr>
                <a:srgbClr val="000000"/>
              </a:buClr>
              <a:buSzPct val="75000"/>
              <a:buFont typeface="Symbol" charset="2"/>
              <a:buChar char=""/>
            </a:pPr>
            <a:r>
              <a:rPr lang="de-AT" sz="1400" b="0" strike="noStrike" spc="-1">
                <a:solidFill>
                  <a:srgbClr val="000000"/>
                </a:solidFill>
                <a:latin typeface="Arial"/>
              </a:rPr>
              <a:t>Vierte Gliederungsebene</a:t>
            </a:r>
          </a:p>
          <a:p>
            <a:pPr marL="2160000" lvl="4" indent="-216000">
              <a:spcBef>
                <a:spcPts val="283"/>
              </a:spcBef>
              <a:buClr>
                <a:srgbClr val="000000"/>
              </a:buClr>
              <a:buSzPct val="45000"/>
              <a:buFont typeface="Wingdings" charset="2"/>
              <a:buChar char=""/>
            </a:pPr>
            <a:r>
              <a:rPr lang="de-AT" sz="2000" b="0" strike="noStrike" spc="-1">
                <a:solidFill>
                  <a:srgbClr val="000000"/>
                </a:solidFill>
                <a:latin typeface="Arial"/>
              </a:rPr>
              <a:t>Fünfte Gliederungsebene</a:t>
            </a:r>
          </a:p>
          <a:p>
            <a:pPr marL="2592000" lvl="5" indent="-216000">
              <a:spcBef>
                <a:spcPts val="283"/>
              </a:spcBef>
              <a:buClr>
                <a:srgbClr val="000000"/>
              </a:buClr>
              <a:buSzPct val="45000"/>
              <a:buFont typeface="Wingdings" charset="2"/>
              <a:buChar char=""/>
            </a:pPr>
            <a:r>
              <a:rPr lang="de-AT" sz="2000" b="0" strike="noStrike" spc="-1">
                <a:solidFill>
                  <a:srgbClr val="000000"/>
                </a:solidFill>
                <a:latin typeface="Arial"/>
              </a:rPr>
              <a:t>Sechste Gliederungsebene</a:t>
            </a:r>
          </a:p>
          <a:p>
            <a:pPr marL="3024000" lvl="6" indent="-216000">
              <a:spcBef>
                <a:spcPts val="283"/>
              </a:spcBef>
              <a:buClr>
                <a:srgbClr val="000000"/>
              </a:buClr>
              <a:buSzPct val="45000"/>
              <a:buFont typeface="Wingdings" charset="2"/>
              <a:buChar char=""/>
            </a:pPr>
            <a:r>
              <a:rPr lang="de-AT" sz="2000" b="0" strike="noStrike" spc="-1">
                <a:solidFill>
                  <a:srgbClr val="000000"/>
                </a:solidFill>
                <a:latin typeface="Arial"/>
              </a:rPr>
              <a:t>Siebte Gliederungsebene</a:t>
            </a:r>
          </a:p>
        </p:txBody>
      </p:sp>
    </p:spTree>
  </p:cSld>
  <p:clrMap bg1="lt1" tx1="dk1" bg2="lt2" tx2="dk2" accent1="accent1" accent2="accent2" accent3="accent3" accent4="accent4" accent5="accent5" accent6="accent6" hlink="hlink" folHlink="folHlink"/>
  <p:sldLayoutIdLst>
    <p:sldLayoutId id="2147483673"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tinasophie15.github.io/tcpp_project_chatgpt_learn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Group 3"/>
          <p:cNvGrpSpPr/>
          <p:nvPr/>
        </p:nvGrpSpPr>
        <p:grpSpPr>
          <a:xfrm>
            <a:off x="8991720" y="-135360"/>
            <a:ext cx="9295920" cy="10445040"/>
            <a:chOff x="8991720" y="-135360"/>
            <a:chExt cx="9295920" cy="10445040"/>
          </a:xfrm>
        </p:grpSpPr>
        <p:sp>
          <p:nvSpPr>
            <p:cNvPr id="86" name="Freeform 4"/>
            <p:cNvSpPr/>
            <p:nvPr/>
          </p:nvSpPr>
          <p:spPr>
            <a:xfrm>
              <a:off x="8991720" y="0"/>
              <a:ext cx="9295920" cy="10309680"/>
            </a:xfrm>
            <a:custGeom>
              <a:avLst/>
              <a:gdLst>
                <a:gd name="textAreaLeft" fmla="*/ 0 w 9295920"/>
                <a:gd name="textAreaRight" fmla="*/ 9296280 w 9295920"/>
                <a:gd name="textAreaTop" fmla="*/ 0 h 10309680"/>
                <a:gd name="textAreaBottom" fmla="*/ 10310040 h 10309680"/>
              </a:gdLst>
              <a:ahLst/>
              <a:cxnLst/>
              <a:rect l="textAreaLeft" t="textAreaTop" r="textAreaRight" b="textAreaBottom"/>
              <a:pathLst>
                <a:path w="2570205" h="2899719">
                  <a:moveTo>
                    <a:pt x="0" y="0"/>
                  </a:moveTo>
                  <a:lnTo>
                    <a:pt x="2570205" y="0"/>
                  </a:lnTo>
                  <a:lnTo>
                    <a:pt x="2570205" y="2899719"/>
                  </a:lnTo>
                  <a:lnTo>
                    <a:pt x="0" y="2899719"/>
                  </a:lnTo>
                  <a:close/>
                </a:path>
              </a:pathLst>
            </a:custGeom>
            <a:solidFill>
              <a:srgbClr val="6D98BA"/>
            </a:solidFill>
            <a:ln w="28575" cap="sq">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de-AT" sz="1800" b="0" strike="noStrike" spc="-1">
                <a:solidFill>
                  <a:schemeClr val="dk1"/>
                </a:solidFill>
                <a:latin typeface="Calibri"/>
              </a:endParaRPr>
            </a:p>
          </p:txBody>
        </p:sp>
        <p:sp>
          <p:nvSpPr>
            <p:cNvPr id="87" name="TextBox 5"/>
            <p:cNvSpPr/>
            <p:nvPr/>
          </p:nvSpPr>
          <p:spPr>
            <a:xfrm>
              <a:off x="8991720" y="-135360"/>
              <a:ext cx="9295920" cy="10445040"/>
            </a:xfrm>
            <a:prstGeom prst="rect">
              <a:avLst/>
            </a:prstGeom>
            <a:solidFill>
              <a:srgbClr val="6D98BA"/>
            </a:solidFill>
            <a:ln w="0">
              <a:solidFill>
                <a:srgbClr val="000000"/>
              </a:solid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88" name="Freeform 2"/>
          <p:cNvSpPr/>
          <p:nvPr/>
        </p:nvSpPr>
        <p:spPr>
          <a:xfrm>
            <a:off x="632520" y="3969360"/>
            <a:ext cx="7729200" cy="5893200"/>
          </a:xfrm>
          <a:custGeom>
            <a:avLst/>
            <a:gdLst>
              <a:gd name="textAreaLeft" fmla="*/ 0 w 7729200"/>
              <a:gd name="textAreaRight" fmla="*/ 7729560 w 7729200"/>
              <a:gd name="textAreaTop" fmla="*/ 0 h 5893200"/>
              <a:gd name="textAreaBottom" fmla="*/ 5893560 h 5893200"/>
            </a:gdLst>
            <a:ahLst/>
            <a:cxnLst/>
            <a:rect l="textAreaLeft" t="textAreaTop" r="textAreaRight" b="textAreaBottom"/>
            <a:pathLst>
              <a:path w="7729481" h="5893729">
                <a:moveTo>
                  <a:pt x="0" y="0"/>
                </a:moveTo>
                <a:lnTo>
                  <a:pt x="7729481" y="0"/>
                </a:lnTo>
                <a:lnTo>
                  <a:pt x="7729481" y="5893729"/>
                </a:lnTo>
                <a:lnTo>
                  <a:pt x="0" y="5893729"/>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de-AT" sz="1800" b="0" strike="noStrike" spc="-1">
              <a:solidFill>
                <a:schemeClr val="dk1"/>
              </a:solidFill>
              <a:latin typeface="Calibri"/>
            </a:endParaRPr>
          </a:p>
        </p:txBody>
      </p:sp>
      <p:sp>
        <p:nvSpPr>
          <p:cNvPr id="89" name="TextBox 6"/>
          <p:cNvSpPr/>
          <p:nvPr/>
        </p:nvSpPr>
        <p:spPr>
          <a:xfrm>
            <a:off x="1325880" y="1103040"/>
            <a:ext cx="15635880" cy="365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ct val="100000"/>
              </a:lnSpc>
            </a:pPr>
            <a:r>
              <a:rPr lang="en-US" sz="6000" b="0" strike="noStrike" spc="-1" dirty="0">
                <a:solidFill>
                  <a:schemeClr val="dk1"/>
                </a:solidFill>
                <a:latin typeface="Fredoka"/>
                <a:ea typeface="Fredoka"/>
              </a:rPr>
              <a:t>Does ChatGPT enhance student learning? </a:t>
            </a:r>
            <a:br>
              <a:rPr sz="6000" dirty="0"/>
            </a:br>
            <a:r>
              <a:rPr lang="en-US" sz="6000" b="0" strike="noStrike" spc="-1" dirty="0">
                <a:solidFill>
                  <a:schemeClr val="dk1"/>
                </a:solidFill>
                <a:latin typeface="Fredoka"/>
                <a:ea typeface="Fredoka"/>
              </a:rPr>
              <a:t>A systematic review and meta-analysis of experimental studies</a:t>
            </a:r>
            <a:endParaRPr lang="de-AT" sz="6000" b="0" strike="noStrike" spc="-1" dirty="0">
              <a:solidFill>
                <a:srgbClr val="000000"/>
              </a:solidFill>
              <a:latin typeface="Arial"/>
            </a:endParaRPr>
          </a:p>
        </p:txBody>
      </p:sp>
      <p:sp>
        <p:nvSpPr>
          <p:cNvPr id="90" name="Textfeld 3"/>
          <p:cNvSpPr/>
          <p:nvPr/>
        </p:nvSpPr>
        <p:spPr>
          <a:xfrm>
            <a:off x="5279400" y="3998880"/>
            <a:ext cx="7729200" cy="57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de-AT" sz="3200" b="0" strike="noStrike" spc="-1">
                <a:solidFill>
                  <a:schemeClr val="dk1"/>
                </a:solidFill>
                <a:latin typeface="Fredoka"/>
              </a:rPr>
              <a:t>Deng et al. (2024)</a:t>
            </a:r>
            <a:endParaRPr lang="de-AT" sz="3200" b="0" strike="noStrike" spc="-1">
              <a:solidFill>
                <a:srgbClr val="000000"/>
              </a:solidFill>
              <a:latin typeface="Arial"/>
            </a:endParaRPr>
          </a:p>
        </p:txBody>
      </p:sp>
      <p:sp>
        <p:nvSpPr>
          <p:cNvPr id="91" name="Textfeld 5"/>
          <p:cNvSpPr/>
          <p:nvPr/>
        </p:nvSpPr>
        <p:spPr>
          <a:xfrm>
            <a:off x="10091520" y="7429680"/>
            <a:ext cx="8152920" cy="173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de-AT" sz="3600" b="0" strike="noStrike" spc="-1" dirty="0">
                <a:solidFill>
                  <a:schemeClr val="dk1"/>
                </a:solidFill>
                <a:latin typeface="Century Gothic"/>
              </a:rPr>
              <a:t>Maria Clara Escanuela dos Santos</a:t>
            </a:r>
            <a:endParaRPr lang="de-AT" sz="3600" b="0" strike="noStrike" spc="-1" dirty="0">
              <a:solidFill>
                <a:srgbClr val="000000"/>
              </a:solidFill>
              <a:latin typeface="Arial"/>
            </a:endParaRPr>
          </a:p>
          <a:p>
            <a:pPr defTabSz="914400">
              <a:lnSpc>
                <a:spcPct val="100000"/>
              </a:lnSpc>
            </a:pPr>
            <a:r>
              <a:rPr lang="de-AT" sz="3600" b="0" strike="noStrike" spc="-1" dirty="0">
                <a:solidFill>
                  <a:schemeClr val="dk1"/>
                </a:solidFill>
                <a:latin typeface="Century Gothic"/>
              </a:rPr>
              <a:t>Marina Tatjana Hofer</a:t>
            </a:r>
            <a:endParaRPr lang="de-AT" sz="3600" b="0" strike="noStrike" spc="-1" dirty="0">
              <a:solidFill>
                <a:srgbClr val="000000"/>
              </a:solidFill>
              <a:latin typeface="Arial"/>
            </a:endParaRPr>
          </a:p>
          <a:p>
            <a:pPr defTabSz="914400">
              <a:lnSpc>
                <a:spcPct val="100000"/>
              </a:lnSpc>
            </a:pPr>
            <a:r>
              <a:rPr lang="de-AT" sz="3600" b="0" strike="noStrike" spc="-1" dirty="0">
                <a:solidFill>
                  <a:schemeClr val="dk1"/>
                </a:solidFill>
                <a:latin typeface="Century Gothic"/>
              </a:rPr>
              <a:t>Christina Sophie Knes</a:t>
            </a:r>
            <a:endParaRPr lang="de-AT" sz="3600" b="0" strike="noStrike" spc="-1" dirty="0">
              <a:solidFill>
                <a:srgbClr val="000000"/>
              </a:solidFill>
              <a:latin typeface="Arial"/>
            </a:endParaRPr>
          </a:p>
        </p:txBody>
      </p:sp>
      <p:pic>
        <p:nvPicPr>
          <p:cNvPr id="92" name="Picture 2" descr="Chatgpt logo Icon"/>
          <p:cNvPicPr/>
          <p:nvPr/>
        </p:nvPicPr>
        <p:blipFill>
          <a:blip r:embed="rId4"/>
          <a:stretch/>
        </p:blipFill>
        <p:spPr>
          <a:xfrm>
            <a:off x="2362320" y="6591240"/>
            <a:ext cx="837720" cy="837720"/>
          </a:xfrm>
          <a:prstGeom prst="rect">
            <a:avLst/>
          </a:prstGeom>
          <a:ln w="0">
            <a:noFill/>
          </a:ln>
        </p:spPr>
      </p:pic>
      <p:sp>
        <p:nvSpPr>
          <p:cNvPr id="93" name="Textfeld 92"/>
          <p:cNvSpPr txBox="1"/>
          <p:nvPr/>
        </p:nvSpPr>
        <p:spPr>
          <a:xfrm>
            <a:off x="9099720" y="5016600"/>
            <a:ext cx="215640" cy="232560"/>
          </a:xfrm>
          <a:prstGeom prst="rect">
            <a:avLst/>
          </a:prstGeom>
          <a:noFill/>
          <a:ln w="0">
            <a:noFill/>
          </a:ln>
        </p:spPr>
        <p:txBody>
          <a:bodyPr lIns="90000" tIns="45000" rIns="90000" bIns="45000" anchor="t">
            <a:noAutofit/>
          </a:bodyPr>
          <a:lstStyle/>
          <a:p>
            <a:r>
              <a:rPr lang="de-AT" sz="1000" b="0" strike="noStrike" spc="-1">
                <a:solidFill>
                  <a:srgbClr val="000000"/>
                </a:solidFill>
                <a:latin typeface="Arial"/>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914400" y="410400"/>
            <a:ext cx="16458480" cy="1717200"/>
          </a:xfrm>
          <a:prstGeom prst="rect">
            <a:avLst/>
          </a:prstGeom>
          <a:noFill/>
          <a:ln w="0">
            <a:noFill/>
          </a:ln>
        </p:spPr>
        <p:txBody>
          <a:bodyPr lIns="0" tIns="0" rIns="0" bIns="0" anchor="ctr">
            <a:noAutofit/>
          </a:bodyPr>
          <a:lstStyle/>
          <a:p>
            <a:pPr indent="0">
              <a:lnSpc>
                <a:spcPct val="100000"/>
              </a:lnSpc>
              <a:buNone/>
              <a:tabLst>
                <a:tab pos="0" algn="l"/>
              </a:tabLst>
            </a:pPr>
            <a:r>
              <a:rPr lang="en-US" sz="4400" b="0" strike="noStrike" spc="-1" dirty="0">
                <a:solidFill>
                  <a:schemeClr val="dk1"/>
                </a:solidFill>
                <a:latin typeface="Fredoka"/>
                <a:ea typeface="Fredoka"/>
              </a:rPr>
              <a:t>Why this meta-analysis?</a:t>
            </a:r>
            <a:endParaRPr lang="de-AT" sz="4400" b="0" strike="noStrike" spc="-1" dirty="0">
              <a:solidFill>
                <a:srgbClr val="000000"/>
              </a:solidFill>
              <a:latin typeface="Arial"/>
            </a:endParaRPr>
          </a:p>
        </p:txBody>
      </p:sp>
      <p:sp>
        <p:nvSpPr>
          <p:cNvPr id="97" name="PlaceHolder 2"/>
          <p:cNvSpPr>
            <a:spLocks noGrp="1"/>
          </p:cNvSpPr>
          <p:nvPr>
            <p:ph type="subTitle"/>
          </p:nvPr>
        </p:nvSpPr>
        <p:spPr>
          <a:xfrm>
            <a:off x="914400" y="2406960"/>
            <a:ext cx="16458480" cy="5965560"/>
          </a:xfrm>
          <a:prstGeom prst="rect">
            <a:avLst/>
          </a:prstGeom>
          <a:noFill/>
          <a:ln w="0">
            <a:noFill/>
          </a:ln>
        </p:spPr>
        <p:txBody>
          <a:bodyPr lIns="0" tIns="0" rIns="0" bIns="0" anchor="ctr">
            <a:noAutofit/>
          </a:bodyPr>
          <a:lstStyle/>
          <a:p>
            <a:pPr indent="0" algn="ctr">
              <a:buNone/>
            </a:pPr>
            <a:endParaRPr lang="de-AT" sz="1800" b="0" strike="noStrike" spc="-1">
              <a:solidFill>
                <a:srgbClr val="000000"/>
              </a:solidFill>
              <a:latin typeface="Arial"/>
              <a:ea typeface="Arial"/>
            </a:endParaRPr>
          </a:p>
        </p:txBody>
      </p:sp>
      <p:sp>
        <p:nvSpPr>
          <p:cNvPr id="98" name="Google Shape;51;p 2"/>
          <p:cNvSpPr/>
          <p:nvPr/>
        </p:nvSpPr>
        <p:spPr>
          <a:xfrm>
            <a:off x="4611600" y="7753680"/>
            <a:ext cx="8063640" cy="1725120"/>
          </a:xfrm>
          <a:prstGeom prst="roundRect">
            <a:avLst>
              <a:gd name="adj" fmla="val 16667"/>
            </a:avLst>
          </a:prstGeom>
          <a:solidFill>
            <a:srgbClr val="6D98BA"/>
          </a:solidFill>
          <a:ln w="9525">
            <a:solidFill>
              <a:srgbClr val="3465A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chemeClr val="dk1"/>
                </a:solidFill>
                <a:latin typeface="Century Gothic"/>
                <a:ea typeface="Century Gothic"/>
              </a:rPr>
              <a:t>Core message: </a:t>
            </a:r>
            <a:r>
              <a:rPr lang="en-US" sz="2400" b="0" strike="noStrike" spc="-1">
                <a:solidFill>
                  <a:schemeClr val="dk1"/>
                </a:solidFill>
                <a:latin typeface="Century Gothic"/>
                <a:ea typeface="Century Gothic"/>
              </a:rPr>
              <a:t>The paper moves the debate from opinions about ChatGPT to experimental evidence about learning.</a:t>
            </a:r>
            <a:endParaRPr lang="de-AT" sz="2400" b="0" strike="noStrike" spc="-1">
              <a:solidFill>
                <a:srgbClr val="FFFFFF"/>
              </a:solidFill>
              <a:latin typeface="Arial"/>
            </a:endParaRPr>
          </a:p>
        </p:txBody>
      </p:sp>
      <p:sp>
        <p:nvSpPr>
          <p:cNvPr id="99" name="Google Shape;52;p 2"/>
          <p:cNvSpPr/>
          <p:nvPr/>
        </p:nvSpPr>
        <p:spPr>
          <a:xfrm>
            <a:off x="0" y="2486520"/>
            <a:ext cx="7166880" cy="4524120"/>
          </a:xfrm>
          <a:prstGeom prst="roundRect">
            <a:avLst>
              <a:gd name="adj" fmla="val 16667"/>
            </a:avLst>
          </a:prstGeom>
          <a:solidFill>
            <a:srgbClr val="6D98BA"/>
          </a:solidFill>
          <a:ln w="9525">
            <a:solidFill>
              <a:srgbClr val="3465A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dirty="0">
                <a:solidFill>
                  <a:schemeClr val="dk1"/>
                </a:solidFill>
                <a:latin typeface="Century Gothic"/>
                <a:ea typeface="Century Gothic"/>
              </a:rPr>
              <a:t>Problem</a:t>
            </a:r>
            <a:endParaRPr lang="de-AT" sz="2400" b="0" strike="noStrike" spc="-1" dirty="0">
              <a:solidFill>
                <a:srgbClr val="FFFFFF"/>
              </a:solidFill>
              <a:latin typeface="Arial"/>
            </a:endParaRPr>
          </a:p>
          <a:p>
            <a:pPr algn="ctr">
              <a:lnSpc>
                <a:spcPct val="100000"/>
              </a:lnSpc>
              <a:tabLst>
                <a:tab pos="0" algn="l"/>
              </a:tabLst>
            </a:pPr>
            <a:endParaRPr lang="de-AT" sz="2400" b="0" strike="noStrike" spc="-1" dirty="0">
              <a:solidFill>
                <a:srgbClr val="FFFFFF"/>
              </a:solidFill>
              <a:latin typeface="Arial"/>
            </a:endParaRPr>
          </a:p>
          <a:p>
            <a:pPr algn="ctr">
              <a:lnSpc>
                <a:spcPct val="100000"/>
              </a:lnSpc>
              <a:tabLst>
                <a:tab pos="0" algn="l"/>
              </a:tabLst>
            </a:pPr>
            <a:r>
              <a:rPr lang="en-US" sz="2000" b="0" strike="noStrike" spc="-1" dirty="0">
                <a:solidFill>
                  <a:schemeClr val="dk1"/>
                </a:solidFill>
                <a:latin typeface="Century Gothic"/>
                <a:ea typeface="Century Gothic"/>
              </a:rPr>
              <a:t>ChatGPT is already used for explanations, writing, feedback and learning support. But many early studies only measured perceptions or correlations, which cannot tell us whether ChatGPT actually causes learning gains.</a:t>
            </a:r>
            <a:endParaRPr lang="de-AT" sz="2000" b="0" strike="noStrike" spc="-1" dirty="0">
              <a:solidFill>
                <a:srgbClr val="FFFFFF"/>
              </a:solidFill>
              <a:latin typeface="Arial"/>
            </a:endParaRPr>
          </a:p>
        </p:txBody>
      </p:sp>
      <p:sp>
        <p:nvSpPr>
          <p:cNvPr id="100" name="Google Shape;53;p 2"/>
          <p:cNvSpPr/>
          <p:nvPr/>
        </p:nvSpPr>
        <p:spPr>
          <a:xfrm flipH="1">
            <a:off x="13970160" y="3701880"/>
            <a:ext cx="4316760" cy="6584760"/>
          </a:xfrm>
          <a:custGeom>
            <a:avLst/>
            <a:gdLst>
              <a:gd name="textAreaLeft" fmla="*/ -360 w 4316760"/>
              <a:gd name="textAreaRight" fmla="*/ 4316760 w 4316760"/>
              <a:gd name="textAreaTop" fmla="*/ 0 h 6584760"/>
              <a:gd name="textAreaBottom" fmla="*/ 6585120 h 6584760"/>
            </a:gdLst>
            <a:ahLst/>
            <a:cxnLst/>
            <a:rect l="textAreaLeft" t="textAreaTop" r="textAreaRight" b="textAreaBottom"/>
            <a:pathLst>
              <a:path w="5718216" h="8780370">
                <a:moveTo>
                  <a:pt x="0" y="0"/>
                </a:moveTo>
                <a:lnTo>
                  <a:pt x="5718216" y="0"/>
                </a:lnTo>
                <a:lnTo>
                  <a:pt x="5718216" y="8780370"/>
                </a:lnTo>
                <a:lnTo>
                  <a:pt x="0" y="8780370"/>
                </a:lnTo>
                <a:lnTo>
                  <a:pt x="0" y="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AT" sz="1400" b="0" strike="noStrike" spc="-1">
              <a:solidFill>
                <a:srgbClr val="000000"/>
              </a:solidFill>
              <a:latin typeface="Arial"/>
            </a:endParaRPr>
          </a:p>
        </p:txBody>
      </p:sp>
      <p:sp>
        <p:nvSpPr>
          <p:cNvPr id="101" name="Google Shape;54;p 2"/>
          <p:cNvSpPr/>
          <p:nvPr/>
        </p:nvSpPr>
        <p:spPr>
          <a:xfrm>
            <a:off x="8180640" y="410400"/>
            <a:ext cx="7166880" cy="4524120"/>
          </a:xfrm>
          <a:prstGeom prst="roundRect">
            <a:avLst>
              <a:gd name="adj" fmla="val 16667"/>
            </a:avLst>
          </a:prstGeom>
          <a:solidFill>
            <a:srgbClr val="6D98BA"/>
          </a:solidFill>
          <a:ln w="9525">
            <a:solidFill>
              <a:srgbClr val="3465A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dirty="0">
                <a:solidFill>
                  <a:schemeClr val="dk1"/>
                </a:solidFill>
                <a:latin typeface="Century Gothic"/>
                <a:ea typeface="Century Gothic"/>
              </a:rPr>
              <a:t>The review logic</a:t>
            </a:r>
            <a:endParaRPr lang="de-AT" sz="2400" b="0" strike="noStrike" spc="-1" dirty="0">
              <a:solidFill>
                <a:srgbClr val="FFFFFF"/>
              </a:solidFill>
              <a:latin typeface="Arial"/>
            </a:endParaRPr>
          </a:p>
          <a:p>
            <a:pPr algn="ctr">
              <a:lnSpc>
                <a:spcPct val="100000"/>
              </a:lnSpc>
              <a:tabLst>
                <a:tab pos="0" algn="l"/>
              </a:tabLst>
            </a:pPr>
            <a:endParaRPr lang="de-AT" sz="2400" b="0" strike="noStrike" spc="-1" dirty="0">
              <a:solidFill>
                <a:srgbClr val="FFFFFF"/>
              </a:solidFill>
              <a:latin typeface="Arial"/>
            </a:endParaRPr>
          </a:p>
          <a:p>
            <a:pPr algn="ctr">
              <a:lnSpc>
                <a:spcPct val="100000"/>
              </a:lnSpc>
              <a:tabLst>
                <a:tab pos="0" algn="l"/>
              </a:tabLst>
            </a:pPr>
            <a:r>
              <a:rPr lang="en-US" sz="2000" b="0" strike="noStrike" spc="-1" dirty="0">
                <a:solidFill>
                  <a:schemeClr val="dk1"/>
                </a:solidFill>
                <a:latin typeface="Century Gothic"/>
                <a:ea typeface="Century Gothic"/>
              </a:rPr>
              <a:t>Deng et al. focus on experimental and quasi-experimental studies. This makes the review more relevant for causal claims: what happens when students use ChatGPT compared with a control condition?</a:t>
            </a:r>
            <a:endParaRPr lang="de-AT" sz="2000" b="0" strike="noStrike" spc="-1" dirty="0">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Google Shape;59;p7"/>
          <p:cNvSpPr/>
          <p:nvPr/>
        </p:nvSpPr>
        <p:spPr>
          <a:xfrm>
            <a:off x="8152200" y="6482160"/>
            <a:ext cx="8063640" cy="2629440"/>
          </a:xfrm>
          <a:prstGeom prst="roundRect">
            <a:avLst>
              <a:gd name="adj" fmla="val 16667"/>
            </a:avLst>
          </a:prstGeom>
          <a:solidFill>
            <a:srgbClr val="6D98BA"/>
          </a:solidFill>
          <a:ln w="9525">
            <a:solidFill>
              <a:srgbClr val="3465A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r>
              <a:rPr lang="en-US" sz="2400" b="1" strike="noStrike" spc="-1">
                <a:solidFill>
                  <a:schemeClr val="dk1"/>
                </a:solidFill>
                <a:latin typeface="Century Gothic"/>
                <a:ea typeface="Century Gothic"/>
              </a:rPr>
              <a:t>Not: </a:t>
            </a:r>
            <a:r>
              <a:rPr lang="en-US" sz="2400" b="0" strike="noStrike" spc="-1">
                <a:solidFill>
                  <a:schemeClr val="dk1"/>
                </a:solidFill>
                <a:latin typeface="Century Gothic"/>
                <a:ea typeface="Century Gothic"/>
              </a:rPr>
              <a:t>“Does ChatGPT work?”</a:t>
            </a:r>
            <a:endParaRPr lang="de-AT" sz="2400" b="0" strike="noStrike" spc="-1">
              <a:solidFill>
                <a:srgbClr val="FFFFFF"/>
              </a:solidFill>
              <a:latin typeface="Arial"/>
            </a:endParaRPr>
          </a:p>
          <a:p>
            <a:pPr>
              <a:lnSpc>
                <a:spcPct val="100000"/>
              </a:lnSpc>
              <a:tabLst>
                <a:tab pos="0" algn="l"/>
              </a:tabLst>
            </a:pPr>
            <a:endParaRPr lang="de-AT" sz="2400" b="0" strike="noStrike" spc="-1">
              <a:solidFill>
                <a:srgbClr val="FFFFFF"/>
              </a:solidFill>
              <a:latin typeface="Arial"/>
            </a:endParaRPr>
          </a:p>
          <a:p>
            <a:pPr algn="r">
              <a:lnSpc>
                <a:spcPct val="100000"/>
              </a:lnSpc>
              <a:tabLst>
                <a:tab pos="0" algn="l"/>
              </a:tabLst>
            </a:pPr>
            <a:r>
              <a:rPr lang="en-US" sz="2400" b="1" strike="noStrike" spc="-1">
                <a:solidFill>
                  <a:schemeClr val="dk1"/>
                </a:solidFill>
                <a:latin typeface="Century Gothic"/>
                <a:ea typeface="Century Gothic"/>
              </a:rPr>
              <a:t>But: </a:t>
            </a:r>
            <a:r>
              <a:rPr lang="en-US" sz="2400" b="0" strike="noStrike" spc="-1">
                <a:solidFill>
                  <a:schemeClr val="dk1"/>
                </a:solidFill>
                <a:latin typeface="Century Gothic"/>
                <a:ea typeface="Century Gothic"/>
              </a:rPr>
              <a:t>“For which outcomes, in which contexts, </a:t>
            </a:r>
            <a:br>
              <a:rPr sz="2400"/>
            </a:br>
            <a:r>
              <a:rPr lang="en-US" sz="2400" b="0" strike="noStrike" spc="-1">
                <a:solidFill>
                  <a:schemeClr val="dk1"/>
                </a:solidFill>
                <a:latin typeface="Century Gothic"/>
                <a:ea typeface="Century Gothic"/>
              </a:rPr>
              <a:t>and with what methodological quality?”</a:t>
            </a:r>
            <a:endParaRPr lang="de-AT" sz="2400" b="0" strike="noStrike" spc="-1">
              <a:solidFill>
                <a:srgbClr val="FFFFFF"/>
              </a:solidFill>
              <a:latin typeface="Arial"/>
            </a:endParaRPr>
          </a:p>
        </p:txBody>
      </p:sp>
      <p:sp>
        <p:nvSpPr>
          <p:cNvPr id="103" name="Google Shape;60;p 2"/>
          <p:cNvSpPr/>
          <p:nvPr/>
        </p:nvSpPr>
        <p:spPr>
          <a:xfrm>
            <a:off x="428400" y="1689480"/>
            <a:ext cx="4373280" cy="3773160"/>
          </a:xfrm>
          <a:prstGeom prst="roundRect">
            <a:avLst>
              <a:gd name="adj" fmla="val 16667"/>
            </a:avLst>
          </a:prstGeom>
          <a:solidFill>
            <a:srgbClr val="6D98BA"/>
          </a:solidFill>
          <a:ln w="9525">
            <a:solidFill>
              <a:srgbClr val="3465A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dirty="0">
                <a:solidFill>
                  <a:schemeClr val="dk1"/>
                </a:solidFill>
                <a:latin typeface="Century Gothic"/>
                <a:ea typeface="Century Gothic"/>
              </a:rPr>
              <a:t>RQ1: Where and how is ChatGPT used?</a:t>
            </a:r>
            <a:endParaRPr lang="de-AT" sz="2400" b="0" strike="noStrike" spc="-1" dirty="0">
              <a:solidFill>
                <a:srgbClr val="FFFFFF"/>
              </a:solidFill>
              <a:latin typeface="Arial"/>
            </a:endParaRPr>
          </a:p>
          <a:p>
            <a:pPr algn="ctr">
              <a:lnSpc>
                <a:spcPct val="100000"/>
              </a:lnSpc>
              <a:tabLst>
                <a:tab pos="0" algn="l"/>
              </a:tabLst>
            </a:pPr>
            <a:endParaRPr lang="de-AT" sz="2400" b="0" strike="noStrike" spc="-1" dirty="0">
              <a:solidFill>
                <a:srgbClr val="FFFFFF"/>
              </a:solidFill>
              <a:latin typeface="Arial"/>
            </a:endParaRPr>
          </a:p>
          <a:p>
            <a:pPr marL="457200" indent="-355680">
              <a:lnSpc>
                <a:spcPct val="100000"/>
              </a:lnSpc>
              <a:buClr>
                <a:srgbClr val="000000"/>
              </a:buClr>
              <a:buFont typeface="Century Gothic"/>
              <a:buChar char="●"/>
              <a:tabLst>
                <a:tab pos="0" algn="l"/>
              </a:tabLst>
            </a:pPr>
            <a:r>
              <a:rPr lang="en-US" sz="2000" b="0" strike="noStrike" spc="-1" dirty="0">
                <a:solidFill>
                  <a:schemeClr val="dk1"/>
                </a:solidFill>
                <a:latin typeface="Century Gothic"/>
                <a:ea typeface="Century Gothic"/>
              </a:rPr>
              <a:t>educational stage</a:t>
            </a:r>
            <a:endParaRPr lang="de-AT" sz="2000" b="0" strike="noStrike" spc="-1" dirty="0">
              <a:solidFill>
                <a:srgbClr val="FFFFFF"/>
              </a:solidFill>
              <a:latin typeface="Arial"/>
            </a:endParaRPr>
          </a:p>
          <a:p>
            <a:pPr marL="457200" indent="-355680">
              <a:lnSpc>
                <a:spcPct val="100000"/>
              </a:lnSpc>
              <a:buClr>
                <a:srgbClr val="000000"/>
              </a:buClr>
              <a:buFont typeface="Century Gothic"/>
              <a:buChar char="●"/>
              <a:tabLst>
                <a:tab pos="0" algn="l"/>
              </a:tabLst>
            </a:pPr>
            <a:r>
              <a:rPr lang="en-US" sz="2000" b="0" strike="noStrike" spc="-1" dirty="0">
                <a:solidFill>
                  <a:schemeClr val="dk1"/>
                </a:solidFill>
                <a:latin typeface="Century Gothic"/>
                <a:ea typeface="Century Gothic"/>
              </a:rPr>
              <a:t>subject area</a:t>
            </a:r>
            <a:endParaRPr lang="de-AT" sz="2000" b="0" strike="noStrike" spc="-1" dirty="0">
              <a:solidFill>
                <a:srgbClr val="FFFFFF"/>
              </a:solidFill>
              <a:latin typeface="Arial"/>
            </a:endParaRPr>
          </a:p>
          <a:p>
            <a:pPr marL="457200" indent="-355680">
              <a:lnSpc>
                <a:spcPct val="100000"/>
              </a:lnSpc>
              <a:buClr>
                <a:srgbClr val="000000"/>
              </a:buClr>
              <a:buFont typeface="Century Gothic"/>
              <a:buChar char="●"/>
              <a:tabLst>
                <a:tab pos="0" algn="l"/>
              </a:tabLst>
            </a:pPr>
            <a:r>
              <a:rPr lang="en-US" sz="2000" b="0" strike="noStrike" spc="-1" dirty="0">
                <a:solidFill>
                  <a:schemeClr val="dk1"/>
                </a:solidFill>
                <a:latin typeface="Century Gothic"/>
                <a:ea typeface="Century Gothic"/>
              </a:rPr>
              <a:t>setting</a:t>
            </a:r>
            <a:endParaRPr lang="de-AT" sz="2000" b="0" strike="noStrike" spc="-1" dirty="0">
              <a:solidFill>
                <a:srgbClr val="FFFFFF"/>
              </a:solidFill>
              <a:latin typeface="Arial"/>
            </a:endParaRPr>
          </a:p>
          <a:p>
            <a:pPr marL="457200" indent="-355680">
              <a:lnSpc>
                <a:spcPct val="100000"/>
              </a:lnSpc>
              <a:buClr>
                <a:srgbClr val="000000"/>
              </a:buClr>
              <a:buFont typeface="Century Gothic"/>
              <a:buChar char="●"/>
              <a:tabLst>
                <a:tab pos="0" algn="l"/>
              </a:tabLst>
            </a:pPr>
            <a:r>
              <a:rPr lang="en-US" sz="2000" b="0" strike="noStrike" spc="-1" dirty="0">
                <a:solidFill>
                  <a:schemeClr val="dk1"/>
                </a:solidFill>
                <a:latin typeface="Century Gothic"/>
                <a:ea typeface="Century Gothic"/>
              </a:rPr>
              <a:t>duration</a:t>
            </a:r>
            <a:endParaRPr lang="de-AT" sz="2000" b="0" strike="noStrike" spc="-1" dirty="0">
              <a:solidFill>
                <a:srgbClr val="FFFFFF"/>
              </a:solidFill>
              <a:latin typeface="Arial"/>
            </a:endParaRPr>
          </a:p>
          <a:p>
            <a:pPr marL="457200" indent="-355680">
              <a:lnSpc>
                <a:spcPct val="100000"/>
              </a:lnSpc>
              <a:buClr>
                <a:srgbClr val="000000"/>
              </a:buClr>
              <a:buFont typeface="Century Gothic"/>
              <a:buChar char="●"/>
              <a:tabLst>
                <a:tab pos="0" algn="l"/>
              </a:tabLst>
            </a:pPr>
            <a:r>
              <a:rPr lang="en-US" sz="2000" b="0" strike="noStrike" spc="-1" dirty="0">
                <a:solidFill>
                  <a:schemeClr val="dk1"/>
                </a:solidFill>
                <a:latin typeface="Century Gothic"/>
                <a:ea typeface="Century Gothic"/>
              </a:rPr>
              <a:t>application mode</a:t>
            </a:r>
            <a:endParaRPr lang="de-AT" sz="2000" b="0" strike="noStrike" spc="-1" dirty="0">
              <a:solidFill>
                <a:srgbClr val="FFFFFF"/>
              </a:solidFill>
              <a:latin typeface="Arial"/>
            </a:endParaRPr>
          </a:p>
        </p:txBody>
      </p:sp>
      <p:sp>
        <p:nvSpPr>
          <p:cNvPr id="104" name="Google Shape;61;p 2"/>
          <p:cNvSpPr/>
          <p:nvPr/>
        </p:nvSpPr>
        <p:spPr>
          <a:xfrm>
            <a:off x="6377760" y="1689480"/>
            <a:ext cx="4373280" cy="3773160"/>
          </a:xfrm>
          <a:prstGeom prst="roundRect">
            <a:avLst>
              <a:gd name="adj" fmla="val 16667"/>
            </a:avLst>
          </a:prstGeom>
          <a:solidFill>
            <a:srgbClr val="6D98BA"/>
          </a:solidFill>
          <a:ln w="9525">
            <a:solidFill>
              <a:srgbClr val="3465A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dirty="0">
                <a:solidFill>
                  <a:schemeClr val="dk1"/>
                </a:solidFill>
                <a:latin typeface="Century Gothic"/>
                <a:ea typeface="Century Gothic"/>
              </a:rPr>
              <a:t>RQ2: What outcomes change?</a:t>
            </a:r>
            <a:endParaRPr lang="de-AT" sz="2400" b="0" strike="noStrike" spc="-1" dirty="0">
              <a:solidFill>
                <a:srgbClr val="FFFFFF"/>
              </a:solidFill>
              <a:latin typeface="Arial"/>
            </a:endParaRPr>
          </a:p>
          <a:p>
            <a:pPr algn="ctr">
              <a:lnSpc>
                <a:spcPct val="100000"/>
              </a:lnSpc>
              <a:tabLst>
                <a:tab pos="0" algn="l"/>
              </a:tabLst>
            </a:pPr>
            <a:endParaRPr lang="de-AT" sz="2400" b="0" strike="noStrike" spc="-1" dirty="0">
              <a:solidFill>
                <a:srgbClr val="FFFFFF"/>
              </a:solidFill>
              <a:latin typeface="Arial"/>
            </a:endParaRPr>
          </a:p>
          <a:p>
            <a:pPr marL="457200" indent="-355680">
              <a:lnSpc>
                <a:spcPct val="100000"/>
              </a:lnSpc>
              <a:buClr>
                <a:srgbClr val="000000"/>
              </a:buClr>
              <a:buFont typeface="Century Gothic"/>
              <a:buChar char="●"/>
              <a:tabLst>
                <a:tab pos="0" algn="l"/>
              </a:tabLst>
            </a:pPr>
            <a:r>
              <a:rPr lang="en-US" sz="2000" b="0" strike="noStrike" spc="-1" dirty="0">
                <a:solidFill>
                  <a:schemeClr val="dk1"/>
                </a:solidFill>
                <a:latin typeface="Century Gothic"/>
                <a:ea typeface="Century Gothic"/>
              </a:rPr>
              <a:t>academic performance</a:t>
            </a:r>
            <a:endParaRPr lang="de-AT" sz="2000" b="0" strike="noStrike" spc="-1" dirty="0">
              <a:solidFill>
                <a:srgbClr val="FFFFFF"/>
              </a:solidFill>
              <a:latin typeface="Arial"/>
            </a:endParaRPr>
          </a:p>
          <a:p>
            <a:pPr marL="457200" indent="-355680">
              <a:lnSpc>
                <a:spcPct val="100000"/>
              </a:lnSpc>
              <a:buClr>
                <a:srgbClr val="000000"/>
              </a:buClr>
              <a:buFont typeface="Century Gothic"/>
              <a:buChar char="●"/>
              <a:tabLst>
                <a:tab pos="0" algn="l"/>
              </a:tabLst>
            </a:pPr>
            <a:r>
              <a:rPr lang="en-US" sz="2000" b="0" strike="noStrike" spc="-1" dirty="0">
                <a:solidFill>
                  <a:schemeClr val="dk1"/>
                </a:solidFill>
                <a:latin typeface="Century Gothic"/>
                <a:ea typeface="Century Gothic"/>
              </a:rPr>
              <a:t>motivation</a:t>
            </a:r>
            <a:endParaRPr lang="de-AT" sz="2000" b="0" strike="noStrike" spc="-1" dirty="0">
              <a:solidFill>
                <a:srgbClr val="FFFFFF"/>
              </a:solidFill>
              <a:latin typeface="Arial"/>
            </a:endParaRPr>
          </a:p>
          <a:p>
            <a:pPr marL="457200" indent="-355680">
              <a:lnSpc>
                <a:spcPct val="100000"/>
              </a:lnSpc>
              <a:buClr>
                <a:srgbClr val="000000"/>
              </a:buClr>
              <a:buFont typeface="Century Gothic"/>
              <a:buChar char="●"/>
              <a:tabLst>
                <a:tab pos="0" algn="l"/>
              </a:tabLst>
            </a:pPr>
            <a:r>
              <a:rPr lang="en-US" sz="2000" b="0" strike="noStrike" spc="-1" dirty="0">
                <a:solidFill>
                  <a:schemeClr val="dk1"/>
                </a:solidFill>
                <a:latin typeface="Century Gothic"/>
                <a:ea typeface="Century Gothic"/>
              </a:rPr>
              <a:t>higher-order thinking</a:t>
            </a:r>
            <a:endParaRPr lang="de-AT" sz="2000" b="0" strike="noStrike" spc="-1" dirty="0">
              <a:solidFill>
                <a:srgbClr val="FFFFFF"/>
              </a:solidFill>
              <a:latin typeface="Arial"/>
            </a:endParaRPr>
          </a:p>
          <a:p>
            <a:pPr marL="457200" indent="-355680">
              <a:lnSpc>
                <a:spcPct val="100000"/>
              </a:lnSpc>
              <a:buClr>
                <a:srgbClr val="000000"/>
              </a:buClr>
              <a:buFont typeface="Century Gothic"/>
              <a:buChar char="●"/>
              <a:tabLst>
                <a:tab pos="0" algn="l"/>
              </a:tabLst>
            </a:pPr>
            <a:r>
              <a:rPr lang="en-US" sz="2000" b="0" strike="noStrike" spc="-1" dirty="0">
                <a:solidFill>
                  <a:schemeClr val="dk1"/>
                </a:solidFill>
                <a:latin typeface="Century Gothic"/>
                <a:ea typeface="Century Gothic"/>
              </a:rPr>
              <a:t>self-efficacy </a:t>
            </a:r>
            <a:endParaRPr lang="de-AT" sz="2000" b="0" strike="noStrike" spc="-1" dirty="0">
              <a:solidFill>
                <a:srgbClr val="FFFFFF"/>
              </a:solidFill>
              <a:latin typeface="Arial"/>
            </a:endParaRPr>
          </a:p>
          <a:p>
            <a:pPr marL="457200" indent="-355680">
              <a:lnSpc>
                <a:spcPct val="100000"/>
              </a:lnSpc>
              <a:buClr>
                <a:srgbClr val="000000"/>
              </a:buClr>
              <a:buFont typeface="Century Gothic"/>
              <a:buChar char="●"/>
              <a:tabLst>
                <a:tab pos="0" algn="l"/>
              </a:tabLst>
            </a:pPr>
            <a:r>
              <a:rPr lang="en-US" sz="2000" b="0" strike="noStrike" spc="-1" dirty="0">
                <a:solidFill>
                  <a:schemeClr val="dk1"/>
                </a:solidFill>
                <a:latin typeface="Century Gothic"/>
                <a:ea typeface="Century Gothic"/>
              </a:rPr>
              <a:t>mental effort</a:t>
            </a:r>
            <a:endParaRPr lang="de-AT" sz="2000" b="0" strike="noStrike" spc="-1" dirty="0">
              <a:solidFill>
                <a:srgbClr val="FFFFFF"/>
              </a:solidFill>
              <a:latin typeface="Arial"/>
            </a:endParaRPr>
          </a:p>
        </p:txBody>
      </p:sp>
      <p:sp>
        <p:nvSpPr>
          <p:cNvPr id="105" name="Google Shape;62;p 2"/>
          <p:cNvSpPr/>
          <p:nvPr/>
        </p:nvSpPr>
        <p:spPr>
          <a:xfrm>
            <a:off x="12327120" y="1689480"/>
            <a:ext cx="4373280" cy="3773160"/>
          </a:xfrm>
          <a:prstGeom prst="roundRect">
            <a:avLst>
              <a:gd name="adj" fmla="val 16667"/>
            </a:avLst>
          </a:prstGeom>
          <a:solidFill>
            <a:srgbClr val="6D98BA"/>
          </a:solidFill>
          <a:ln w="9525">
            <a:solidFill>
              <a:srgbClr val="3465A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chemeClr val="dk1"/>
                </a:solidFill>
                <a:latin typeface="Century Gothic"/>
                <a:ea typeface="Century Gothic"/>
              </a:rPr>
              <a:t>RQ3: How robust are the studies?</a:t>
            </a:r>
            <a:endParaRPr lang="de-AT" sz="2400" b="0" strike="noStrike" spc="-1">
              <a:solidFill>
                <a:srgbClr val="FFFFFF"/>
              </a:solidFill>
              <a:latin typeface="Arial"/>
            </a:endParaRPr>
          </a:p>
          <a:p>
            <a:pPr algn="ctr">
              <a:lnSpc>
                <a:spcPct val="100000"/>
              </a:lnSpc>
              <a:tabLst>
                <a:tab pos="0" algn="l"/>
              </a:tabLst>
            </a:pPr>
            <a:endParaRPr lang="de-AT" sz="2400" b="0" strike="noStrike" spc="-1">
              <a:solidFill>
                <a:srgbClr val="FFFFFF"/>
              </a:solidFill>
              <a:latin typeface="Arial"/>
            </a:endParaRPr>
          </a:p>
          <a:p>
            <a:pPr marL="457200" indent="-355680">
              <a:lnSpc>
                <a:spcPct val="100000"/>
              </a:lnSpc>
              <a:buClr>
                <a:srgbClr val="000000"/>
              </a:buClr>
              <a:buFont typeface="Century Gothic"/>
              <a:buChar char="●"/>
              <a:tabLst>
                <a:tab pos="0" algn="l"/>
              </a:tabLst>
            </a:pPr>
            <a:r>
              <a:rPr lang="en-US" sz="2000" b="0" strike="noStrike" spc="-1">
                <a:solidFill>
                  <a:schemeClr val="dk1"/>
                </a:solidFill>
                <a:latin typeface="Century Gothic"/>
                <a:ea typeface="Century Gothic"/>
              </a:rPr>
              <a:t>sample size estimation</a:t>
            </a:r>
            <a:endParaRPr lang="de-AT" sz="2000" b="0" strike="noStrike" spc="-1">
              <a:solidFill>
                <a:srgbClr val="FFFFFF"/>
              </a:solidFill>
              <a:latin typeface="Arial"/>
            </a:endParaRPr>
          </a:p>
          <a:p>
            <a:pPr marL="457200" indent="-355680">
              <a:lnSpc>
                <a:spcPct val="100000"/>
              </a:lnSpc>
              <a:buClr>
                <a:srgbClr val="000000"/>
              </a:buClr>
              <a:buFont typeface="Century Gothic"/>
              <a:buChar char="●"/>
              <a:tabLst>
                <a:tab pos="0" algn="l"/>
              </a:tabLst>
            </a:pPr>
            <a:r>
              <a:rPr lang="en-US" sz="2000" b="0" strike="noStrike" spc="-1">
                <a:solidFill>
                  <a:schemeClr val="dk1"/>
                </a:solidFill>
                <a:latin typeface="Century Gothic"/>
                <a:ea typeface="Century Gothic"/>
              </a:rPr>
              <a:t>baseline-difference control</a:t>
            </a:r>
            <a:endParaRPr lang="de-AT" sz="2000" b="0" strike="noStrike" spc="-1">
              <a:solidFill>
                <a:srgbClr val="FFFFFF"/>
              </a:solidFill>
              <a:latin typeface="Arial"/>
            </a:endParaRPr>
          </a:p>
        </p:txBody>
      </p:sp>
      <p:sp>
        <p:nvSpPr>
          <p:cNvPr id="106" name="Google Shape;63;p 2"/>
          <p:cNvSpPr/>
          <p:nvPr/>
        </p:nvSpPr>
        <p:spPr>
          <a:xfrm>
            <a:off x="-83520" y="5969520"/>
            <a:ext cx="6157080" cy="4317120"/>
          </a:xfrm>
          <a:custGeom>
            <a:avLst/>
            <a:gdLst>
              <a:gd name="textAreaLeft" fmla="*/ 0 w 6157080"/>
              <a:gd name="textAreaRight" fmla="*/ 6157440 w 6157080"/>
              <a:gd name="textAreaTop" fmla="*/ 0 h 4317120"/>
              <a:gd name="textAreaBottom" fmla="*/ 4317480 h 4317120"/>
            </a:gdLst>
            <a:ahLst/>
            <a:cxnLst/>
            <a:rect l="textAreaLeft" t="textAreaTop" r="textAreaRight" b="textAreaBottom"/>
            <a:pathLst>
              <a:path w="7463366" h="4851188">
                <a:moveTo>
                  <a:pt x="0" y="0"/>
                </a:moveTo>
                <a:lnTo>
                  <a:pt x="7463366" y="0"/>
                </a:lnTo>
                <a:lnTo>
                  <a:pt x="7463366" y="4851188"/>
                </a:lnTo>
                <a:lnTo>
                  <a:pt x="0" y="4851188"/>
                </a:lnTo>
                <a:lnTo>
                  <a:pt x="0" y="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AT" sz="1400" b="0" strike="noStrike" spc="-1">
              <a:solidFill>
                <a:srgbClr val="000000"/>
              </a:solidFill>
              <a:latin typeface="Arial"/>
            </a:endParaRPr>
          </a:p>
        </p:txBody>
      </p:sp>
      <p:sp>
        <p:nvSpPr>
          <p:cNvPr id="107" name="Google Shape;64;p 2"/>
          <p:cNvSpPr/>
          <p:nvPr/>
        </p:nvSpPr>
        <p:spPr>
          <a:xfrm>
            <a:off x="784800" y="644760"/>
            <a:ext cx="5724000" cy="2629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4400" b="0" strike="noStrike" spc="-1" dirty="0">
                <a:solidFill>
                  <a:schemeClr val="dk1"/>
                </a:solidFill>
                <a:latin typeface="Fredoka"/>
                <a:ea typeface="Fredoka"/>
              </a:rPr>
              <a:t>Research Questions</a:t>
            </a:r>
            <a:endParaRPr lang="de-AT" sz="440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 name="Grafik 4"/>
          <p:cNvPicPr/>
          <p:nvPr/>
        </p:nvPicPr>
        <p:blipFill>
          <a:blip r:embed="rId3"/>
          <a:stretch/>
        </p:blipFill>
        <p:spPr>
          <a:xfrm>
            <a:off x="8229600" y="131400"/>
            <a:ext cx="9753120" cy="10023840"/>
          </a:xfrm>
          <a:prstGeom prst="rect">
            <a:avLst/>
          </a:prstGeom>
          <a:ln w="0">
            <a:solidFill>
              <a:srgbClr val="000000"/>
            </a:solidFill>
          </a:ln>
        </p:spPr>
      </p:pic>
      <p:sp>
        <p:nvSpPr>
          <p:cNvPr id="126" name="Textfeld 6"/>
          <p:cNvSpPr/>
          <p:nvPr/>
        </p:nvSpPr>
        <p:spPr>
          <a:xfrm>
            <a:off x="1152546" y="545354"/>
            <a:ext cx="5844228" cy="156820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914400">
              <a:lnSpc>
                <a:spcPct val="100000"/>
              </a:lnSpc>
            </a:pPr>
            <a:r>
              <a:rPr lang="de-AT" sz="4800" b="0" strike="noStrike" spc="-1" dirty="0">
                <a:solidFill>
                  <a:schemeClr val="dk1"/>
                </a:solidFill>
                <a:latin typeface="Fredoka"/>
              </a:rPr>
              <a:t>PRISMA-</a:t>
            </a:r>
            <a:r>
              <a:rPr lang="de-AT" sz="4800" b="0" strike="noStrike" spc="-1" dirty="0" err="1">
                <a:solidFill>
                  <a:schemeClr val="dk1"/>
                </a:solidFill>
                <a:latin typeface="Fredoka"/>
              </a:rPr>
              <a:t>guided</a:t>
            </a:r>
            <a:br>
              <a:rPr lang="de-AT" sz="4800" spc="-1" dirty="0">
                <a:solidFill>
                  <a:schemeClr val="dk1"/>
                </a:solidFill>
                <a:latin typeface="Fredoka"/>
              </a:rPr>
            </a:br>
            <a:r>
              <a:rPr lang="de-AT" sz="4800" b="0" strike="noStrike" spc="-1" dirty="0" err="1">
                <a:solidFill>
                  <a:schemeClr val="dk1"/>
                </a:solidFill>
                <a:latin typeface="Fredoka"/>
              </a:rPr>
              <a:t>study</a:t>
            </a:r>
            <a:r>
              <a:rPr lang="de-AT" sz="4800" b="0" strike="noStrike" spc="-1" dirty="0">
                <a:solidFill>
                  <a:schemeClr val="dk1"/>
                </a:solidFill>
                <a:latin typeface="Fredoka"/>
              </a:rPr>
              <a:t> </a:t>
            </a:r>
            <a:r>
              <a:rPr lang="de-AT" sz="4800" b="0" strike="noStrike" spc="-1" dirty="0" err="1">
                <a:solidFill>
                  <a:schemeClr val="dk1"/>
                </a:solidFill>
                <a:latin typeface="Fredoka"/>
              </a:rPr>
              <a:t>selection</a:t>
            </a:r>
            <a:endParaRPr lang="de-AT" sz="4800" b="0" strike="noStrike" spc="-1" dirty="0">
              <a:solidFill>
                <a:srgbClr val="000000"/>
              </a:solidFill>
              <a:latin typeface="Arial"/>
            </a:endParaRPr>
          </a:p>
        </p:txBody>
      </p:sp>
      <p:sp>
        <p:nvSpPr>
          <p:cNvPr id="127" name="Textfeld 7"/>
          <p:cNvSpPr/>
          <p:nvPr/>
        </p:nvSpPr>
        <p:spPr>
          <a:xfrm>
            <a:off x="1501298" y="2545386"/>
            <a:ext cx="5146723" cy="378419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marL="457200" indent="-457200" algn="just" defTabSz="914400">
              <a:lnSpc>
                <a:spcPct val="100000"/>
              </a:lnSpc>
              <a:buClr>
                <a:srgbClr val="000000"/>
              </a:buClr>
              <a:buFont typeface="Calibri"/>
              <a:buAutoNum type="arabicPeriod"/>
            </a:pPr>
            <a:r>
              <a:rPr lang="de-AT" sz="2400" b="0" strike="noStrike" spc="-1" dirty="0">
                <a:solidFill>
                  <a:schemeClr val="dk1"/>
                </a:solidFill>
                <a:latin typeface="Century Gothic"/>
              </a:rPr>
              <a:t>Search </a:t>
            </a:r>
            <a:r>
              <a:rPr lang="de-AT" sz="2400" b="0" strike="noStrike" spc="-1" dirty="0" err="1">
                <a:solidFill>
                  <a:schemeClr val="dk1"/>
                </a:solidFill>
                <a:latin typeface="Century Gothic"/>
              </a:rPr>
              <a:t>keywords</a:t>
            </a:r>
            <a:r>
              <a:rPr lang="de-AT" sz="2400" b="0" strike="noStrike" spc="-1" dirty="0">
                <a:solidFill>
                  <a:schemeClr val="dk1"/>
                </a:solidFill>
                <a:latin typeface="Century Gothic"/>
              </a:rPr>
              <a:t> (e.g. ChatGPT,…)</a:t>
            </a:r>
            <a:endParaRPr lang="de-AT" sz="2400" b="0" strike="noStrike" spc="-1" dirty="0">
              <a:solidFill>
                <a:srgbClr val="000000"/>
              </a:solidFill>
              <a:latin typeface="Arial"/>
            </a:endParaRPr>
          </a:p>
          <a:p>
            <a:pPr marL="457200" indent="-457200" algn="just" defTabSz="914400">
              <a:lnSpc>
                <a:spcPct val="100000"/>
              </a:lnSpc>
              <a:buClr>
                <a:srgbClr val="000000"/>
              </a:buClr>
              <a:buFont typeface="Calibri"/>
              <a:buAutoNum type="arabicPeriod"/>
            </a:pPr>
            <a:r>
              <a:rPr lang="de-AT" sz="2400" b="0" strike="noStrike" spc="-1" dirty="0" err="1">
                <a:solidFill>
                  <a:schemeClr val="dk1"/>
                </a:solidFill>
                <a:latin typeface="Century Gothic"/>
              </a:rPr>
              <a:t>Inclusion</a:t>
            </a:r>
            <a:r>
              <a:rPr lang="de-AT" sz="2400" b="0" strike="noStrike" spc="-1" dirty="0">
                <a:solidFill>
                  <a:schemeClr val="dk1"/>
                </a:solidFill>
                <a:latin typeface="Century Gothic"/>
              </a:rPr>
              <a:t> </a:t>
            </a:r>
            <a:r>
              <a:rPr lang="de-AT" sz="2400" b="0" strike="noStrike" spc="-1" dirty="0" err="1">
                <a:solidFill>
                  <a:schemeClr val="dk1"/>
                </a:solidFill>
                <a:latin typeface="Century Gothic"/>
              </a:rPr>
              <a:t>criteria</a:t>
            </a:r>
            <a:r>
              <a:rPr lang="de-AT" sz="2400" b="0" strike="noStrike" spc="-1" dirty="0">
                <a:solidFill>
                  <a:schemeClr val="dk1"/>
                </a:solidFill>
                <a:latin typeface="Century Gothic"/>
              </a:rPr>
              <a:t> (e.g. </a:t>
            </a:r>
            <a:r>
              <a:rPr lang="de-AT" sz="2400" b="0" strike="noStrike" spc="-1" dirty="0" err="1">
                <a:solidFill>
                  <a:schemeClr val="dk1"/>
                </a:solidFill>
                <a:latin typeface="Century Gothic"/>
              </a:rPr>
              <a:t>used</a:t>
            </a:r>
            <a:r>
              <a:rPr lang="de-AT" sz="2400" b="0" strike="noStrike" spc="-1" dirty="0">
                <a:solidFill>
                  <a:schemeClr val="dk1"/>
                </a:solidFill>
                <a:latin typeface="Century Gothic"/>
              </a:rPr>
              <a:t> ChatGPT, </a:t>
            </a:r>
            <a:r>
              <a:rPr lang="de-AT" sz="2400" b="0" strike="noStrike" spc="-1" dirty="0" err="1">
                <a:solidFill>
                  <a:schemeClr val="dk1"/>
                </a:solidFill>
                <a:latin typeface="Century Gothic"/>
              </a:rPr>
              <a:t>used</a:t>
            </a:r>
            <a:r>
              <a:rPr lang="de-AT" sz="2400" b="0" strike="noStrike" spc="-1" dirty="0">
                <a:solidFill>
                  <a:schemeClr val="dk1"/>
                </a:solidFill>
                <a:latin typeface="Century Gothic"/>
              </a:rPr>
              <a:t> experimental and quasi-experimental </a:t>
            </a:r>
            <a:r>
              <a:rPr lang="de-AT" sz="2400" b="0" strike="noStrike" spc="-1" dirty="0" err="1">
                <a:solidFill>
                  <a:schemeClr val="dk1"/>
                </a:solidFill>
                <a:latin typeface="Century Gothic"/>
              </a:rPr>
              <a:t>designs</a:t>
            </a:r>
            <a:r>
              <a:rPr lang="de-AT" sz="2400" b="0" strike="noStrike" spc="-1" dirty="0">
                <a:solidFill>
                  <a:schemeClr val="dk1"/>
                </a:solidFill>
                <a:latin typeface="Century Gothic"/>
              </a:rPr>
              <a:t>,…)</a:t>
            </a:r>
            <a:endParaRPr lang="de-AT" sz="2400" b="0" strike="noStrike" spc="-1" dirty="0">
              <a:solidFill>
                <a:srgbClr val="000000"/>
              </a:solidFill>
              <a:latin typeface="Arial"/>
            </a:endParaRPr>
          </a:p>
          <a:p>
            <a:pPr marL="457200" indent="-457200" algn="just" defTabSz="914400">
              <a:lnSpc>
                <a:spcPct val="100000"/>
              </a:lnSpc>
              <a:buClr>
                <a:srgbClr val="000000"/>
              </a:buClr>
              <a:buFont typeface="Calibri"/>
              <a:buAutoNum type="arabicPeriod"/>
            </a:pPr>
            <a:r>
              <a:rPr lang="de-AT" sz="2400" b="0" strike="noStrike" spc="-1" dirty="0" err="1">
                <a:solidFill>
                  <a:schemeClr val="dk1"/>
                </a:solidFill>
                <a:latin typeface="Century Gothic"/>
              </a:rPr>
              <a:t>Exclusion</a:t>
            </a:r>
            <a:r>
              <a:rPr lang="de-AT" sz="2400" b="0" strike="noStrike" spc="-1" dirty="0">
                <a:solidFill>
                  <a:schemeClr val="dk1"/>
                </a:solidFill>
                <a:latin typeface="Century Gothic"/>
              </a:rPr>
              <a:t> </a:t>
            </a:r>
            <a:r>
              <a:rPr lang="de-AT" sz="2400" b="0" strike="noStrike" spc="-1" dirty="0" err="1">
                <a:solidFill>
                  <a:schemeClr val="dk1"/>
                </a:solidFill>
                <a:latin typeface="Century Gothic"/>
              </a:rPr>
              <a:t>criteria</a:t>
            </a:r>
            <a:r>
              <a:rPr lang="de-AT" sz="2400" b="0" strike="noStrike" spc="-1" dirty="0">
                <a:solidFill>
                  <a:schemeClr val="dk1"/>
                </a:solidFill>
                <a:latin typeface="Century Gothic"/>
              </a:rPr>
              <a:t> (e.g. </a:t>
            </a:r>
            <a:r>
              <a:rPr lang="de-AT" sz="2400" b="0" strike="noStrike" spc="-1" dirty="0" err="1">
                <a:solidFill>
                  <a:schemeClr val="dk1"/>
                </a:solidFill>
                <a:latin typeface="Century Gothic"/>
              </a:rPr>
              <a:t>no</a:t>
            </a:r>
            <a:r>
              <a:rPr lang="de-AT" sz="2400" b="0" strike="noStrike" spc="-1" dirty="0">
                <a:solidFill>
                  <a:schemeClr val="dk1"/>
                </a:solidFill>
                <a:latin typeface="Century Gothic"/>
              </a:rPr>
              <a:t> </a:t>
            </a:r>
            <a:r>
              <a:rPr lang="de-AT" sz="2400" b="0" strike="noStrike" spc="-1" dirty="0" err="1">
                <a:solidFill>
                  <a:schemeClr val="dk1"/>
                </a:solidFill>
                <a:latin typeface="Century Gothic"/>
              </a:rPr>
              <a:t>focus</a:t>
            </a:r>
            <a:r>
              <a:rPr lang="de-AT" sz="2400" b="0" strike="noStrike" spc="-1" dirty="0">
                <a:solidFill>
                  <a:schemeClr val="dk1"/>
                </a:solidFill>
                <a:latin typeface="Century Gothic"/>
              </a:rPr>
              <a:t> on </a:t>
            </a:r>
            <a:r>
              <a:rPr lang="de-AT" sz="2400" b="0" strike="noStrike" spc="-1" dirty="0" err="1">
                <a:solidFill>
                  <a:schemeClr val="dk1"/>
                </a:solidFill>
                <a:latin typeface="Century Gothic"/>
              </a:rPr>
              <a:t>rich</a:t>
            </a:r>
            <a:r>
              <a:rPr lang="de-AT" sz="2400" b="0" strike="noStrike" spc="-1" dirty="0">
                <a:solidFill>
                  <a:schemeClr val="dk1"/>
                </a:solidFill>
                <a:latin typeface="Century Gothic"/>
              </a:rPr>
              <a:t> qualitative </a:t>
            </a:r>
            <a:r>
              <a:rPr lang="de-AT" sz="2400" b="0" strike="noStrike" spc="-1" dirty="0" err="1">
                <a:solidFill>
                  <a:schemeClr val="dk1"/>
                </a:solidFill>
                <a:latin typeface="Century Gothic"/>
              </a:rPr>
              <a:t>data</a:t>
            </a:r>
            <a:r>
              <a:rPr lang="de-AT" sz="2400" b="0" strike="noStrike" spc="-1" dirty="0">
                <a:solidFill>
                  <a:schemeClr val="dk1"/>
                </a:solidFill>
                <a:latin typeface="Century Gothic"/>
              </a:rPr>
              <a:t>, </a:t>
            </a:r>
            <a:r>
              <a:rPr lang="de-AT" sz="2400" b="0" strike="noStrike" spc="-1" dirty="0" err="1">
                <a:solidFill>
                  <a:schemeClr val="dk1"/>
                </a:solidFill>
                <a:latin typeface="Century Gothic"/>
              </a:rPr>
              <a:t>focus</a:t>
            </a:r>
            <a:r>
              <a:rPr lang="de-AT" sz="2400" b="0" strike="noStrike" spc="-1" dirty="0">
                <a:solidFill>
                  <a:schemeClr val="dk1"/>
                </a:solidFill>
                <a:latin typeface="Century Gothic"/>
              </a:rPr>
              <a:t> on </a:t>
            </a:r>
            <a:r>
              <a:rPr lang="de-AT" sz="2400" b="0" strike="noStrike" spc="-1" dirty="0" err="1">
                <a:solidFill>
                  <a:schemeClr val="dk1"/>
                </a:solidFill>
                <a:latin typeface="Century Gothic"/>
              </a:rPr>
              <a:t>broader</a:t>
            </a:r>
            <a:r>
              <a:rPr lang="de-AT" sz="2400" b="0" strike="noStrike" spc="-1" dirty="0">
                <a:solidFill>
                  <a:schemeClr val="dk1"/>
                </a:solidFill>
                <a:latin typeface="Century Gothic"/>
              </a:rPr>
              <a:t> </a:t>
            </a:r>
            <a:r>
              <a:rPr lang="de-AT" sz="2400" b="0" strike="noStrike" spc="-1" dirty="0" err="1">
                <a:solidFill>
                  <a:schemeClr val="dk1"/>
                </a:solidFill>
                <a:latin typeface="Century Gothic"/>
              </a:rPr>
              <a:t>impact</a:t>
            </a:r>
            <a:r>
              <a:rPr lang="de-AT" sz="2400" b="0" strike="noStrike" spc="-1" dirty="0">
                <a:solidFill>
                  <a:schemeClr val="dk1"/>
                </a:solidFill>
                <a:latin typeface="Century Gothic"/>
              </a:rPr>
              <a:t> </a:t>
            </a:r>
            <a:r>
              <a:rPr lang="de-AT" sz="2400" b="0" strike="noStrike" spc="-1" dirty="0" err="1">
                <a:solidFill>
                  <a:schemeClr val="dk1"/>
                </a:solidFill>
                <a:latin typeface="Century Gothic"/>
              </a:rPr>
              <a:t>of</a:t>
            </a:r>
            <a:r>
              <a:rPr lang="de-AT" sz="2400" b="0" strike="noStrike" spc="-1" dirty="0">
                <a:solidFill>
                  <a:schemeClr val="dk1"/>
                </a:solidFill>
                <a:latin typeface="Century Gothic"/>
              </a:rPr>
              <a:t> non-gen AI,…)</a:t>
            </a:r>
            <a:endParaRPr lang="de-AT" sz="2400" b="0" strike="noStrike" spc="-1" dirty="0">
              <a:solidFill>
                <a:srgbClr val="000000"/>
              </a:solidFill>
              <a:latin typeface="Arial"/>
            </a:endParaRPr>
          </a:p>
        </p:txBody>
      </p:sp>
      <p:sp>
        <p:nvSpPr>
          <p:cNvPr id="128" name="Freeform 2"/>
          <p:cNvSpPr/>
          <p:nvPr/>
        </p:nvSpPr>
        <p:spPr>
          <a:xfrm>
            <a:off x="1501298" y="6467830"/>
            <a:ext cx="5253480" cy="3493080"/>
          </a:xfrm>
          <a:custGeom>
            <a:avLst/>
            <a:gdLst>
              <a:gd name="textAreaLeft" fmla="*/ 0 w 5253480"/>
              <a:gd name="textAreaRight" fmla="*/ 5253840 w 5253480"/>
              <a:gd name="textAreaTop" fmla="*/ 0 h 3493080"/>
              <a:gd name="textAreaBottom" fmla="*/ 3493440 h 3493080"/>
            </a:gdLst>
            <a:ahLst/>
            <a:cxnLst/>
            <a:rect l="textAreaLeft" t="textAreaTop" r="textAreaRight" b="textAreaBottom"/>
            <a:pathLst>
              <a:path w="7709622" h="4770328">
                <a:moveTo>
                  <a:pt x="0" y="0"/>
                </a:moveTo>
                <a:lnTo>
                  <a:pt x="7709621" y="0"/>
                </a:lnTo>
                <a:lnTo>
                  <a:pt x="7709621" y="4770328"/>
                </a:lnTo>
                <a:lnTo>
                  <a:pt x="0" y="4770328"/>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de-AT" sz="1800" b="0" strike="noStrike" spc="-1">
              <a:solidFill>
                <a:schemeClr val="dk1"/>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 name="Grafik 2"/>
          <p:cNvPicPr/>
          <p:nvPr/>
        </p:nvPicPr>
        <p:blipFill>
          <a:blip r:embed="rId3"/>
          <a:stretch/>
        </p:blipFill>
        <p:spPr>
          <a:xfrm>
            <a:off x="1789560" y="0"/>
            <a:ext cx="14708520" cy="10231920"/>
          </a:xfrm>
          <a:prstGeom prst="rect">
            <a:avLst/>
          </a:prstGeom>
          <a:ln w="0">
            <a:solidFill>
              <a:srgbClr val="000000"/>
            </a:solidFill>
          </a:ln>
        </p:spPr>
      </p:pic>
      <p:sp>
        <p:nvSpPr>
          <p:cNvPr id="130" name="Rechteck: abgerundete Ecken 3"/>
          <p:cNvSpPr/>
          <p:nvPr/>
        </p:nvSpPr>
        <p:spPr>
          <a:xfrm>
            <a:off x="1238400" y="8344080"/>
            <a:ext cx="15811200" cy="1888200"/>
          </a:xfrm>
          <a:prstGeom prst="roundRect">
            <a:avLst>
              <a:gd name="adj" fmla="val 50000"/>
            </a:avLst>
          </a:prstGeom>
          <a:noFill/>
          <a:ln>
            <a:solidFill>
              <a:schemeClr val="accent1"/>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de-AT" sz="1800" b="0" strike="noStrike" spc="-1">
              <a:solidFill>
                <a:schemeClr val="lt1"/>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Textfeld 6"/>
          <p:cNvSpPr/>
          <p:nvPr/>
        </p:nvSpPr>
        <p:spPr>
          <a:xfrm>
            <a:off x="6477120" y="1083594"/>
            <a:ext cx="10362960" cy="92187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de-AT" sz="5400" b="0" strike="noStrike" spc="-1" dirty="0">
                <a:solidFill>
                  <a:schemeClr val="dk1"/>
                </a:solidFill>
                <a:latin typeface="Fredoka"/>
              </a:rPr>
              <a:t>Quality</a:t>
            </a:r>
            <a:r>
              <a:rPr lang="de-AT" sz="2800" b="0" strike="noStrike" spc="-1" dirty="0">
                <a:solidFill>
                  <a:schemeClr val="dk1"/>
                </a:solidFill>
                <a:latin typeface="Fredoka"/>
              </a:rPr>
              <a:t> </a:t>
            </a:r>
            <a:r>
              <a:rPr lang="de-AT" sz="5400" b="0" strike="noStrike" spc="-1" dirty="0">
                <a:solidFill>
                  <a:schemeClr val="dk1"/>
                </a:solidFill>
                <a:latin typeface="Fredoka"/>
              </a:rPr>
              <a:t>Assessment </a:t>
            </a:r>
            <a:r>
              <a:rPr lang="de-AT" sz="5400" b="0" strike="noStrike" spc="-1" dirty="0" err="1">
                <a:solidFill>
                  <a:schemeClr val="dk1"/>
                </a:solidFill>
                <a:latin typeface="Fredoka"/>
              </a:rPr>
              <a:t>using</a:t>
            </a:r>
            <a:r>
              <a:rPr lang="de-AT" sz="5400" b="0" strike="noStrike" spc="-1" dirty="0">
                <a:solidFill>
                  <a:schemeClr val="dk1"/>
                </a:solidFill>
                <a:latin typeface="Fredoka"/>
              </a:rPr>
              <a:t> MAGIC</a:t>
            </a:r>
            <a:endParaRPr lang="de-AT" sz="5400" b="0" strike="noStrike" spc="-1" dirty="0">
              <a:solidFill>
                <a:srgbClr val="000000"/>
              </a:solidFill>
              <a:latin typeface="Fredoka"/>
            </a:endParaRPr>
          </a:p>
        </p:txBody>
      </p:sp>
      <p:graphicFrame>
        <p:nvGraphicFramePr>
          <p:cNvPr id="132" name="Tabelle 7"/>
          <p:cNvGraphicFramePr/>
          <p:nvPr>
            <p:extLst>
              <p:ext uri="{D42A27DB-BD31-4B8C-83A1-F6EECF244321}">
                <p14:modId xmlns:p14="http://schemas.microsoft.com/office/powerpoint/2010/main" val="270678390"/>
              </p:ext>
            </p:extLst>
          </p:nvPr>
        </p:nvGraphicFramePr>
        <p:xfrm>
          <a:off x="5486400" y="2441880"/>
          <a:ext cx="12344400" cy="7313760"/>
        </p:xfrm>
        <a:graphic>
          <a:graphicData uri="http://schemas.openxmlformats.org/drawingml/2006/table">
            <a:tbl>
              <a:tblPr/>
              <a:tblGrid>
                <a:gridCol w="4114800">
                  <a:extLst>
                    <a:ext uri="{9D8B030D-6E8A-4147-A177-3AD203B41FA5}">
                      <a16:colId xmlns:a16="http://schemas.microsoft.com/office/drawing/2014/main" val="20000"/>
                    </a:ext>
                  </a:extLst>
                </a:gridCol>
                <a:gridCol w="8229600">
                  <a:extLst>
                    <a:ext uri="{9D8B030D-6E8A-4147-A177-3AD203B41FA5}">
                      <a16:colId xmlns:a16="http://schemas.microsoft.com/office/drawing/2014/main" val="20001"/>
                    </a:ext>
                  </a:extLst>
                </a:gridCol>
              </a:tblGrid>
              <a:tr h="705960">
                <a:tc>
                  <a:txBody>
                    <a:bodyPr/>
                    <a:lstStyle/>
                    <a:p>
                      <a:pPr defTabSz="914400">
                        <a:lnSpc>
                          <a:spcPct val="100000"/>
                        </a:lnSpc>
                      </a:pPr>
                      <a:r>
                        <a:rPr lang="de-AT" sz="4000" b="1" strike="noStrike" spc="-1" dirty="0">
                          <a:solidFill>
                            <a:schemeClr val="lt1"/>
                          </a:solidFill>
                          <a:latin typeface="Century Gothic" panose="020B0502020202020204" pitchFamily="34" charset="0"/>
                        </a:rPr>
                        <a:t>Criterion</a:t>
                      </a:r>
                      <a:endParaRPr lang="de-AT" sz="4000" b="1" strike="noStrike" spc="-1" dirty="0">
                        <a:solidFill>
                          <a:srgbClr val="FFFFFF"/>
                        </a:solidFill>
                        <a:latin typeface="Century Gothic" panose="020B0502020202020204" pitchFamily="34" charset="0"/>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tx2">
                        <a:lumMod val="75000"/>
                      </a:schemeClr>
                    </a:solidFill>
                  </a:tcPr>
                </a:tc>
                <a:tc>
                  <a:txBody>
                    <a:bodyPr/>
                    <a:lstStyle/>
                    <a:p>
                      <a:pPr defTabSz="914400">
                        <a:lnSpc>
                          <a:spcPct val="100000"/>
                        </a:lnSpc>
                      </a:pPr>
                      <a:r>
                        <a:rPr lang="de-AT" sz="4000" b="1" strike="noStrike" spc="-1" dirty="0">
                          <a:solidFill>
                            <a:schemeClr val="lt1"/>
                          </a:solidFill>
                          <a:latin typeface="Century Gothic" panose="020B0502020202020204" pitchFamily="34" charset="0"/>
                        </a:rPr>
                        <a:t>Assessment</a:t>
                      </a:r>
                      <a:endParaRPr lang="de-AT" sz="4000" b="1" strike="noStrike" spc="-1" dirty="0">
                        <a:solidFill>
                          <a:srgbClr val="FFFFFF"/>
                        </a:solidFill>
                        <a:latin typeface="Century Gothic" panose="020B0502020202020204" pitchFamily="34" charset="0"/>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tx2">
                        <a:lumMod val="75000"/>
                      </a:schemeClr>
                    </a:solidFill>
                  </a:tcPr>
                </a:tc>
                <a:extLst>
                  <a:ext uri="{0D108BD9-81ED-4DB2-BD59-A6C34878D82A}">
                    <a16:rowId xmlns:a16="http://schemas.microsoft.com/office/drawing/2014/main" val="10000"/>
                  </a:ext>
                </a:extLst>
              </a:tr>
              <a:tr h="1321560">
                <a:tc>
                  <a:txBody>
                    <a:bodyPr/>
                    <a:lstStyle/>
                    <a:p>
                      <a:pPr defTabSz="914400">
                        <a:lnSpc>
                          <a:spcPct val="100000"/>
                        </a:lnSpc>
                      </a:pPr>
                      <a:r>
                        <a:rPr lang="de-AT" sz="3600" b="1" strike="noStrike" spc="-1" dirty="0">
                          <a:solidFill>
                            <a:schemeClr val="dk1"/>
                          </a:solidFill>
                          <a:latin typeface="Century Gothic"/>
                        </a:rPr>
                        <a:t>M</a:t>
                      </a:r>
                      <a:r>
                        <a:rPr lang="de-AT" sz="3600" b="0" strike="noStrike" spc="-1" dirty="0">
                          <a:solidFill>
                            <a:schemeClr val="dk1"/>
                          </a:solidFill>
                          <a:latin typeface="Century Gothic"/>
                        </a:rPr>
                        <a:t>agnitude</a:t>
                      </a:r>
                      <a:endParaRPr lang="de-AT" sz="3600" b="0" strike="noStrike" spc="-1" dirty="0">
                        <a:solidFill>
                          <a:srgbClr val="000000"/>
                        </a:solidFill>
                        <a:latin typeface="Arial"/>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6D98BA"/>
                    </a:solidFill>
                  </a:tcPr>
                </a:tc>
                <a:tc>
                  <a:txBody>
                    <a:bodyPr/>
                    <a:lstStyle/>
                    <a:p>
                      <a:pPr defTabSz="914400">
                        <a:lnSpc>
                          <a:spcPct val="100000"/>
                        </a:lnSpc>
                      </a:pPr>
                      <a:r>
                        <a:rPr lang="de-AT" sz="3600" b="0" strike="noStrike" spc="-1" dirty="0">
                          <a:solidFill>
                            <a:schemeClr val="dk1"/>
                          </a:solidFill>
                          <a:latin typeface="Century Gothic"/>
                        </a:rPr>
                        <a:t>Positive </a:t>
                      </a:r>
                      <a:r>
                        <a:rPr lang="de-AT" sz="3600" b="0" strike="noStrike" spc="-1" dirty="0" err="1">
                          <a:solidFill>
                            <a:schemeClr val="dk1"/>
                          </a:solidFill>
                          <a:latin typeface="Century Gothic"/>
                        </a:rPr>
                        <a:t>overall</a:t>
                      </a:r>
                      <a:r>
                        <a:rPr lang="de-AT" sz="3600" b="0" strike="noStrike" spc="-1" dirty="0">
                          <a:solidFill>
                            <a:schemeClr val="dk1"/>
                          </a:solidFill>
                          <a:latin typeface="Century Gothic"/>
                        </a:rPr>
                        <a:t> </a:t>
                      </a:r>
                      <a:r>
                        <a:rPr lang="de-AT" sz="3600" b="0" strike="noStrike" spc="-1" dirty="0" err="1">
                          <a:solidFill>
                            <a:schemeClr val="dk1"/>
                          </a:solidFill>
                          <a:latin typeface="Century Gothic"/>
                        </a:rPr>
                        <a:t>effect</a:t>
                      </a:r>
                      <a:endParaRPr lang="de-AT" sz="3600" b="0" strike="noStrike" spc="-1" dirty="0">
                        <a:solidFill>
                          <a:srgbClr val="000000"/>
                        </a:solidFill>
                        <a:latin typeface="Arial"/>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6D98BA"/>
                    </a:solidFill>
                  </a:tcPr>
                </a:tc>
                <a:extLst>
                  <a:ext uri="{0D108BD9-81ED-4DB2-BD59-A6C34878D82A}">
                    <a16:rowId xmlns:a16="http://schemas.microsoft.com/office/drawing/2014/main" val="10001"/>
                  </a:ext>
                </a:extLst>
              </a:tr>
              <a:tr h="1321560">
                <a:tc>
                  <a:txBody>
                    <a:bodyPr/>
                    <a:lstStyle/>
                    <a:p>
                      <a:pPr defTabSz="914400">
                        <a:lnSpc>
                          <a:spcPct val="100000"/>
                        </a:lnSpc>
                      </a:pPr>
                      <a:r>
                        <a:rPr lang="de-AT" sz="3600" b="1" strike="noStrike" spc="-1" dirty="0" err="1">
                          <a:solidFill>
                            <a:schemeClr val="dk1"/>
                          </a:solidFill>
                          <a:latin typeface="Century Gothic"/>
                        </a:rPr>
                        <a:t>A</a:t>
                      </a:r>
                      <a:r>
                        <a:rPr lang="de-AT" sz="3600" b="0" strike="noStrike" spc="-1" dirty="0" err="1">
                          <a:solidFill>
                            <a:schemeClr val="dk1"/>
                          </a:solidFill>
                          <a:latin typeface="Century Gothic"/>
                        </a:rPr>
                        <a:t>rticulation</a:t>
                      </a:r>
                      <a:endParaRPr lang="de-AT" sz="3600" b="0" strike="noStrike" spc="-1" dirty="0">
                        <a:solidFill>
                          <a:srgbClr val="000000"/>
                        </a:solidFill>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20000"/>
                        <a:lumOff val="80000"/>
                      </a:schemeClr>
                    </a:solidFill>
                  </a:tcPr>
                </a:tc>
                <a:tc>
                  <a:txBody>
                    <a:bodyPr/>
                    <a:lstStyle/>
                    <a:p>
                      <a:pPr defTabSz="914400">
                        <a:lnSpc>
                          <a:spcPct val="100000"/>
                        </a:lnSpc>
                      </a:pPr>
                      <a:r>
                        <a:rPr lang="de-AT" sz="3600" b="0" strike="noStrike" spc="-1" dirty="0">
                          <a:solidFill>
                            <a:schemeClr val="dk1"/>
                          </a:solidFill>
                          <a:latin typeface="Century Gothic"/>
                        </a:rPr>
                        <a:t>Clear </a:t>
                      </a:r>
                      <a:r>
                        <a:rPr lang="de-AT" sz="3600" b="0" strike="noStrike" spc="-1" dirty="0" err="1">
                          <a:solidFill>
                            <a:schemeClr val="dk1"/>
                          </a:solidFill>
                          <a:latin typeface="Century Gothic"/>
                        </a:rPr>
                        <a:t>research</a:t>
                      </a:r>
                      <a:r>
                        <a:rPr lang="de-AT" sz="3600" b="0" strike="noStrike" spc="-1" dirty="0">
                          <a:solidFill>
                            <a:schemeClr val="dk1"/>
                          </a:solidFill>
                          <a:latin typeface="Century Gothic"/>
                        </a:rPr>
                        <a:t> </a:t>
                      </a:r>
                      <a:r>
                        <a:rPr lang="de-AT" sz="3600" b="0" strike="noStrike" spc="-1" dirty="0" err="1">
                          <a:solidFill>
                            <a:schemeClr val="dk1"/>
                          </a:solidFill>
                          <a:latin typeface="Century Gothic"/>
                        </a:rPr>
                        <a:t>question</a:t>
                      </a:r>
                      <a:r>
                        <a:rPr lang="de-AT" sz="3600" b="0" strike="noStrike" spc="-1" dirty="0">
                          <a:solidFill>
                            <a:schemeClr val="dk1"/>
                          </a:solidFill>
                          <a:latin typeface="Century Gothic"/>
                        </a:rPr>
                        <a:t> and </a:t>
                      </a:r>
                      <a:r>
                        <a:rPr lang="de-AT" sz="3600" b="0" strike="noStrike" spc="-1" dirty="0" err="1">
                          <a:solidFill>
                            <a:schemeClr val="dk1"/>
                          </a:solidFill>
                          <a:latin typeface="Century Gothic"/>
                        </a:rPr>
                        <a:t>methods</a:t>
                      </a:r>
                      <a:endParaRPr lang="de-AT" sz="3600" b="0" strike="noStrike" spc="-1" dirty="0">
                        <a:solidFill>
                          <a:srgbClr val="000000"/>
                        </a:solidFill>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20000"/>
                        <a:lumOff val="80000"/>
                      </a:schemeClr>
                    </a:solidFill>
                  </a:tcPr>
                </a:tc>
                <a:extLst>
                  <a:ext uri="{0D108BD9-81ED-4DB2-BD59-A6C34878D82A}">
                    <a16:rowId xmlns:a16="http://schemas.microsoft.com/office/drawing/2014/main" val="10002"/>
                  </a:ext>
                </a:extLst>
              </a:tr>
              <a:tr h="1321560">
                <a:tc>
                  <a:txBody>
                    <a:bodyPr/>
                    <a:lstStyle/>
                    <a:p>
                      <a:pPr defTabSz="914400">
                        <a:lnSpc>
                          <a:spcPct val="100000"/>
                        </a:lnSpc>
                      </a:pPr>
                      <a:r>
                        <a:rPr lang="de-AT" sz="3600" b="1" strike="noStrike" spc="-1" dirty="0" err="1">
                          <a:solidFill>
                            <a:schemeClr val="dk1"/>
                          </a:solidFill>
                          <a:latin typeface="Century Gothic"/>
                        </a:rPr>
                        <a:t>G</a:t>
                      </a:r>
                      <a:r>
                        <a:rPr lang="de-AT" sz="3600" b="0" strike="noStrike" spc="-1" dirty="0" err="1">
                          <a:solidFill>
                            <a:schemeClr val="dk1"/>
                          </a:solidFill>
                          <a:latin typeface="Century Gothic"/>
                        </a:rPr>
                        <a:t>enerality</a:t>
                      </a:r>
                      <a:endParaRPr lang="de-AT" sz="3600" b="0" strike="noStrike" spc="-1" dirty="0">
                        <a:solidFill>
                          <a:srgbClr val="000000"/>
                        </a:solidFill>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6D98BA"/>
                    </a:solidFill>
                  </a:tcPr>
                </a:tc>
                <a:tc>
                  <a:txBody>
                    <a:bodyPr/>
                    <a:lstStyle/>
                    <a:p>
                      <a:pPr defTabSz="914400">
                        <a:lnSpc>
                          <a:spcPct val="100000"/>
                        </a:lnSpc>
                      </a:pPr>
                      <a:r>
                        <a:rPr lang="de-AT" sz="3600" b="0" strike="noStrike" spc="-1" dirty="0">
                          <a:solidFill>
                            <a:schemeClr val="dk1"/>
                          </a:solidFill>
                          <a:latin typeface="Century Gothic"/>
                        </a:rPr>
                        <a:t>Multiple </a:t>
                      </a:r>
                      <a:r>
                        <a:rPr lang="de-AT" sz="3600" b="0" strike="noStrike" spc="-1" dirty="0" err="1">
                          <a:solidFill>
                            <a:schemeClr val="dk1"/>
                          </a:solidFill>
                          <a:latin typeface="Century Gothic"/>
                        </a:rPr>
                        <a:t>educational</a:t>
                      </a:r>
                      <a:r>
                        <a:rPr lang="de-AT" sz="3600" b="0" strike="noStrike" spc="-1" dirty="0">
                          <a:solidFill>
                            <a:schemeClr val="dk1"/>
                          </a:solidFill>
                          <a:latin typeface="Century Gothic"/>
                        </a:rPr>
                        <a:t> </a:t>
                      </a:r>
                      <a:r>
                        <a:rPr lang="de-AT" sz="3600" b="0" strike="noStrike" spc="-1" dirty="0" err="1">
                          <a:solidFill>
                            <a:schemeClr val="dk1"/>
                          </a:solidFill>
                          <a:latin typeface="Century Gothic"/>
                        </a:rPr>
                        <a:t>contexts</a:t>
                      </a:r>
                      <a:endParaRPr lang="de-AT" sz="3600" b="0" strike="noStrike" spc="-1" dirty="0">
                        <a:solidFill>
                          <a:srgbClr val="000000"/>
                        </a:solidFill>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6D98BA"/>
                    </a:solidFill>
                  </a:tcPr>
                </a:tc>
                <a:extLst>
                  <a:ext uri="{0D108BD9-81ED-4DB2-BD59-A6C34878D82A}">
                    <a16:rowId xmlns:a16="http://schemas.microsoft.com/office/drawing/2014/main" val="10003"/>
                  </a:ext>
                </a:extLst>
              </a:tr>
              <a:tr h="1321560">
                <a:tc>
                  <a:txBody>
                    <a:bodyPr/>
                    <a:lstStyle/>
                    <a:p>
                      <a:pPr defTabSz="914400">
                        <a:lnSpc>
                          <a:spcPct val="100000"/>
                        </a:lnSpc>
                      </a:pPr>
                      <a:r>
                        <a:rPr lang="de-AT" sz="3600" b="1" strike="noStrike" spc="-1" dirty="0" err="1">
                          <a:solidFill>
                            <a:schemeClr val="dk1"/>
                          </a:solidFill>
                          <a:latin typeface="Century Gothic"/>
                        </a:rPr>
                        <a:t>I</a:t>
                      </a:r>
                      <a:r>
                        <a:rPr lang="de-AT" sz="3600" b="0" strike="noStrike" spc="-1" dirty="0" err="1">
                          <a:solidFill>
                            <a:schemeClr val="dk1"/>
                          </a:solidFill>
                          <a:latin typeface="Century Gothic"/>
                        </a:rPr>
                        <a:t>nterestingness</a:t>
                      </a:r>
                      <a:endParaRPr lang="de-AT" sz="3600" b="0" strike="noStrike" spc="-1" dirty="0">
                        <a:solidFill>
                          <a:srgbClr val="000000"/>
                        </a:solidFill>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20000"/>
                        <a:lumOff val="80000"/>
                      </a:schemeClr>
                    </a:solidFill>
                  </a:tcPr>
                </a:tc>
                <a:tc>
                  <a:txBody>
                    <a:bodyPr/>
                    <a:lstStyle/>
                    <a:p>
                      <a:pPr defTabSz="914400">
                        <a:lnSpc>
                          <a:spcPct val="100000"/>
                        </a:lnSpc>
                      </a:pPr>
                      <a:r>
                        <a:rPr lang="de-AT" sz="3600" b="0" strike="noStrike" spc="-1" dirty="0">
                          <a:solidFill>
                            <a:schemeClr val="dk1"/>
                          </a:solidFill>
                          <a:latin typeface="Century Gothic"/>
                        </a:rPr>
                        <a:t>High </a:t>
                      </a:r>
                      <a:r>
                        <a:rPr lang="de-AT" sz="3600" b="0" strike="noStrike" spc="-1" dirty="0" err="1">
                          <a:solidFill>
                            <a:schemeClr val="dk1"/>
                          </a:solidFill>
                          <a:latin typeface="Century Gothic"/>
                        </a:rPr>
                        <a:t>relevance</a:t>
                      </a:r>
                      <a:r>
                        <a:rPr lang="de-AT" sz="3600" b="0" strike="noStrike" spc="-1" dirty="0">
                          <a:solidFill>
                            <a:schemeClr val="dk1"/>
                          </a:solidFill>
                          <a:latin typeface="Century Gothic"/>
                        </a:rPr>
                        <a:t> </a:t>
                      </a:r>
                      <a:r>
                        <a:rPr lang="de-AT" sz="3600" b="0" strike="noStrike" spc="-1" dirty="0" err="1">
                          <a:solidFill>
                            <a:schemeClr val="dk1"/>
                          </a:solidFill>
                          <a:latin typeface="Century Gothic"/>
                        </a:rPr>
                        <a:t>for</a:t>
                      </a:r>
                      <a:r>
                        <a:rPr lang="de-AT" sz="3600" b="0" strike="noStrike" spc="-1" dirty="0">
                          <a:solidFill>
                            <a:schemeClr val="dk1"/>
                          </a:solidFill>
                          <a:latin typeface="Century Gothic"/>
                        </a:rPr>
                        <a:t> </a:t>
                      </a:r>
                      <a:r>
                        <a:rPr lang="de-AT" sz="3600" b="0" strike="noStrike" spc="-1" dirty="0" err="1">
                          <a:solidFill>
                            <a:schemeClr val="dk1"/>
                          </a:solidFill>
                          <a:latin typeface="Century Gothic"/>
                        </a:rPr>
                        <a:t>education</a:t>
                      </a:r>
                      <a:endParaRPr lang="de-AT" sz="3600" b="0" strike="noStrike" spc="-1" dirty="0">
                        <a:solidFill>
                          <a:srgbClr val="000000"/>
                        </a:solidFill>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tx2">
                        <a:lumMod val="20000"/>
                        <a:lumOff val="80000"/>
                      </a:schemeClr>
                    </a:solidFill>
                  </a:tcPr>
                </a:tc>
                <a:extLst>
                  <a:ext uri="{0D108BD9-81ED-4DB2-BD59-A6C34878D82A}">
                    <a16:rowId xmlns:a16="http://schemas.microsoft.com/office/drawing/2014/main" val="10004"/>
                  </a:ext>
                </a:extLst>
              </a:tr>
              <a:tr h="1321560">
                <a:tc>
                  <a:txBody>
                    <a:bodyPr/>
                    <a:lstStyle/>
                    <a:p>
                      <a:pPr defTabSz="914400">
                        <a:lnSpc>
                          <a:spcPct val="100000"/>
                        </a:lnSpc>
                      </a:pPr>
                      <a:r>
                        <a:rPr lang="de-AT" sz="3600" b="1" strike="noStrike" spc="-1" dirty="0">
                          <a:solidFill>
                            <a:schemeClr val="dk1"/>
                          </a:solidFill>
                          <a:latin typeface="Century Gothic"/>
                        </a:rPr>
                        <a:t>C</a:t>
                      </a:r>
                      <a:r>
                        <a:rPr lang="de-AT" sz="3600" b="0" strike="noStrike" spc="-1" dirty="0">
                          <a:solidFill>
                            <a:schemeClr val="dk1"/>
                          </a:solidFill>
                          <a:latin typeface="Century Gothic"/>
                        </a:rPr>
                        <a:t>redibility</a:t>
                      </a:r>
                      <a:endParaRPr lang="de-AT" sz="3600" b="0" strike="noStrike" spc="-1" dirty="0">
                        <a:solidFill>
                          <a:srgbClr val="000000"/>
                        </a:solidFill>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6D98BA"/>
                    </a:solidFill>
                  </a:tcPr>
                </a:tc>
                <a:tc>
                  <a:txBody>
                    <a:bodyPr/>
                    <a:lstStyle/>
                    <a:p>
                      <a:pPr defTabSz="914400">
                        <a:lnSpc>
                          <a:spcPct val="100000"/>
                        </a:lnSpc>
                      </a:pPr>
                      <a:r>
                        <a:rPr lang="de-AT" sz="3600" b="0" strike="noStrike" spc="-1" dirty="0">
                          <a:solidFill>
                            <a:schemeClr val="dk1"/>
                          </a:solidFill>
                          <a:latin typeface="Century Gothic"/>
                        </a:rPr>
                        <a:t>PRISMA and </a:t>
                      </a:r>
                      <a:r>
                        <a:rPr lang="de-AT" sz="3600" b="0" strike="noStrike" spc="-1" dirty="0" err="1">
                          <a:solidFill>
                            <a:schemeClr val="dk1"/>
                          </a:solidFill>
                          <a:latin typeface="Century Gothic"/>
                        </a:rPr>
                        <a:t>quality</a:t>
                      </a:r>
                      <a:r>
                        <a:rPr lang="de-AT" sz="3600" b="0" strike="noStrike" spc="-1" dirty="0">
                          <a:solidFill>
                            <a:schemeClr val="dk1"/>
                          </a:solidFill>
                          <a:latin typeface="Century Gothic"/>
                        </a:rPr>
                        <a:t> </a:t>
                      </a:r>
                      <a:r>
                        <a:rPr lang="de-AT" sz="3600" b="0" strike="noStrike" spc="-1" dirty="0" err="1">
                          <a:solidFill>
                            <a:schemeClr val="dk1"/>
                          </a:solidFill>
                          <a:latin typeface="Century Gothic"/>
                        </a:rPr>
                        <a:t>appraisal</a:t>
                      </a:r>
                      <a:endParaRPr lang="de-AT" sz="3600" b="0" strike="noStrike" spc="-1" dirty="0">
                        <a:solidFill>
                          <a:srgbClr val="000000"/>
                        </a:solidFill>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6D98BA"/>
                    </a:solidFill>
                  </a:tcPr>
                </a:tc>
                <a:extLst>
                  <a:ext uri="{0D108BD9-81ED-4DB2-BD59-A6C34878D82A}">
                    <a16:rowId xmlns:a16="http://schemas.microsoft.com/office/drawing/2014/main" val="10005"/>
                  </a:ext>
                </a:extLst>
              </a:tr>
            </a:tbl>
          </a:graphicData>
        </a:graphic>
      </p:graphicFrame>
      <p:sp>
        <p:nvSpPr>
          <p:cNvPr id="133" name="Freeform 2"/>
          <p:cNvSpPr/>
          <p:nvPr/>
        </p:nvSpPr>
        <p:spPr>
          <a:xfrm>
            <a:off x="442080" y="4381560"/>
            <a:ext cx="4708080" cy="5407200"/>
          </a:xfrm>
          <a:custGeom>
            <a:avLst/>
            <a:gdLst>
              <a:gd name="textAreaLeft" fmla="*/ 0 w 4708080"/>
              <a:gd name="textAreaRight" fmla="*/ 4708440 w 4708080"/>
              <a:gd name="textAreaTop" fmla="*/ 0 h 5407200"/>
              <a:gd name="textAreaBottom" fmla="*/ 5407560 h 5407200"/>
            </a:gdLst>
            <a:ahLst/>
            <a:cxnLst/>
            <a:rect l="textAreaLeft" t="textAreaTop" r="textAreaRight" b="textAreaBottom"/>
            <a:pathLst>
              <a:path w="6871547" h="7290766">
                <a:moveTo>
                  <a:pt x="0" y="0"/>
                </a:moveTo>
                <a:lnTo>
                  <a:pt x="6871547" y="0"/>
                </a:lnTo>
                <a:lnTo>
                  <a:pt x="6871547" y="7290766"/>
                </a:lnTo>
                <a:lnTo>
                  <a:pt x="0" y="7290766"/>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de-AT" sz="1800" b="0" strike="noStrike" spc="-1">
              <a:solidFill>
                <a:schemeClr val="dk1"/>
              </a:solidFill>
              <a:latin typeface="Calibri"/>
            </a:endParaRPr>
          </a:p>
        </p:txBody>
      </p:sp>
      <p:pic>
        <p:nvPicPr>
          <p:cNvPr id="134" name="Grafik 11" descr="Sterne mit einfarbiger Füllung"/>
          <p:cNvPicPr/>
          <p:nvPr/>
        </p:nvPicPr>
        <p:blipFill>
          <a:blip>
            <a:extLst>
              <a:ext uri="{96DAC541-7B7A-43D3-8B79-37D633B846F1}">
                <asvg:svgBlip xmlns:asvg="http://schemas.microsoft.com/office/drawing/2016/SVG/main" r:embed="rId4"/>
              </a:ext>
            </a:extLst>
          </a:blip>
          <a:stretch/>
        </p:blipFill>
        <p:spPr>
          <a:xfrm>
            <a:off x="15473636" y="647184"/>
            <a:ext cx="914040" cy="91404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Google Shape;69;p8"/>
          <p:cNvSpPr/>
          <p:nvPr/>
        </p:nvSpPr>
        <p:spPr>
          <a:xfrm>
            <a:off x="12707640" y="6745320"/>
            <a:ext cx="5578200" cy="3543840"/>
          </a:xfrm>
          <a:custGeom>
            <a:avLst/>
            <a:gdLst>
              <a:gd name="textAreaLeft" fmla="*/ 0 w 5578200"/>
              <a:gd name="textAreaRight" fmla="*/ 5578560 w 5578200"/>
              <a:gd name="textAreaTop" fmla="*/ 0 h 3543840"/>
              <a:gd name="textAreaBottom" fmla="*/ 3544200 h 3543840"/>
            </a:gdLst>
            <a:ahLst/>
            <a:cxnLst/>
            <a:rect l="textAreaLeft" t="textAreaTop" r="textAreaRight" b="textAreaBottom"/>
            <a:pathLst>
              <a:path w="7538575" h="4871804">
                <a:moveTo>
                  <a:pt x="0" y="0"/>
                </a:moveTo>
                <a:lnTo>
                  <a:pt x="7538575" y="0"/>
                </a:lnTo>
                <a:lnTo>
                  <a:pt x="7538575" y="4871804"/>
                </a:lnTo>
                <a:lnTo>
                  <a:pt x="0" y="4871804"/>
                </a:lnTo>
                <a:lnTo>
                  <a:pt x="0" y="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AT" sz="1400" b="0" strike="noStrike" spc="-1">
              <a:solidFill>
                <a:srgbClr val="000000"/>
              </a:solidFill>
              <a:latin typeface="Arial"/>
            </a:endParaRPr>
          </a:p>
        </p:txBody>
      </p:sp>
      <p:sp>
        <p:nvSpPr>
          <p:cNvPr id="109" name="Google Shape;70;p 2"/>
          <p:cNvSpPr/>
          <p:nvPr/>
        </p:nvSpPr>
        <p:spPr>
          <a:xfrm>
            <a:off x="2238840" y="7654680"/>
            <a:ext cx="8063640" cy="1725120"/>
          </a:xfrm>
          <a:prstGeom prst="roundRect">
            <a:avLst>
              <a:gd name="adj" fmla="val 16667"/>
            </a:avLst>
          </a:prstGeom>
          <a:solidFill>
            <a:srgbClr val="6D98BA"/>
          </a:solidFill>
          <a:ln w="9525">
            <a:solidFill>
              <a:srgbClr val="3465A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chemeClr val="dk1"/>
                </a:solidFill>
                <a:latin typeface="Century Gothic"/>
                <a:ea typeface="Century Gothic"/>
              </a:rPr>
              <a:t>Interpretation: </a:t>
            </a:r>
            <a:r>
              <a:rPr lang="en-US" sz="2400" b="0" strike="noStrike" spc="-1">
                <a:solidFill>
                  <a:schemeClr val="dk1"/>
                </a:solidFill>
                <a:latin typeface="Century Gothic"/>
                <a:ea typeface="Century Gothic"/>
              </a:rPr>
              <a:t>the evidence is broad, but strongly shaped by university-level classroom studies.</a:t>
            </a:r>
            <a:endParaRPr lang="de-AT" sz="2400" b="0" strike="noStrike" spc="-1">
              <a:solidFill>
                <a:srgbClr val="FFFFFF"/>
              </a:solidFill>
              <a:latin typeface="Arial"/>
            </a:endParaRPr>
          </a:p>
        </p:txBody>
      </p:sp>
      <p:sp>
        <p:nvSpPr>
          <p:cNvPr id="110" name="Google Shape;71;p 2"/>
          <p:cNvSpPr/>
          <p:nvPr/>
        </p:nvSpPr>
        <p:spPr>
          <a:xfrm>
            <a:off x="3553200" y="1636200"/>
            <a:ext cx="2608920" cy="1725120"/>
          </a:xfrm>
          <a:prstGeom prst="roundRect">
            <a:avLst>
              <a:gd name="adj" fmla="val 16667"/>
            </a:avLst>
          </a:prstGeom>
          <a:solidFill>
            <a:srgbClr val="6D98BA"/>
          </a:solidFill>
          <a:ln w="9525">
            <a:solidFill>
              <a:srgbClr val="3465A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chemeClr val="dk1"/>
                </a:solidFill>
                <a:latin typeface="Century Gothic"/>
                <a:ea typeface="Century Gothic"/>
              </a:rPr>
              <a:t>69</a:t>
            </a:r>
            <a:endParaRPr lang="de-AT" sz="2400" b="0" strike="noStrike" spc="-1">
              <a:solidFill>
                <a:srgbClr val="FFFFFF"/>
              </a:solidFill>
              <a:latin typeface="Arial"/>
            </a:endParaRPr>
          </a:p>
          <a:p>
            <a:pPr algn="ctr">
              <a:lnSpc>
                <a:spcPct val="100000"/>
              </a:lnSpc>
              <a:tabLst>
                <a:tab pos="0" algn="l"/>
              </a:tabLst>
            </a:pPr>
            <a:r>
              <a:rPr lang="en-US" sz="2000" b="0" strike="noStrike" spc="-1">
                <a:solidFill>
                  <a:schemeClr val="dk1"/>
                </a:solidFill>
                <a:latin typeface="Century Gothic"/>
                <a:ea typeface="Century Gothic"/>
              </a:rPr>
              <a:t>studies in the systematic review</a:t>
            </a:r>
            <a:endParaRPr lang="de-AT" sz="2000" b="0" strike="noStrike" spc="-1">
              <a:solidFill>
                <a:srgbClr val="FFFFFF"/>
              </a:solidFill>
              <a:latin typeface="Arial"/>
            </a:endParaRPr>
          </a:p>
        </p:txBody>
      </p:sp>
      <p:sp>
        <p:nvSpPr>
          <p:cNvPr id="111" name="Google Shape;72;p 2"/>
          <p:cNvSpPr/>
          <p:nvPr/>
        </p:nvSpPr>
        <p:spPr>
          <a:xfrm>
            <a:off x="6559560" y="1636200"/>
            <a:ext cx="2608920" cy="1725120"/>
          </a:xfrm>
          <a:prstGeom prst="roundRect">
            <a:avLst>
              <a:gd name="adj" fmla="val 16667"/>
            </a:avLst>
          </a:prstGeom>
          <a:solidFill>
            <a:srgbClr val="6D98BA"/>
          </a:solidFill>
          <a:ln w="9525">
            <a:solidFill>
              <a:srgbClr val="3465A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chemeClr val="dk1"/>
                </a:solidFill>
                <a:latin typeface="Century Gothic"/>
                <a:ea typeface="Century Gothic"/>
              </a:rPr>
              <a:t>62</a:t>
            </a:r>
            <a:endParaRPr lang="de-AT" sz="2400" b="0" strike="noStrike" spc="-1">
              <a:solidFill>
                <a:srgbClr val="FFFFFF"/>
              </a:solidFill>
              <a:latin typeface="Arial"/>
            </a:endParaRPr>
          </a:p>
          <a:p>
            <a:pPr algn="ctr">
              <a:lnSpc>
                <a:spcPct val="100000"/>
              </a:lnSpc>
              <a:tabLst>
                <a:tab pos="0" algn="l"/>
              </a:tabLst>
            </a:pPr>
            <a:r>
              <a:rPr lang="en-US" sz="2000" b="0" strike="noStrike" spc="-1">
                <a:solidFill>
                  <a:schemeClr val="dk1"/>
                </a:solidFill>
                <a:latin typeface="Century Gothic"/>
                <a:ea typeface="Century Gothic"/>
              </a:rPr>
              <a:t>studies in the meta-analysis</a:t>
            </a:r>
            <a:endParaRPr lang="de-AT" sz="2000" b="0" strike="noStrike" spc="-1">
              <a:solidFill>
                <a:srgbClr val="FFFFFF"/>
              </a:solidFill>
              <a:latin typeface="Arial"/>
            </a:endParaRPr>
          </a:p>
        </p:txBody>
      </p:sp>
      <p:sp>
        <p:nvSpPr>
          <p:cNvPr id="112" name="Google Shape;73;p 2"/>
          <p:cNvSpPr/>
          <p:nvPr/>
        </p:nvSpPr>
        <p:spPr>
          <a:xfrm>
            <a:off x="9565920" y="1636200"/>
            <a:ext cx="2608920" cy="1725120"/>
          </a:xfrm>
          <a:prstGeom prst="roundRect">
            <a:avLst>
              <a:gd name="adj" fmla="val 16667"/>
            </a:avLst>
          </a:prstGeom>
          <a:solidFill>
            <a:srgbClr val="6D98BA"/>
          </a:solidFill>
          <a:ln w="9525">
            <a:solidFill>
              <a:srgbClr val="3465A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chemeClr val="dk1"/>
                </a:solidFill>
                <a:latin typeface="Century Gothic"/>
                <a:ea typeface="Century Gothic"/>
              </a:rPr>
              <a:t>84%</a:t>
            </a:r>
            <a:endParaRPr lang="de-AT" sz="2400" b="0" strike="noStrike" spc="-1">
              <a:solidFill>
                <a:srgbClr val="FFFFFF"/>
              </a:solidFill>
              <a:latin typeface="Arial"/>
            </a:endParaRPr>
          </a:p>
          <a:p>
            <a:pPr algn="ctr">
              <a:lnSpc>
                <a:spcPct val="100000"/>
              </a:lnSpc>
              <a:tabLst>
                <a:tab pos="0" algn="l"/>
              </a:tabLst>
            </a:pPr>
            <a:r>
              <a:rPr lang="en-US" sz="2000" b="0" strike="noStrike" spc="-1">
                <a:solidFill>
                  <a:schemeClr val="dk1"/>
                </a:solidFill>
                <a:latin typeface="Century Gothic"/>
                <a:ea typeface="Century Gothic"/>
              </a:rPr>
              <a:t>conducted at university level</a:t>
            </a:r>
            <a:endParaRPr lang="de-AT" sz="2000" b="0" strike="noStrike" spc="-1">
              <a:solidFill>
                <a:srgbClr val="FFFFFF"/>
              </a:solidFill>
              <a:latin typeface="Arial"/>
            </a:endParaRPr>
          </a:p>
        </p:txBody>
      </p:sp>
      <p:sp>
        <p:nvSpPr>
          <p:cNvPr id="113" name="Google Shape;74;p 2"/>
          <p:cNvSpPr/>
          <p:nvPr/>
        </p:nvSpPr>
        <p:spPr>
          <a:xfrm>
            <a:off x="12572280" y="1636200"/>
            <a:ext cx="2608920" cy="1725120"/>
          </a:xfrm>
          <a:prstGeom prst="roundRect">
            <a:avLst>
              <a:gd name="adj" fmla="val 16667"/>
            </a:avLst>
          </a:prstGeom>
          <a:solidFill>
            <a:srgbClr val="6D98BA"/>
          </a:solidFill>
          <a:ln w="9525">
            <a:solidFill>
              <a:srgbClr val="3465A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chemeClr val="dk1"/>
                </a:solidFill>
                <a:latin typeface="Century Gothic"/>
                <a:ea typeface="Century Gothic"/>
              </a:rPr>
              <a:t>80%</a:t>
            </a:r>
            <a:endParaRPr lang="de-AT" sz="2400" b="0" strike="noStrike" spc="-1">
              <a:solidFill>
                <a:srgbClr val="FFFFFF"/>
              </a:solidFill>
              <a:latin typeface="Arial"/>
            </a:endParaRPr>
          </a:p>
          <a:p>
            <a:pPr algn="ctr">
              <a:lnSpc>
                <a:spcPct val="100000"/>
              </a:lnSpc>
              <a:tabLst>
                <a:tab pos="0" algn="l"/>
              </a:tabLst>
            </a:pPr>
            <a:r>
              <a:rPr lang="en-US" sz="2000" b="0" strike="noStrike" spc="-1">
                <a:solidFill>
                  <a:schemeClr val="dk1"/>
                </a:solidFill>
                <a:latin typeface="Century Gothic"/>
                <a:ea typeface="Century Gothic"/>
              </a:rPr>
              <a:t>used ChatGPT as a direct learning tool</a:t>
            </a:r>
            <a:endParaRPr lang="de-AT" sz="2000" b="0" strike="noStrike" spc="-1">
              <a:solidFill>
                <a:srgbClr val="FFFFFF"/>
              </a:solidFill>
              <a:latin typeface="Arial"/>
            </a:endParaRPr>
          </a:p>
        </p:txBody>
      </p:sp>
      <p:sp>
        <p:nvSpPr>
          <p:cNvPr id="114" name="Google Shape;75;p 2"/>
          <p:cNvSpPr/>
          <p:nvPr/>
        </p:nvSpPr>
        <p:spPr>
          <a:xfrm>
            <a:off x="1230480" y="3895200"/>
            <a:ext cx="4803120" cy="2850120"/>
          </a:xfrm>
          <a:prstGeom prst="roundRect">
            <a:avLst>
              <a:gd name="adj" fmla="val 16667"/>
            </a:avLst>
          </a:prstGeom>
          <a:solidFill>
            <a:srgbClr val="6D98BA"/>
          </a:solidFill>
          <a:ln w="9525">
            <a:solidFill>
              <a:srgbClr val="3465A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dirty="0">
                <a:solidFill>
                  <a:schemeClr val="dk1"/>
                </a:solidFill>
                <a:latin typeface="Century Gothic"/>
                <a:ea typeface="Century Gothic"/>
              </a:rPr>
              <a:t>Subjects / Context</a:t>
            </a:r>
            <a:endParaRPr lang="de-AT" sz="2400" b="0" strike="noStrike" spc="-1" dirty="0">
              <a:solidFill>
                <a:srgbClr val="FFFFFF"/>
              </a:solidFill>
              <a:latin typeface="Arial"/>
            </a:endParaRPr>
          </a:p>
          <a:p>
            <a:pPr algn="ctr">
              <a:lnSpc>
                <a:spcPct val="100000"/>
              </a:lnSpc>
              <a:tabLst>
                <a:tab pos="0" algn="l"/>
              </a:tabLst>
            </a:pPr>
            <a:endParaRPr lang="de-AT" sz="2400" b="0" strike="noStrike" spc="-1" dirty="0">
              <a:solidFill>
                <a:srgbClr val="FFFFFF"/>
              </a:solidFill>
              <a:latin typeface="Arial"/>
            </a:endParaRPr>
          </a:p>
          <a:p>
            <a:pPr marL="457200" indent="-355680">
              <a:lnSpc>
                <a:spcPct val="100000"/>
              </a:lnSpc>
              <a:buClr>
                <a:srgbClr val="000000"/>
              </a:buClr>
              <a:buFont typeface="Century Gothic"/>
              <a:buChar char="●"/>
              <a:tabLst>
                <a:tab pos="0" algn="l"/>
              </a:tabLst>
            </a:pPr>
            <a:r>
              <a:rPr lang="en-US" sz="2000" b="0" strike="noStrike" spc="-1" dirty="0">
                <a:solidFill>
                  <a:schemeClr val="dk1"/>
                </a:solidFill>
                <a:latin typeface="Century Gothic"/>
                <a:ea typeface="Century Gothic"/>
              </a:rPr>
              <a:t>Mainly:	language education, computing and health</a:t>
            </a:r>
            <a:endParaRPr lang="de-AT" sz="2000" b="0" strike="noStrike" spc="-1" dirty="0">
              <a:solidFill>
                <a:srgbClr val="FFFFFF"/>
              </a:solidFill>
              <a:latin typeface="Arial"/>
            </a:endParaRPr>
          </a:p>
          <a:p>
            <a:pPr marL="457200">
              <a:lnSpc>
                <a:spcPct val="100000"/>
              </a:lnSpc>
              <a:tabLst>
                <a:tab pos="0" algn="l"/>
              </a:tabLst>
            </a:pPr>
            <a:endParaRPr lang="de-AT" sz="2000" b="0" strike="noStrike" spc="-1" dirty="0">
              <a:solidFill>
                <a:srgbClr val="FFFFFF"/>
              </a:solidFill>
              <a:latin typeface="Arial"/>
            </a:endParaRPr>
          </a:p>
          <a:p>
            <a:pPr marL="457200" indent="-355680">
              <a:lnSpc>
                <a:spcPct val="100000"/>
              </a:lnSpc>
              <a:buClr>
                <a:srgbClr val="000000"/>
              </a:buClr>
              <a:buFont typeface="Century Gothic"/>
              <a:buChar char="●"/>
              <a:tabLst>
                <a:tab pos="0" algn="l"/>
              </a:tabLst>
            </a:pPr>
            <a:r>
              <a:rPr lang="en-US" sz="2000" b="0" strike="noStrike" spc="-1" dirty="0">
                <a:solidFill>
                  <a:schemeClr val="dk1"/>
                </a:solidFill>
                <a:latin typeface="Century Gothic"/>
                <a:ea typeface="Century Gothic"/>
              </a:rPr>
              <a:t>Fewer: physics and education</a:t>
            </a:r>
            <a:endParaRPr lang="de-AT" sz="2000" b="0" strike="noStrike" spc="-1" dirty="0">
              <a:solidFill>
                <a:srgbClr val="FFFFFF"/>
              </a:solidFill>
              <a:latin typeface="Arial"/>
            </a:endParaRPr>
          </a:p>
        </p:txBody>
      </p:sp>
      <p:sp>
        <p:nvSpPr>
          <p:cNvPr id="115" name="Google Shape;76;p 2"/>
          <p:cNvSpPr/>
          <p:nvPr/>
        </p:nvSpPr>
        <p:spPr>
          <a:xfrm>
            <a:off x="6865200" y="3895200"/>
            <a:ext cx="4803120" cy="2850120"/>
          </a:xfrm>
          <a:prstGeom prst="roundRect">
            <a:avLst>
              <a:gd name="adj" fmla="val 16667"/>
            </a:avLst>
          </a:prstGeom>
          <a:solidFill>
            <a:srgbClr val="6D98BA"/>
          </a:solidFill>
          <a:ln w="9525">
            <a:solidFill>
              <a:srgbClr val="6D98BA"/>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dirty="0">
                <a:solidFill>
                  <a:schemeClr val="dk1"/>
                </a:solidFill>
                <a:latin typeface="Century Gothic"/>
                <a:ea typeface="Century Gothic"/>
              </a:rPr>
              <a:t>Settings</a:t>
            </a:r>
            <a:endParaRPr lang="de-AT" sz="2400" b="0" strike="noStrike" spc="-1" dirty="0">
              <a:solidFill>
                <a:srgbClr val="FFFFFF"/>
              </a:solidFill>
              <a:latin typeface="Arial"/>
            </a:endParaRPr>
          </a:p>
          <a:p>
            <a:pPr algn="ctr">
              <a:lnSpc>
                <a:spcPct val="100000"/>
              </a:lnSpc>
              <a:tabLst>
                <a:tab pos="0" algn="l"/>
              </a:tabLst>
            </a:pPr>
            <a:endParaRPr lang="de-AT" sz="2400" b="0" strike="noStrike" spc="-1" dirty="0">
              <a:solidFill>
                <a:srgbClr val="FFFFFF"/>
              </a:solidFill>
              <a:latin typeface="Arial"/>
            </a:endParaRPr>
          </a:p>
          <a:p>
            <a:pPr marL="457200" indent="-355680">
              <a:lnSpc>
                <a:spcPct val="100000"/>
              </a:lnSpc>
              <a:buClr>
                <a:srgbClr val="000000"/>
              </a:buClr>
              <a:buFont typeface="Century Gothic"/>
              <a:buChar char="●"/>
              <a:tabLst>
                <a:tab pos="0" algn="l"/>
              </a:tabLst>
            </a:pPr>
            <a:r>
              <a:rPr lang="en-US" sz="2000" b="0" strike="noStrike" spc="-1" dirty="0">
                <a:solidFill>
                  <a:schemeClr val="dk1"/>
                </a:solidFill>
                <a:latin typeface="Century Gothic"/>
                <a:ea typeface="Century Gothic"/>
              </a:rPr>
              <a:t>Mainly:	classroom environments</a:t>
            </a:r>
            <a:endParaRPr lang="de-AT" sz="2000" b="0" strike="noStrike" spc="-1" dirty="0">
              <a:solidFill>
                <a:srgbClr val="FFFFFF"/>
              </a:solidFill>
              <a:latin typeface="Arial"/>
            </a:endParaRPr>
          </a:p>
          <a:p>
            <a:pPr marL="457200">
              <a:lnSpc>
                <a:spcPct val="100000"/>
              </a:lnSpc>
              <a:tabLst>
                <a:tab pos="0" algn="l"/>
              </a:tabLst>
            </a:pPr>
            <a:endParaRPr lang="de-AT" sz="2000" b="0" strike="noStrike" spc="-1" dirty="0">
              <a:solidFill>
                <a:srgbClr val="FFFFFF"/>
              </a:solidFill>
              <a:latin typeface="Arial"/>
            </a:endParaRPr>
          </a:p>
          <a:p>
            <a:pPr marL="457200" indent="-355680">
              <a:lnSpc>
                <a:spcPct val="100000"/>
              </a:lnSpc>
              <a:buClr>
                <a:srgbClr val="000000"/>
              </a:buClr>
              <a:buFont typeface="Century Gothic"/>
              <a:buChar char="●"/>
              <a:tabLst>
                <a:tab pos="0" algn="l"/>
              </a:tabLst>
            </a:pPr>
            <a:r>
              <a:rPr lang="en-US" sz="2000" b="0" strike="noStrike" spc="-1" dirty="0">
                <a:solidFill>
                  <a:schemeClr val="dk1"/>
                </a:solidFill>
                <a:latin typeface="Century Gothic"/>
                <a:ea typeface="Century Gothic"/>
              </a:rPr>
              <a:t>Fewer: short isolated lab task</a:t>
            </a:r>
            <a:endParaRPr lang="de-AT" sz="2000" b="0" strike="noStrike" spc="-1" dirty="0">
              <a:solidFill>
                <a:srgbClr val="FFFFFF"/>
              </a:solidFill>
              <a:latin typeface="Arial"/>
            </a:endParaRPr>
          </a:p>
        </p:txBody>
      </p:sp>
      <p:sp>
        <p:nvSpPr>
          <p:cNvPr id="116" name="Google Shape;77;p 2"/>
          <p:cNvSpPr/>
          <p:nvPr/>
        </p:nvSpPr>
        <p:spPr>
          <a:xfrm>
            <a:off x="12499560" y="3895200"/>
            <a:ext cx="4803120" cy="2850120"/>
          </a:xfrm>
          <a:prstGeom prst="roundRect">
            <a:avLst>
              <a:gd name="adj" fmla="val 16667"/>
            </a:avLst>
          </a:prstGeom>
          <a:solidFill>
            <a:srgbClr val="6D98BA"/>
          </a:solidFill>
          <a:ln w="9525">
            <a:solidFill>
              <a:srgbClr val="3465A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chemeClr val="dk1"/>
                </a:solidFill>
                <a:latin typeface="Century Gothic"/>
                <a:ea typeface="Century Gothic"/>
              </a:rPr>
              <a:t>Duration</a:t>
            </a:r>
            <a:endParaRPr lang="de-AT" sz="2400" b="0" strike="noStrike" spc="-1">
              <a:solidFill>
                <a:srgbClr val="FFFFFF"/>
              </a:solidFill>
              <a:latin typeface="Arial"/>
            </a:endParaRPr>
          </a:p>
          <a:p>
            <a:pPr algn="ctr">
              <a:lnSpc>
                <a:spcPct val="100000"/>
              </a:lnSpc>
              <a:tabLst>
                <a:tab pos="0" algn="l"/>
              </a:tabLst>
            </a:pPr>
            <a:endParaRPr lang="de-AT" sz="2400" b="0" strike="noStrike" spc="-1">
              <a:solidFill>
                <a:srgbClr val="FFFFFF"/>
              </a:solidFill>
              <a:latin typeface="Arial"/>
            </a:endParaRPr>
          </a:p>
          <a:p>
            <a:pPr marL="457200" indent="-355680">
              <a:lnSpc>
                <a:spcPct val="100000"/>
              </a:lnSpc>
              <a:buClr>
                <a:srgbClr val="000000"/>
              </a:buClr>
              <a:buFont typeface="Century Gothic"/>
              <a:buChar char="●"/>
              <a:tabLst>
                <a:tab pos="0" algn="l"/>
              </a:tabLst>
            </a:pPr>
            <a:r>
              <a:rPr lang="en-US" sz="2000" b="0" strike="noStrike" spc="-1">
                <a:solidFill>
                  <a:schemeClr val="dk1"/>
                </a:solidFill>
                <a:latin typeface="Century Gothic"/>
                <a:ea typeface="Century Gothic"/>
              </a:rPr>
              <a:t>Many interventions lasted several weeks</a:t>
            </a:r>
            <a:endParaRPr lang="de-AT" sz="2000" b="0" strike="noStrike" spc="-1">
              <a:solidFill>
                <a:srgbClr val="FFFFFF"/>
              </a:solidFill>
              <a:latin typeface="Arial"/>
            </a:endParaRPr>
          </a:p>
          <a:p>
            <a:pPr marL="457200" indent="-355680">
              <a:lnSpc>
                <a:spcPct val="100000"/>
              </a:lnSpc>
              <a:buClr>
                <a:srgbClr val="000000"/>
              </a:buClr>
              <a:buFont typeface="Century Gothic"/>
              <a:buChar char="●"/>
              <a:tabLst>
                <a:tab pos="0" algn="l"/>
              </a:tabLst>
            </a:pPr>
            <a:r>
              <a:rPr lang="en-US" sz="2000" b="0" strike="noStrike" spc="-1">
                <a:solidFill>
                  <a:schemeClr val="dk1"/>
                </a:solidFill>
                <a:latin typeface="Century Gothic"/>
                <a:ea typeface="Century Gothic"/>
              </a:rPr>
              <a:t>very short interventions behaved differently in the moderator analyses</a:t>
            </a:r>
            <a:endParaRPr lang="de-AT" sz="2000" b="0" strike="noStrike" spc="-1">
              <a:solidFill>
                <a:srgbClr val="FFFFFF"/>
              </a:solidFill>
              <a:latin typeface="Arial"/>
            </a:endParaRPr>
          </a:p>
        </p:txBody>
      </p:sp>
      <p:sp>
        <p:nvSpPr>
          <p:cNvPr id="117" name="Google Shape;78;p 2"/>
          <p:cNvSpPr/>
          <p:nvPr/>
        </p:nvSpPr>
        <p:spPr>
          <a:xfrm>
            <a:off x="571320" y="694800"/>
            <a:ext cx="16999920" cy="941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4400" b="0" strike="noStrike" spc="-1">
                <a:solidFill>
                  <a:schemeClr val="dk1"/>
                </a:solidFill>
                <a:latin typeface="Fredoka"/>
                <a:ea typeface="Fredoka"/>
              </a:rPr>
              <a:t>What does the evidence base look like? </a:t>
            </a:r>
            <a:endParaRPr lang="de-AT" sz="4400" b="0" strike="noStrike" spc="-1">
              <a:solidFill>
                <a:srgbClr val="000000"/>
              </a:solidFill>
              <a:latin typeface="Arial"/>
            </a:endParaRPr>
          </a:p>
          <a:p>
            <a:pPr algn="ctr">
              <a:lnSpc>
                <a:spcPct val="100000"/>
              </a:lnSpc>
              <a:tabLst>
                <a:tab pos="0" algn="l"/>
              </a:tabLst>
            </a:pPr>
            <a:endParaRPr lang="de-AT" sz="44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Google Shape;84;p9"/>
          <p:cNvSpPr/>
          <p:nvPr/>
        </p:nvSpPr>
        <p:spPr>
          <a:xfrm>
            <a:off x="571320" y="694800"/>
            <a:ext cx="16999920" cy="941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4400" b="0" strike="noStrike" spc="-1">
                <a:solidFill>
                  <a:schemeClr val="dk1"/>
                </a:solidFill>
                <a:latin typeface="Fredoka"/>
                <a:ea typeface="Fredoka"/>
              </a:rPr>
              <a:t>Main results: promising, but outcome-specific</a:t>
            </a:r>
            <a:endParaRPr lang="de-AT" sz="4400" b="0" strike="noStrike" spc="-1">
              <a:solidFill>
                <a:srgbClr val="000000"/>
              </a:solidFill>
              <a:latin typeface="Arial"/>
            </a:endParaRPr>
          </a:p>
        </p:txBody>
      </p:sp>
      <p:pic>
        <p:nvPicPr>
          <p:cNvPr id="119" name="Google Shape;85;p 2"/>
          <p:cNvPicPr/>
          <p:nvPr/>
        </p:nvPicPr>
        <p:blipFill>
          <a:blip r:embed="rId3"/>
          <a:stretch/>
        </p:blipFill>
        <p:spPr>
          <a:xfrm>
            <a:off x="571320" y="1636200"/>
            <a:ext cx="11709360" cy="6349320"/>
          </a:xfrm>
          <a:prstGeom prst="rect">
            <a:avLst/>
          </a:prstGeom>
          <a:ln w="0">
            <a:noFill/>
          </a:ln>
        </p:spPr>
      </p:pic>
      <p:sp>
        <p:nvSpPr>
          <p:cNvPr id="120" name="Google Shape;86;p 2"/>
          <p:cNvSpPr/>
          <p:nvPr/>
        </p:nvSpPr>
        <p:spPr>
          <a:xfrm>
            <a:off x="11422440" y="5329080"/>
            <a:ext cx="6865920" cy="4962600"/>
          </a:xfrm>
          <a:custGeom>
            <a:avLst/>
            <a:gdLst>
              <a:gd name="textAreaLeft" fmla="*/ 0 w 6865920"/>
              <a:gd name="textAreaRight" fmla="*/ 6866280 w 6865920"/>
              <a:gd name="textAreaTop" fmla="*/ 0 h 4962600"/>
              <a:gd name="textAreaBottom" fmla="*/ 4962960 h 4962600"/>
            </a:gdLst>
            <a:ahLst/>
            <a:cxnLst/>
            <a:rect l="textAreaLeft" t="textAreaTop" r="textAreaRight" b="textAreaBottom"/>
            <a:pathLst>
              <a:path w="7914843" h="6262620">
                <a:moveTo>
                  <a:pt x="0" y="0"/>
                </a:moveTo>
                <a:lnTo>
                  <a:pt x="7914844" y="0"/>
                </a:lnTo>
                <a:lnTo>
                  <a:pt x="7914844" y="6262620"/>
                </a:lnTo>
                <a:lnTo>
                  <a:pt x="0" y="6262620"/>
                </a:lnTo>
                <a:lnTo>
                  <a:pt x="0" y="0"/>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AT" sz="1400" b="0" strike="noStrike" spc="-1">
              <a:solidFill>
                <a:srgbClr val="000000"/>
              </a:solidFill>
              <a:latin typeface="Arial"/>
            </a:endParaRPr>
          </a:p>
        </p:txBody>
      </p:sp>
      <p:sp>
        <p:nvSpPr>
          <p:cNvPr id="121" name="Google Shape;87;p 2"/>
          <p:cNvSpPr/>
          <p:nvPr/>
        </p:nvSpPr>
        <p:spPr>
          <a:xfrm>
            <a:off x="952200" y="7804080"/>
            <a:ext cx="8063640" cy="1725120"/>
          </a:xfrm>
          <a:prstGeom prst="roundRect">
            <a:avLst>
              <a:gd name="adj" fmla="val 16667"/>
            </a:avLst>
          </a:prstGeom>
          <a:solidFill>
            <a:srgbClr val="6D98BA"/>
          </a:solidFill>
          <a:ln w="9525">
            <a:solidFill>
              <a:srgbClr val="3465A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2400" b="1" strike="noStrike" spc="-1">
                <a:solidFill>
                  <a:schemeClr val="dk1"/>
                </a:solidFill>
                <a:latin typeface="Century Gothic"/>
                <a:ea typeface="Century Gothic"/>
              </a:rPr>
              <a:t>Takeaway: </a:t>
            </a:r>
            <a:r>
              <a:rPr lang="en-US" sz="2400" b="0" strike="noStrike" spc="-1">
                <a:solidFill>
                  <a:schemeClr val="dk1"/>
                </a:solidFill>
                <a:latin typeface="Century Gothic"/>
                <a:ea typeface="Century Gothic"/>
              </a:rPr>
              <a:t>ChatGPT interventions show positive effects for several learning outcomes, but the pattern depends on what is measured.</a:t>
            </a:r>
            <a:endParaRPr lang="de-AT" sz="2400" b="0" strike="noStrike" spc="-1">
              <a:solidFill>
                <a:srgbClr val="FFFFFF"/>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 name="Google Shape;93;p10"/>
          <p:cNvPicPr/>
          <p:nvPr/>
        </p:nvPicPr>
        <p:blipFill>
          <a:blip r:embed="rId3"/>
          <a:stretch/>
        </p:blipFill>
        <p:spPr>
          <a:xfrm>
            <a:off x="6445800" y="133200"/>
            <a:ext cx="11842200" cy="10020600"/>
          </a:xfrm>
          <a:prstGeom prst="rect">
            <a:avLst/>
          </a:prstGeom>
          <a:ln w="0">
            <a:noFill/>
          </a:ln>
        </p:spPr>
      </p:pic>
      <p:sp>
        <p:nvSpPr>
          <p:cNvPr id="123" name="Google Shape;94;p 2"/>
          <p:cNvSpPr/>
          <p:nvPr/>
        </p:nvSpPr>
        <p:spPr>
          <a:xfrm>
            <a:off x="400680" y="527760"/>
            <a:ext cx="6274440" cy="2629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tabLst>
                <a:tab pos="0" algn="l"/>
              </a:tabLst>
            </a:pPr>
            <a:r>
              <a:rPr lang="en-US" sz="4400" b="0" strike="noStrike" spc="-1">
                <a:solidFill>
                  <a:schemeClr val="dk1"/>
                </a:solidFill>
                <a:latin typeface="Fredoka"/>
                <a:ea typeface="Fredoka"/>
              </a:rPr>
              <a:t>Key Findings Summary</a:t>
            </a:r>
            <a:endParaRPr lang="de-AT" sz="4400" b="0" strike="noStrike" spc="-1">
              <a:solidFill>
                <a:srgbClr val="000000"/>
              </a:solidFill>
              <a:latin typeface="Arial"/>
            </a:endParaRPr>
          </a:p>
        </p:txBody>
      </p:sp>
      <p:sp>
        <p:nvSpPr>
          <p:cNvPr id="124" name="Google Shape;95;p 2"/>
          <p:cNvSpPr/>
          <p:nvPr/>
        </p:nvSpPr>
        <p:spPr>
          <a:xfrm>
            <a:off x="400680" y="2354400"/>
            <a:ext cx="5837040" cy="7426800"/>
          </a:xfrm>
          <a:custGeom>
            <a:avLst/>
            <a:gdLst>
              <a:gd name="textAreaLeft" fmla="*/ 0 w 5837040"/>
              <a:gd name="textAreaRight" fmla="*/ 5837400 w 5837040"/>
              <a:gd name="textAreaTop" fmla="*/ 0 h 7426800"/>
              <a:gd name="textAreaBottom" fmla="*/ 7427160 h 7426800"/>
            </a:gdLst>
            <a:ahLst/>
            <a:cxnLst/>
            <a:rect l="textAreaLeft" t="textAreaTop" r="textAreaRight" b="textAreaBottom"/>
            <a:pathLst>
              <a:path w="6652240" h="8051123">
                <a:moveTo>
                  <a:pt x="0" y="0"/>
                </a:moveTo>
                <a:lnTo>
                  <a:pt x="6652240" y="0"/>
                </a:lnTo>
                <a:lnTo>
                  <a:pt x="6652240" y="8051123"/>
                </a:lnTo>
                <a:lnTo>
                  <a:pt x="0" y="8051123"/>
                </a:lnTo>
                <a:lnTo>
                  <a:pt x="0" y="0"/>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de-AT" sz="14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feld 4"/>
          <p:cNvSpPr/>
          <p:nvPr/>
        </p:nvSpPr>
        <p:spPr>
          <a:xfrm>
            <a:off x="1295280" y="874080"/>
            <a:ext cx="12344040" cy="92187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de-AT" sz="5400" b="0" strike="noStrike" spc="-1" dirty="0" err="1">
                <a:solidFill>
                  <a:schemeClr val="dk1"/>
                </a:solidFill>
                <a:latin typeface="Fredoka"/>
              </a:rPr>
              <a:t>Limitations</a:t>
            </a:r>
            <a:r>
              <a:rPr lang="de-AT" sz="5400" b="0" strike="noStrike" spc="-1" dirty="0">
                <a:solidFill>
                  <a:schemeClr val="dk1"/>
                </a:solidFill>
                <a:latin typeface="Calibri"/>
              </a:rPr>
              <a:t> </a:t>
            </a:r>
            <a:r>
              <a:rPr lang="de-AT" sz="5400" b="0" strike="noStrike" spc="-1" dirty="0">
                <a:solidFill>
                  <a:schemeClr val="dk1"/>
                </a:solidFill>
                <a:latin typeface="Fredoka"/>
              </a:rPr>
              <a:t>and Potential </a:t>
            </a:r>
            <a:r>
              <a:rPr lang="de-AT" sz="5400" b="0" strike="noStrike" spc="-1" dirty="0" err="1">
                <a:solidFill>
                  <a:schemeClr val="dk1"/>
                </a:solidFill>
                <a:latin typeface="Fredoka"/>
              </a:rPr>
              <a:t>Biases</a:t>
            </a:r>
            <a:endParaRPr lang="de-AT" sz="5400" b="0" strike="noStrike" spc="-1" dirty="0">
              <a:solidFill>
                <a:srgbClr val="000000"/>
              </a:solidFill>
              <a:latin typeface="Arial"/>
            </a:endParaRPr>
          </a:p>
        </p:txBody>
      </p:sp>
      <p:sp>
        <p:nvSpPr>
          <p:cNvPr id="136" name="Textfeld 6"/>
          <p:cNvSpPr/>
          <p:nvPr/>
        </p:nvSpPr>
        <p:spPr>
          <a:xfrm>
            <a:off x="1597622" y="2727371"/>
            <a:ext cx="16992360" cy="353797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numCol="2" spcCol="0" anchor="t">
            <a:spAutoFit/>
          </a:bodyPr>
          <a:lstStyle/>
          <a:p>
            <a:pPr defTabSz="914400">
              <a:lnSpc>
                <a:spcPct val="100000"/>
              </a:lnSpc>
            </a:pPr>
            <a:r>
              <a:rPr lang="de-AT" sz="4400" b="1" strike="noStrike" spc="-1" dirty="0" err="1">
                <a:solidFill>
                  <a:schemeClr val="dk1"/>
                </a:solidFill>
                <a:latin typeface="Century Gothic" panose="020B0502020202020204" pitchFamily="34" charset="0"/>
              </a:rPr>
              <a:t>Limitations</a:t>
            </a:r>
            <a:endParaRPr lang="de-AT" sz="4400" b="0" strike="noStrike" spc="-1" dirty="0">
              <a:solidFill>
                <a:srgbClr val="000000"/>
              </a:solidFill>
              <a:latin typeface="Century Gothic" panose="020B0502020202020204" pitchFamily="34" charset="0"/>
            </a:endParaRPr>
          </a:p>
          <a:p>
            <a:pPr defTabSz="914400">
              <a:lnSpc>
                <a:spcPct val="100000"/>
              </a:lnSpc>
            </a:pPr>
            <a:endParaRPr lang="de-AT" sz="3600" b="0" strike="noStrike" spc="-1" dirty="0">
              <a:solidFill>
                <a:srgbClr val="000000"/>
              </a:solidFill>
              <a:latin typeface="Century Gothic" panose="020B0502020202020204" pitchFamily="34" charset="0"/>
            </a:endParaRPr>
          </a:p>
          <a:p>
            <a:pPr marL="457200" indent="-457200" defTabSz="914400">
              <a:lnSpc>
                <a:spcPct val="100000"/>
              </a:lnSpc>
              <a:buClr>
                <a:srgbClr val="000000"/>
              </a:buClr>
              <a:buFont typeface="Arial"/>
              <a:buChar char="•"/>
            </a:pPr>
            <a:r>
              <a:rPr lang="de-AT" sz="3600" b="0" strike="noStrike" spc="-1" dirty="0" err="1">
                <a:solidFill>
                  <a:schemeClr val="dk1"/>
                </a:solidFill>
                <a:latin typeface="Century Gothic" panose="020B0502020202020204" pitchFamily="34" charset="0"/>
              </a:rPr>
              <a:t>Rapidly</a:t>
            </a:r>
            <a:r>
              <a:rPr lang="de-AT" sz="3600" b="0" strike="noStrike" spc="-1" dirty="0">
                <a:solidFill>
                  <a:schemeClr val="dk1"/>
                </a:solidFill>
                <a:latin typeface="Century Gothic" panose="020B0502020202020204" pitchFamily="34" charset="0"/>
              </a:rPr>
              <a:t> </a:t>
            </a:r>
            <a:r>
              <a:rPr lang="de-AT" sz="3600" b="0" strike="noStrike" spc="-1" dirty="0" err="1">
                <a:solidFill>
                  <a:schemeClr val="dk1"/>
                </a:solidFill>
                <a:latin typeface="Century Gothic" panose="020B0502020202020204" pitchFamily="34" charset="0"/>
              </a:rPr>
              <a:t>evolving</a:t>
            </a:r>
            <a:r>
              <a:rPr lang="de-AT" sz="3600" b="0" strike="noStrike" spc="-1" dirty="0">
                <a:solidFill>
                  <a:schemeClr val="dk1"/>
                </a:solidFill>
                <a:latin typeface="Century Gothic" panose="020B0502020202020204" pitchFamily="34" charset="0"/>
              </a:rPr>
              <a:t> </a:t>
            </a:r>
            <a:r>
              <a:rPr lang="de-AT" sz="3600" b="0" strike="noStrike" spc="-1" dirty="0" err="1">
                <a:solidFill>
                  <a:schemeClr val="dk1"/>
                </a:solidFill>
                <a:latin typeface="Century Gothic" panose="020B0502020202020204" pitchFamily="34" charset="0"/>
              </a:rPr>
              <a:t>technology</a:t>
            </a:r>
            <a:r>
              <a:rPr lang="de-AT" sz="3600" b="0" strike="noStrike" spc="-1" dirty="0">
                <a:solidFill>
                  <a:schemeClr val="dk1"/>
                </a:solidFill>
                <a:latin typeface="Century Gothic" panose="020B0502020202020204" pitchFamily="34" charset="0"/>
              </a:rPr>
              <a:t> </a:t>
            </a:r>
            <a:endParaRPr lang="de-AT" sz="3600" b="0" strike="noStrike" spc="-1" dirty="0">
              <a:solidFill>
                <a:srgbClr val="000000"/>
              </a:solidFill>
              <a:latin typeface="Century Gothic" panose="020B0502020202020204" pitchFamily="34" charset="0"/>
            </a:endParaRPr>
          </a:p>
          <a:p>
            <a:pPr marL="457200" indent="-457200" defTabSz="914400">
              <a:lnSpc>
                <a:spcPct val="100000"/>
              </a:lnSpc>
              <a:buClr>
                <a:srgbClr val="000000"/>
              </a:buClr>
              <a:buFont typeface="Arial"/>
              <a:buChar char="•"/>
            </a:pPr>
            <a:r>
              <a:rPr lang="de-AT" sz="3600" b="0" strike="noStrike" spc="-1" dirty="0">
                <a:solidFill>
                  <a:schemeClr val="dk1"/>
                </a:solidFill>
                <a:latin typeface="Century Gothic" panose="020B0502020202020204" pitchFamily="34" charset="0"/>
              </a:rPr>
              <a:t>Short-term </a:t>
            </a:r>
            <a:r>
              <a:rPr lang="de-AT" sz="3600" b="0" strike="noStrike" spc="-1" dirty="0" err="1">
                <a:solidFill>
                  <a:schemeClr val="dk1"/>
                </a:solidFill>
                <a:latin typeface="Century Gothic" panose="020B0502020202020204" pitchFamily="34" charset="0"/>
              </a:rPr>
              <a:t>interventions</a:t>
            </a:r>
            <a:endParaRPr lang="de-AT" sz="3600" spc="-1" dirty="0">
              <a:solidFill>
                <a:schemeClr val="dk1"/>
              </a:solidFill>
              <a:latin typeface="Century Gothic" panose="020B0502020202020204" pitchFamily="34" charset="0"/>
            </a:endParaRPr>
          </a:p>
          <a:p>
            <a:pPr marL="457200" indent="-457200">
              <a:buClr>
                <a:srgbClr val="000000"/>
              </a:buClr>
              <a:buFont typeface="Arial"/>
              <a:buChar char="•"/>
            </a:pPr>
            <a:r>
              <a:rPr lang="de-AT" sz="3600" spc="-1" dirty="0">
                <a:solidFill>
                  <a:schemeClr val="dk1"/>
                </a:solidFill>
                <a:latin typeface="Century Gothic" panose="020B0502020202020204" pitchFamily="34" charset="0"/>
              </a:rPr>
              <a:t>Limited </a:t>
            </a:r>
            <a:r>
              <a:rPr lang="de-AT" sz="3600" spc="-1" dirty="0" err="1">
                <a:solidFill>
                  <a:schemeClr val="dk1"/>
                </a:solidFill>
                <a:latin typeface="Century Gothic" panose="020B0502020202020204" pitchFamily="34" charset="0"/>
              </a:rPr>
              <a:t>long</a:t>
            </a:r>
            <a:r>
              <a:rPr lang="de-AT" sz="3600" spc="-1" dirty="0">
                <a:solidFill>
                  <a:schemeClr val="dk1"/>
                </a:solidFill>
                <a:latin typeface="Century Gothic" panose="020B0502020202020204" pitchFamily="34" charset="0"/>
              </a:rPr>
              <a:t>-term </a:t>
            </a:r>
            <a:r>
              <a:rPr lang="de-AT" sz="3600" spc="-1" dirty="0" err="1">
                <a:solidFill>
                  <a:schemeClr val="dk1"/>
                </a:solidFill>
                <a:latin typeface="Century Gothic" panose="020B0502020202020204" pitchFamily="34" charset="0"/>
              </a:rPr>
              <a:t>evidence</a:t>
            </a:r>
            <a:r>
              <a:rPr lang="de-AT" sz="3600" spc="-1" dirty="0">
                <a:solidFill>
                  <a:schemeClr val="dk1"/>
                </a:solidFill>
                <a:latin typeface="Century Gothic" panose="020B0502020202020204" pitchFamily="34" charset="0"/>
              </a:rPr>
              <a:t> </a:t>
            </a:r>
            <a:endParaRPr lang="de-AT" sz="3600" b="0" strike="noStrike" spc="-1" dirty="0">
              <a:solidFill>
                <a:srgbClr val="000000"/>
              </a:solidFill>
              <a:latin typeface="Century Gothic" panose="020B0502020202020204" pitchFamily="34" charset="0"/>
            </a:endParaRPr>
          </a:p>
          <a:p>
            <a:pPr marL="457200" indent="-457200" defTabSz="914400">
              <a:lnSpc>
                <a:spcPct val="100000"/>
              </a:lnSpc>
              <a:buClr>
                <a:srgbClr val="000000"/>
              </a:buClr>
              <a:buFont typeface="Arial"/>
              <a:buChar char="•"/>
            </a:pPr>
            <a:r>
              <a:rPr lang="de-AT" sz="3600" b="0" strike="noStrike" spc="-1" dirty="0" err="1">
                <a:solidFill>
                  <a:schemeClr val="dk1"/>
                </a:solidFill>
                <a:latin typeface="Century Gothic" panose="020B0502020202020204" pitchFamily="34" charset="0"/>
              </a:rPr>
              <a:t>Heterogeneity</a:t>
            </a:r>
            <a:r>
              <a:rPr lang="de-AT" sz="3600" b="0" strike="noStrike" spc="-1" dirty="0">
                <a:solidFill>
                  <a:schemeClr val="dk1"/>
                </a:solidFill>
                <a:latin typeface="Century Gothic" panose="020B0502020202020204" pitchFamily="34" charset="0"/>
              </a:rPr>
              <a:t> </a:t>
            </a:r>
            <a:r>
              <a:rPr lang="de-AT" sz="3600" b="0" strike="noStrike" spc="-1" dirty="0" err="1">
                <a:solidFill>
                  <a:schemeClr val="dk1"/>
                </a:solidFill>
                <a:latin typeface="Century Gothic" panose="020B0502020202020204" pitchFamily="34" charset="0"/>
              </a:rPr>
              <a:t>across</a:t>
            </a:r>
            <a:r>
              <a:rPr lang="de-AT" sz="3600" b="0" strike="noStrike" spc="-1" dirty="0">
                <a:solidFill>
                  <a:schemeClr val="dk1"/>
                </a:solidFill>
                <a:latin typeface="Century Gothic" panose="020B0502020202020204" pitchFamily="34" charset="0"/>
              </a:rPr>
              <a:t> </a:t>
            </a:r>
            <a:r>
              <a:rPr lang="de-AT" sz="3600" b="0" strike="noStrike" spc="-1" dirty="0" err="1">
                <a:solidFill>
                  <a:schemeClr val="dk1"/>
                </a:solidFill>
                <a:latin typeface="Century Gothic" panose="020B0502020202020204" pitchFamily="34" charset="0"/>
              </a:rPr>
              <a:t>studies</a:t>
            </a:r>
            <a:r>
              <a:rPr lang="de-AT" sz="3600" b="0" strike="noStrike" spc="-1" dirty="0">
                <a:solidFill>
                  <a:schemeClr val="dk1"/>
                </a:solidFill>
                <a:latin typeface="Century Gothic" panose="020B0502020202020204" pitchFamily="34" charset="0"/>
              </a:rPr>
              <a:t> </a:t>
            </a:r>
            <a:endParaRPr lang="de-AT" sz="3600" b="0" strike="noStrike" spc="-1" dirty="0">
              <a:solidFill>
                <a:srgbClr val="000000"/>
              </a:solidFill>
              <a:latin typeface="Century Gothic" panose="020B0502020202020204" pitchFamily="34" charset="0"/>
            </a:endParaRPr>
          </a:p>
          <a:p>
            <a:pPr defTabSz="914400">
              <a:lnSpc>
                <a:spcPct val="100000"/>
              </a:lnSpc>
            </a:pPr>
            <a:r>
              <a:rPr lang="de-AT" sz="4400" b="1" strike="noStrike" spc="-1" dirty="0">
                <a:solidFill>
                  <a:schemeClr val="dk1"/>
                </a:solidFill>
                <a:latin typeface="Century Gothic" panose="020B0502020202020204" pitchFamily="34" charset="0"/>
              </a:rPr>
              <a:t>Potential </a:t>
            </a:r>
            <a:r>
              <a:rPr lang="de-AT" sz="4400" b="1" strike="noStrike" spc="-1" dirty="0" err="1">
                <a:solidFill>
                  <a:schemeClr val="dk1"/>
                </a:solidFill>
                <a:latin typeface="Century Gothic" panose="020B0502020202020204" pitchFamily="34" charset="0"/>
              </a:rPr>
              <a:t>Biases</a:t>
            </a:r>
            <a:endParaRPr lang="de-AT" sz="4400" b="0" strike="noStrike" spc="-1" dirty="0">
              <a:solidFill>
                <a:srgbClr val="000000"/>
              </a:solidFill>
              <a:latin typeface="Century Gothic" panose="020B0502020202020204" pitchFamily="34" charset="0"/>
            </a:endParaRPr>
          </a:p>
          <a:p>
            <a:pPr defTabSz="914400">
              <a:lnSpc>
                <a:spcPct val="100000"/>
              </a:lnSpc>
            </a:pPr>
            <a:endParaRPr lang="de-AT" sz="3600" b="0" strike="noStrike" spc="-1" dirty="0">
              <a:solidFill>
                <a:srgbClr val="000000"/>
              </a:solidFill>
              <a:latin typeface="Arial"/>
            </a:endParaRPr>
          </a:p>
          <a:p>
            <a:pPr marL="457200" indent="-457200" defTabSz="914400">
              <a:lnSpc>
                <a:spcPct val="100000"/>
              </a:lnSpc>
              <a:buClr>
                <a:srgbClr val="000000"/>
              </a:buClr>
              <a:buFont typeface="Arial"/>
              <a:buChar char="•"/>
            </a:pPr>
            <a:r>
              <a:rPr lang="de-AT" sz="3600" b="0" strike="noStrike" spc="-1" dirty="0" err="1">
                <a:solidFill>
                  <a:schemeClr val="dk1"/>
                </a:solidFill>
                <a:latin typeface="Century Gothic"/>
              </a:rPr>
              <a:t>Publication</a:t>
            </a:r>
            <a:r>
              <a:rPr lang="de-AT" sz="3600" b="0" strike="noStrike" spc="-1" dirty="0">
                <a:solidFill>
                  <a:schemeClr val="dk1"/>
                </a:solidFill>
                <a:latin typeface="Century Gothic"/>
              </a:rPr>
              <a:t> </a:t>
            </a:r>
            <a:r>
              <a:rPr lang="de-AT" sz="3600" b="0" strike="noStrike" spc="-1" dirty="0" err="1">
                <a:solidFill>
                  <a:schemeClr val="dk1"/>
                </a:solidFill>
                <a:latin typeface="Century Gothic"/>
              </a:rPr>
              <a:t>bias</a:t>
            </a:r>
            <a:r>
              <a:rPr lang="de-AT" sz="3600" b="0" strike="noStrike" spc="-1" dirty="0">
                <a:solidFill>
                  <a:schemeClr val="dk1"/>
                </a:solidFill>
                <a:latin typeface="Century Gothic"/>
              </a:rPr>
              <a:t> </a:t>
            </a:r>
            <a:endParaRPr lang="de-AT" sz="3600" b="0" strike="noStrike" spc="-1" dirty="0">
              <a:solidFill>
                <a:srgbClr val="000000"/>
              </a:solidFill>
              <a:latin typeface="Arial"/>
            </a:endParaRPr>
          </a:p>
          <a:p>
            <a:pPr marL="457200" indent="-457200" defTabSz="914400">
              <a:lnSpc>
                <a:spcPct val="100000"/>
              </a:lnSpc>
              <a:buClr>
                <a:srgbClr val="000000"/>
              </a:buClr>
              <a:buFont typeface="Arial"/>
              <a:buChar char="•"/>
            </a:pPr>
            <a:r>
              <a:rPr lang="de-AT" sz="3600" b="0" strike="noStrike" spc="-1" dirty="0">
                <a:solidFill>
                  <a:schemeClr val="dk1"/>
                </a:solidFill>
                <a:latin typeface="Century Gothic"/>
              </a:rPr>
              <a:t>Small </a:t>
            </a:r>
            <a:r>
              <a:rPr lang="de-AT" sz="3600" b="0" strike="noStrike" spc="-1" dirty="0" err="1">
                <a:solidFill>
                  <a:schemeClr val="dk1"/>
                </a:solidFill>
                <a:latin typeface="Century Gothic"/>
              </a:rPr>
              <a:t>study</a:t>
            </a:r>
            <a:r>
              <a:rPr lang="de-AT" sz="3600" b="0" strike="noStrike" spc="-1" dirty="0">
                <a:solidFill>
                  <a:schemeClr val="dk1"/>
                </a:solidFill>
                <a:latin typeface="Century Gothic"/>
              </a:rPr>
              <a:t> </a:t>
            </a:r>
            <a:r>
              <a:rPr lang="de-AT" sz="3600" b="0" strike="noStrike" spc="-1" dirty="0" err="1">
                <a:solidFill>
                  <a:schemeClr val="dk1"/>
                </a:solidFill>
                <a:latin typeface="Century Gothic"/>
              </a:rPr>
              <a:t>effects</a:t>
            </a:r>
            <a:r>
              <a:rPr lang="de-AT" sz="3600" b="0" strike="noStrike" spc="-1" dirty="0">
                <a:solidFill>
                  <a:schemeClr val="dk1"/>
                </a:solidFill>
                <a:latin typeface="Century Gothic"/>
              </a:rPr>
              <a:t> </a:t>
            </a:r>
            <a:endParaRPr lang="de-AT" sz="3600" b="0" strike="noStrike" spc="-1" dirty="0">
              <a:solidFill>
                <a:srgbClr val="000000"/>
              </a:solidFill>
              <a:latin typeface="Arial"/>
            </a:endParaRPr>
          </a:p>
          <a:p>
            <a:pPr marL="457200" indent="-457200" defTabSz="914400">
              <a:lnSpc>
                <a:spcPct val="100000"/>
              </a:lnSpc>
              <a:buClr>
                <a:srgbClr val="000000"/>
              </a:buClr>
              <a:buFont typeface="Arial"/>
              <a:buChar char="•"/>
            </a:pPr>
            <a:r>
              <a:rPr lang="de-AT" sz="3600" b="0" strike="noStrike" spc="-1" dirty="0" err="1">
                <a:solidFill>
                  <a:schemeClr val="dk1"/>
                </a:solidFill>
                <a:latin typeface="Century Gothic"/>
              </a:rPr>
              <a:t>Novelty</a:t>
            </a:r>
            <a:r>
              <a:rPr lang="de-AT" sz="3600" b="0" strike="noStrike" spc="-1" dirty="0">
                <a:solidFill>
                  <a:schemeClr val="dk1"/>
                </a:solidFill>
                <a:latin typeface="Century Gothic"/>
              </a:rPr>
              <a:t> </a:t>
            </a:r>
            <a:r>
              <a:rPr lang="de-AT" sz="3600" b="0" strike="noStrike" spc="-1" dirty="0" err="1">
                <a:solidFill>
                  <a:schemeClr val="dk1"/>
                </a:solidFill>
                <a:latin typeface="Century Gothic"/>
              </a:rPr>
              <a:t>effect</a:t>
            </a:r>
            <a:r>
              <a:rPr lang="de-AT" sz="3600" b="0" strike="noStrike" spc="-1" dirty="0">
                <a:solidFill>
                  <a:schemeClr val="dk1"/>
                </a:solidFill>
                <a:latin typeface="Century Gothic"/>
              </a:rPr>
              <a:t> </a:t>
            </a:r>
            <a:endParaRPr lang="de-AT" sz="3600" b="0" strike="noStrike" spc="-1" dirty="0">
              <a:solidFill>
                <a:srgbClr val="000000"/>
              </a:solidFill>
              <a:latin typeface="Arial"/>
            </a:endParaRPr>
          </a:p>
          <a:p>
            <a:pPr marL="457200" indent="-457200" defTabSz="914400">
              <a:lnSpc>
                <a:spcPct val="100000"/>
              </a:lnSpc>
              <a:buClr>
                <a:srgbClr val="000000"/>
              </a:buClr>
              <a:buFont typeface="Arial"/>
              <a:buChar char="•"/>
            </a:pPr>
            <a:r>
              <a:rPr lang="de-AT" sz="3600" b="0" strike="noStrike" spc="-1" dirty="0">
                <a:solidFill>
                  <a:schemeClr val="dk1"/>
                </a:solidFill>
                <a:latin typeface="Century Gothic"/>
              </a:rPr>
              <a:t>Different ChatGPT </a:t>
            </a:r>
            <a:r>
              <a:rPr lang="de-AT" sz="3600" b="0" strike="noStrike" spc="-1" dirty="0" err="1">
                <a:solidFill>
                  <a:schemeClr val="dk1"/>
                </a:solidFill>
                <a:latin typeface="Century Gothic"/>
              </a:rPr>
              <a:t>versions</a:t>
            </a:r>
            <a:endParaRPr lang="de-AT" sz="3600" b="0" strike="noStrike" spc="-1" dirty="0">
              <a:solidFill>
                <a:srgbClr val="000000"/>
              </a:solidFill>
              <a:latin typeface="Arial"/>
            </a:endParaRPr>
          </a:p>
        </p:txBody>
      </p:sp>
      <p:sp>
        <p:nvSpPr>
          <p:cNvPr id="137" name="Textfeld 8"/>
          <p:cNvSpPr/>
          <p:nvPr/>
        </p:nvSpPr>
        <p:spPr>
          <a:xfrm>
            <a:off x="2400300" y="9412920"/>
            <a:ext cx="13487040" cy="577440"/>
          </a:xfrm>
          <a:prstGeom prst="rect">
            <a:avLst/>
          </a:prstGeom>
          <a:solidFill>
            <a:srgbClr val="97A2DD"/>
          </a:solidFill>
          <a:ln w="0">
            <a:solidFill>
              <a:schemeClr val="tx1"/>
            </a:solid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de-AT" sz="3200" b="0" strike="noStrike" spc="-1" dirty="0">
                <a:solidFill>
                  <a:schemeClr val="dk1"/>
                </a:solidFill>
                <a:latin typeface="Fredoka"/>
              </a:rPr>
              <a:t>Key Message: </a:t>
            </a:r>
            <a:r>
              <a:rPr lang="de-AT" sz="3200" b="0" strike="noStrike" spc="-1" dirty="0" err="1">
                <a:solidFill>
                  <a:schemeClr val="dk1"/>
                </a:solidFill>
                <a:latin typeface="Candara"/>
              </a:rPr>
              <a:t>Results</a:t>
            </a:r>
            <a:r>
              <a:rPr lang="de-AT" sz="3200" b="0" strike="noStrike" spc="-1" dirty="0">
                <a:solidFill>
                  <a:schemeClr val="dk1"/>
                </a:solidFill>
                <a:latin typeface="Candara"/>
              </a:rPr>
              <a:t> </a:t>
            </a:r>
            <a:r>
              <a:rPr lang="de-AT" sz="3200" b="0" strike="noStrike" spc="-1" dirty="0" err="1">
                <a:solidFill>
                  <a:schemeClr val="dk1"/>
                </a:solidFill>
                <a:latin typeface="Candara"/>
              </a:rPr>
              <a:t>are</a:t>
            </a:r>
            <a:r>
              <a:rPr lang="de-AT" sz="3200" b="0" strike="noStrike" spc="-1" dirty="0">
                <a:solidFill>
                  <a:schemeClr val="dk1"/>
                </a:solidFill>
                <a:latin typeface="Candara"/>
              </a:rPr>
              <a:t> promising, but </a:t>
            </a:r>
            <a:r>
              <a:rPr lang="de-AT" sz="3200" b="0" strike="noStrike" spc="-1" dirty="0" err="1">
                <a:solidFill>
                  <a:schemeClr val="dk1"/>
                </a:solidFill>
                <a:latin typeface="Candara"/>
              </a:rPr>
              <a:t>should</a:t>
            </a:r>
            <a:r>
              <a:rPr lang="de-AT" sz="3200" b="0" strike="noStrike" spc="-1" dirty="0">
                <a:solidFill>
                  <a:schemeClr val="dk1"/>
                </a:solidFill>
                <a:latin typeface="Candara"/>
              </a:rPr>
              <a:t> </a:t>
            </a:r>
            <a:r>
              <a:rPr lang="de-AT" sz="3200" b="0" strike="noStrike" spc="-1" dirty="0" err="1">
                <a:solidFill>
                  <a:schemeClr val="dk1"/>
                </a:solidFill>
                <a:latin typeface="Candara"/>
              </a:rPr>
              <a:t>be</a:t>
            </a:r>
            <a:r>
              <a:rPr lang="de-AT" sz="3200" b="0" strike="noStrike" spc="-1" dirty="0">
                <a:solidFill>
                  <a:schemeClr val="dk1"/>
                </a:solidFill>
                <a:latin typeface="Candara"/>
              </a:rPr>
              <a:t> </a:t>
            </a:r>
            <a:r>
              <a:rPr lang="de-AT" sz="3200" b="0" strike="noStrike" spc="-1" dirty="0" err="1">
                <a:solidFill>
                  <a:schemeClr val="dk1"/>
                </a:solidFill>
                <a:latin typeface="Candara"/>
              </a:rPr>
              <a:t>interpreted</a:t>
            </a:r>
            <a:r>
              <a:rPr lang="de-AT" sz="3200" b="0" strike="noStrike" spc="-1" dirty="0">
                <a:solidFill>
                  <a:schemeClr val="dk1"/>
                </a:solidFill>
                <a:latin typeface="Candara"/>
              </a:rPr>
              <a:t> </a:t>
            </a:r>
            <a:r>
              <a:rPr lang="de-AT" sz="3200" b="0" strike="noStrike" spc="-1" dirty="0" err="1">
                <a:solidFill>
                  <a:schemeClr val="dk1"/>
                </a:solidFill>
                <a:latin typeface="Candara"/>
              </a:rPr>
              <a:t>cautiously</a:t>
            </a:r>
            <a:r>
              <a:rPr lang="de-AT" sz="3200" b="0" strike="noStrike" spc="-1" dirty="0">
                <a:solidFill>
                  <a:schemeClr val="dk1"/>
                </a:solidFill>
                <a:latin typeface="Candara"/>
              </a:rPr>
              <a:t>.</a:t>
            </a:r>
            <a:endParaRPr lang="de-AT" sz="3200" b="0" strike="noStrike" spc="-1" dirty="0">
              <a:solidFill>
                <a:srgbClr val="FFFFFF"/>
              </a:solidFill>
              <a:latin typeface="Arial"/>
            </a:endParaRPr>
          </a:p>
        </p:txBody>
      </p:sp>
      <p:sp>
        <p:nvSpPr>
          <p:cNvPr id="138" name="Freeform 2"/>
          <p:cNvSpPr/>
          <p:nvPr/>
        </p:nvSpPr>
        <p:spPr>
          <a:xfrm>
            <a:off x="6661800" y="6515280"/>
            <a:ext cx="4964040" cy="3011400"/>
          </a:xfrm>
          <a:custGeom>
            <a:avLst/>
            <a:gdLst>
              <a:gd name="textAreaLeft" fmla="*/ 0 w 4964040"/>
              <a:gd name="textAreaRight" fmla="*/ 4964400 w 4964040"/>
              <a:gd name="textAreaTop" fmla="*/ 0 h 3011400"/>
              <a:gd name="textAreaBottom" fmla="*/ 3011760 h 3011400"/>
            </a:gdLst>
            <a:ahLst/>
            <a:cxnLst/>
            <a:rect l="textAreaLeft" t="textAreaTop" r="textAreaRight" b="textAreaBottom"/>
            <a:pathLst>
              <a:path w="7846135" h="4668450">
                <a:moveTo>
                  <a:pt x="0" y="0"/>
                </a:moveTo>
                <a:lnTo>
                  <a:pt x="7846135" y="0"/>
                </a:lnTo>
                <a:lnTo>
                  <a:pt x="7846135" y="4668450"/>
                </a:lnTo>
                <a:lnTo>
                  <a:pt x="0" y="4668450"/>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de-AT" sz="1800" b="0" strike="noStrike" spc="-1">
              <a:solidFill>
                <a:schemeClr val="dk1"/>
              </a:solidFill>
              <a:latin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37"/>
                                        </p:tgtEl>
                                        <p:attrNameLst>
                                          <p:attrName>style.visibility</p:attrName>
                                        </p:attrNameLst>
                                      </p:cBhvr>
                                      <p:to>
                                        <p:strVal val="visible"/>
                                      </p:to>
                                    </p:set>
                                    <p:animEffect transition="in" filter="fade">
                                      <p:cBhvr additive="repl">
                                        <p:cTn id="7" dur="5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Freeform 2"/>
          <p:cNvSpPr/>
          <p:nvPr/>
        </p:nvSpPr>
        <p:spPr>
          <a:xfrm>
            <a:off x="363240" y="8014320"/>
            <a:ext cx="3072240" cy="2273040"/>
          </a:xfrm>
          <a:custGeom>
            <a:avLst/>
            <a:gdLst>
              <a:gd name="textAreaLeft" fmla="*/ 0 w 3072240"/>
              <a:gd name="textAreaRight" fmla="*/ 3072600 w 3072240"/>
              <a:gd name="textAreaTop" fmla="*/ 0 h 2273040"/>
              <a:gd name="textAreaBottom" fmla="*/ 2273400 h 2273040"/>
            </a:gdLst>
            <a:ahLst/>
            <a:cxnLst/>
            <a:rect l="textAreaLeft" t="textAreaTop" r="textAreaRight" b="textAreaBottom"/>
            <a:pathLst>
              <a:path w="7709622" h="4770328">
                <a:moveTo>
                  <a:pt x="0" y="0"/>
                </a:moveTo>
                <a:lnTo>
                  <a:pt x="7709621" y="0"/>
                </a:lnTo>
                <a:lnTo>
                  <a:pt x="7709621" y="4770328"/>
                </a:lnTo>
                <a:lnTo>
                  <a:pt x="0" y="4770328"/>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de-AT" sz="1800" b="0" strike="noStrike" spc="-1">
              <a:solidFill>
                <a:schemeClr val="dk1"/>
              </a:solidFill>
              <a:latin typeface="Calibri"/>
            </a:endParaRPr>
          </a:p>
        </p:txBody>
      </p:sp>
      <p:sp>
        <p:nvSpPr>
          <p:cNvPr id="140" name="Textfeld 6"/>
          <p:cNvSpPr/>
          <p:nvPr/>
        </p:nvSpPr>
        <p:spPr>
          <a:xfrm>
            <a:off x="363240" y="730260"/>
            <a:ext cx="6788880" cy="100548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algn="ctr" defTabSz="914400">
              <a:lnSpc>
                <a:spcPct val="100000"/>
              </a:lnSpc>
            </a:pPr>
            <a:r>
              <a:rPr lang="de-AT" sz="6000" b="0" strike="noStrike" spc="-1" dirty="0">
                <a:solidFill>
                  <a:schemeClr val="dk1"/>
                </a:solidFill>
                <a:latin typeface="Fredoka"/>
              </a:rPr>
              <a:t>Stakeholders</a:t>
            </a:r>
            <a:endParaRPr lang="de-AT" sz="6000" b="0" strike="noStrike" spc="-1" dirty="0">
              <a:solidFill>
                <a:srgbClr val="000000"/>
              </a:solidFill>
              <a:latin typeface="Arial"/>
            </a:endParaRPr>
          </a:p>
        </p:txBody>
      </p:sp>
      <p:sp>
        <p:nvSpPr>
          <p:cNvPr id="141" name="CaixaDeTexto 6"/>
          <p:cNvSpPr/>
          <p:nvPr/>
        </p:nvSpPr>
        <p:spPr>
          <a:xfrm>
            <a:off x="-2384223" y="2123820"/>
            <a:ext cx="9143640" cy="830997"/>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algn="ctr" defTabSz="914400">
              <a:lnSpc>
                <a:spcPct val="100000"/>
              </a:lnSpc>
            </a:pPr>
            <a:br>
              <a:rPr sz="2000" dirty="0">
                <a:latin typeface="Century Gothic" panose="020B0502020202020204" pitchFamily="34" charset="0"/>
              </a:rPr>
            </a:br>
            <a:r>
              <a:rPr lang="de-AT" sz="2800" b="0" strike="noStrike" spc="-1" dirty="0" err="1">
                <a:solidFill>
                  <a:srgbClr val="000000"/>
                </a:solidFill>
                <a:latin typeface="Century Gothic" panose="020B0502020202020204" pitchFamily="34" charset="0"/>
                <a:ea typeface="Segoe UI"/>
              </a:rPr>
              <a:t>Students</a:t>
            </a:r>
            <a:endParaRPr lang="de-AT" sz="2800" b="0" strike="noStrike" spc="-1" dirty="0">
              <a:solidFill>
                <a:srgbClr val="000000"/>
              </a:solidFill>
              <a:latin typeface="Century Gothic" panose="020B0502020202020204" pitchFamily="34" charset="0"/>
            </a:endParaRPr>
          </a:p>
        </p:txBody>
      </p:sp>
      <p:sp>
        <p:nvSpPr>
          <p:cNvPr id="142" name="CaixaDeTexto 7"/>
          <p:cNvSpPr/>
          <p:nvPr/>
        </p:nvSpPr>
        <p:spPr>
          <a:xfrm>
            <a:off x="5885280" y="2306160"/>
            <a:ext cx="10765080" cy="984885"/>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000" b="0" strike="noStrike" spc="-1">
                <a:solidFill>
                  <a:srgbClr val="303030"/>
                </a:solidFill>
                <a:latin typeface="Century Gothic" panose="020B0502020202020204" pitchFamily="34" charset="0"/>
              </a:rPr>
              <a:t>Cultivate AI literacy, foster their prompt skills together and critical evaluate the AI generated content, ensuring more accuracy of the explanations.</a:t>
            </a:r>
            <a:endParaRPr lang="de-AT" sz="2000" b="0" strike="noStrike" spc="-1">
              <a:solidFill>
                <a:srgbClr val="000000"/>
              </a:solidFill>
              <a:latin typeface="Century Gothic" panose="020B0502020202020204" pitchFamily="34" charset="0"/>
            </a:endParaRPr>
          </a:p>
          <a:p>
            <a:pPr algn="ctr" defTabSz="914400">
              <a:lnSpc>
                <a:spcPct val="100000"/>
              </a:lnSpc>
            </a:pPr>
            <a:endParaRPr lang="de-AT" sz="1600" b="0" strike="noStrike" spc="-1">
              <a:solidFill>
                <a:srgbClr val="000000"/>
              </a:solidFill>
              <a:latin typeface="Century Gothic" panose="020B0502020202020204" pitchFamily="34" charset="0"/>
            </a:endParaRPr>
          </a:p>
        </p:txBody>
      </p:sp>
      <p:sp>
        <p:nvSpPr>
          <p:cNvPr id="143" name="CaixaDeTexto 9"/>
          <p:cNvSpPr/>
          <p:nvPr/>
        </p:nvSpPr>
        <p:spPr>
          <a:xfrm>
            <a:off x="1313280" y="3587040"/>
            <a:ext cx="9143640" cy="769441"/>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800" b="0" strike="noStrike" spc="-1">
                <a:solidFill>
                  <a:schemeClr val="dk1"/>
                </a:solidFill>
                <a:latin typeface="Century Gothic" panose="020B0502020202020204" pitchFamily="34" charset="0"/>
              </a:rPr>
              <a:t>Teachers</a:t>
            </a:r>
            <a:endParaRPr lang="de-AT" sz="2800" b="0" strike="noStrike" spc="-1">
              <a:solidFill>
                <a:srgbClr val="000000"/>
              </a:solidFill>
              <a:latin typeface="Century Gothic" panose="020B0502020202020204" pitchFamily="34" charset="0"/>
            </a:endParaRPr>
          </a:p>
          <a:p>
            <a:pPr algn="ctr" defTabSz="914400">
              <a:lnSpc>
                <a:spcPct val="100000"/>
              </a:lnSpc>
            </a:pPr>
            <a:endParaRPr lang="de-AT" sz="1600" b="0" strike="noStrike" spc="-1">
              <a:solidFill>
                <a:srgbClr val="000000"/>
              </a:solidFill>
              <a:latin typeface="Century Gothic" panose="020B0502020202020204" pitchFamily="34" charset="0"/>
            </a:endParaRPr>
          </a:p>
        </p:txBody>
      </p:sp>
      <p:sp>
        <p:nvSpPr>
          <p:cNvPr id="144" name="CaixaDeTexto 10"/>
          <p:cNvSpPr/>
          <p:nvPr/>
        </p:nvSpPr>
        <p:spPr>
          <a:xfrm>
            <a:off x="5885280" y="3587040"/>
            <a:ext cx="10773000" cy="984885"/>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000" b="0" strike="noStrike" spc="-1">
                <a:solidFill>
                  <a:srgbClr val="303030"/>
                </a:solidFill>
                <a:latin typeface="Century Gothic" panose="020B0502020202020204" pitchFamily="34" charset="0"/>
              </a:rPr>
              <a:t>Focus more on developing critical thinking and problem-solving skills, shifting to project-based assessments.</a:t>
            </a:r>
            <a:endParaRPr lang="de-AT" sz="2000" b="0" strike="noStrike" spc="-1">
              <a:solidFill>
                <a:srgbClr val="000000"/>
              </a:solidFill>
              <a:latin typeface="Century Gothic" panose="020B0502020202020204" pitchFamily="34" charset="0"/>
            </a:endParaRPr>
          </a:p>
          <a:p>
            <a:pPr algn="ctr" defTabSz="914400">
              <a:lnSpc>
                <a:spcPct val="100000"/>
              </a:lnSpc>
            </a:pPr>
            <a:endParaRPr lang="de-AT" sz="1600" b="0" strike="noStrike" spc="-1">
              <a:solidFill>
                <a:srgbClr val="000000"/>
              </a:solidFill>
              <a:latin typeface="Century Gothic" panose="020B0502020202020204" pitchFamily="34" charset="0"/>
            </a:endParaRPr>
          </a:p>
        </p:txBody>
      </p:sp>
      <p:sp>
        <p:nvSpPr>
          <p:cNvPr id="145" name="CaixaDeTexto 11"/>
          <p:cNvSpPr/>
          <p:nvPr/>
        </p:nvSpPr>
        <p:spPr>
          <a:xfrm>
            <a:off x="1313280" y="4819320"/>
            <a:ext cx="9143640" cy="1015663"/>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800" b="0" strike="noStrike" spc="-1" dirty="0">
                <a:solidFill>
                  <a:schemeClr val="dk1"/>
                </a:solidFill>
                <a:latin typeface="Century Gothic" panose="020B0502020202020204" pitchFamily="34" charset="0"/>
              </a:rPr>
              <a:t>Universities</a:t>
            </a:r>
            <a:endParaRPr lang="de-AT" sz="2800" b="0" strike="noStrike" spc="-1" dirty="0">
              <a:solidFill>
                <a:srgbClr val="000000"/>
              </a:solidFill>
              <a:latin typeface="Century Gothic" panose="020B0502020202020204" pitchFamily="34" charset="0"/>
            </a:endParaRPr>
          </a:p>
          <a:p>
            <a:pPr defTabSz="914400">
              <a:lnSpc>
                <a:spcPct val="100000"/>
              </a:lnSpc>
            </a:pPr>
            <a:endParaRPr lang="de-AT" sz="1600" b="0" strike="noStrike" spc="-1" dirty="0">
              <a:solidFill>
                <a:srgbClr val="000000"/>
              </a:solidFill>
              <a:latin typeface="Century Gothic" panose="020B0502020202020204" pitchFamily="34" charset="0"/>
            </a:endParaRPr>
          </a:p>
          <a:p>
            <a:pPr algn="ctr" defTabSz="914400">
              <a:lnSpc>
                <a:spcPct val="100000"/>
              </a:lnSpc>
            </a:pPr>
            <a:endParaRPr lang="de-AT" sz="1600" b="0" strike="noStrike" spc="-1" dirty="0">
              <a:solidFill>
                <a:srgbClr val="000000"/>
              </a:solidFill>
              <a:latin typeface="Century Gothic" panose="020B0502020202020204" pitchFamily="34" charset="0"/>
            </a:endParaRPr>
          </a:p>
        </p:txBody>
      </p:sp>
      <p:sp>
        <p:nvSpPr>
          <p:cNvPr id="146" name="CaixaDeTexto 12"/>
          <p:cNvSpPr/>
          <p:nvPr/>
        </p:nvSpPr>
        <p:spPr>
          <a:xfrm>
            <a:off x="5885280" y="4819320"/>
            <a:ext cx="10756800" cy="984885"/>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000" b="0" strike="noStrike" spc="-1" dirty="0">
                <a:solidFill>
                  <a:srgbClr val="303030"/>
                </a:solidFill>
                <a:latin typeface="Century Gothic" panose="020B0502020202020204" pitchFamily="34" charset="0"/>
              </a:rPr>
              <a:t>Need to incorporate authenticity and quality metrics and tasks that involves unique contexts and personal experiences, together with more quality evaluations.</a:t>
            </a:r>
            <a:endParaRPr lang="de-AT" sz="2000" b="0" strike="noStrike" spc="-1" dirty="0">
              <a:solidFill>
                <a:srgbClr val="000000"/>
              </a:solidFill>
              <a:latin typeface="Century Gothic" panose="020B0502020202020204" pitchFamily="34" charset="0"/>
            </a:endParaRPr>
          </a:p>
          <a:p>
            <a:pPr algn="ctr" defTabSz="914400">
              <a:lnSpc>
                <a:spcPct val="100000"/>
              </a:lnSpc>
            </a:pPr>
            <a:endParaRPr lang="de-AT" sz="1600" b="0" strike="noStrike" spc="-1" dirty="0">
              <a:solidFill>
                <a:srgbClr val="000000"/>
              </a:solidFill>
              <a:latin typeface="Century Gothic" panose="020B0502020202020204" pitchFamily="34" charset="0"/>
            </a:endParaRPr>
          </a:p>
        </p:txBody>
      </p:sp>
      <p:sp>
        <p:nvSpPr>
          <p:cNvPr id="147" name="CaixaDeTexto 13"/>
          <p:cNvSpPr/>
          <p:nvPr/>
        </p:nvSpPr>
        <p:spPr>
          <a:xfrm>
            <a:off x="1313280" y="6059520"/>
            <a:ext cx="9143640" cy="769441"/>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800" b="0" strike="noStrike" spc="-1">
                <a:solidFill>
                  <a:schemeClr val="dk1"/>
                </a:solidFill>
                <a:latin typeface="Century Gothic" panose="020B0502020202020204" pitchFamily="34" charset="0"/>
              </a:rPr>
              <a:t>Researchers</a:t>
            </a:r>
            <a:endParaRPr lang="de-AT" sz="2800" b="0" strike="noStrike" spc="-1">
              <a:solidFill>
                <a:srgbClr val="000000"/>
              </a:solidFill>
              <a:latin typeface="Century Gothic" panose="020B0502020202020204" pitchFamily="34" charset="0"/>
            </a:endParaRPr>
          </a:p>
          <a:p>
            <a:pPr algn="ctr" defTabSz="914400">
              <a:lnSpc>
                <a:spcPct val="100000"/>
              </a:lnSpc>
            </a:pPr>
            <a:endParaRPr lang="de-AT" sz="1600" b="0" strike="noStrike" spc="-1">
              <a:solidFill>
                <a:srgbClr val="000000"/>
              </a:solidFill>
              <a:latin typeface="Century Gothic" panose="020B0502020202020204" pitchFamily="34" charset="0"/>
            </a:endParaRPr>
          </a:p>
        </p:txBody>
      </p:sp>
      <p:sp>
        <p:nvSpPr>
          <p:cNvPr id="148" name="CaixaDeTexto 14"/>
          <p:cNvSpPr/>
          <p:nvPr/>
        </p:nvSpPr>
        <p:spPr>
          <a:xfrm>
            <a:off x="5885280" y="6059520"/>
            <a:ext cx="11008080" cy="984885"/>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000" b="0" strike="noStrike" spc="-1" dirty="0">
                <a:solidFill>
                  <a:srgbClr val="303030"/>
                </a:solidFill>
                <a:latin typeface="Century Gothic" panose="020B0502020202020204" pitchFamily="34" charset="0"/>
              </a:rPr>
              <a:t>Must develop experimental designs, conduct power analyses to ensure sufficient sample sizes and evaluate long-term impacts.</a:t>
            </a:r>
            <a:endParaRPr lang="de-AT" sz="2000" b="0" strike="noStrike" spc="-1" dirty="0">
              <a:solidFill>
                <a:srgbClr val="000000"/>
              </a:solidFill>
              <a:latin typeface="Century Gothic" panose="020B0502020202020204" pitchFamily="34" charset="0"/>
            </a:endParaRPr>
          </a:p>
          <a:p>
            <a:pPr algn="ctr" defTabSz="914400">
              <a:lnSpc>
                <a:spcPct val="100000"/>
              </a:lnSpc>
            </a:pPr>
            <a:endParaRPr lang="de-AT" sz="1600" b="0" strike="noStrike" spc="-1" dirty="0">
              <a:solidFill>
                <a:srgbClr val="000000"/>
              </a:solidFill>
              <a:latin typeface="Century Gothic" panose="020B0502020202020204" pitchFamily="34" charset="0"/>
            </a:endParaRPr>
          </a:p>
        </p:txBody>
      </p:sp>
      <p:sp>
        <p:nvSpPr>
          <p:cNvPr id="149" name="CaixaDeTexto 15"/>
          <p:cNvSpPr/>
          <p:nvPr/>
        </p:nvSpPr>
        <p:spPr>
          <a:xfrm>
            <a:off x="1313280" y="7113240"/>
            <a:ext cx="9143640" cy="769441"/>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800" b="0" strike="noStrike" spc="-1">
                <a:solidFill>
                  <a:schemeClr val="dk1"/>
                </a:solidFill>
                <a:latin typeface="Century Gothic" panose="020B0502020202020204" pitchFamily="34" charset="0"/>
              </a:rPr>
              <a:t>Policy makers</a:t>
            </a:r>
            <a:endParaRPr lang="de-AT" sz="2800" b="0" strike="noStrike" spc="-1">
              <a:solidFill>
                <a:srgbClr val="000000"/>
              </a:solidFill>
              <a:latin typeface="Century Gothic" panose="020B0502020202020204" pitchFamily="34" charset="0"/>
            </a:endParaRPr>
          </a:p>
          <a:p>
            <a:pPr algn="ctr" defTabSz="914400">
              <a:lnSpc>
                <a:spcPct val="100000"/>
              </a:lnSpc>
            </a:pPr>
            <a:endParaRPr lang="de-AT" sz="1600" b="0" strike="noStrike" spc="-1">
              <a:solidFill>
                <a:srgbClr val="000000"/>
              </a:solidFill>
              <a:latin typeface="Century Gothic" panose="020B0502020202020204" pitchFamily="34" charset="0"/>
            </a:endParaRPr>
          </a:p>
        </p:txBody>
      </p:sp>
      <p:sp>
        <p:nvSpPr>
          <p:cNvPr id="150" name="CaixaDeTexto 16"/>
          <p:cNvSpPr/>
          <p:nvPr/>
        </p:nvSpPr>
        <p:spPr>
          <a:xfrm>
            <a:off x="5885280" y="7170120"/>
            <a:ext cx="10627200" cy="984885"/>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000" b="0" strike="noStrike" spc="-1" dirty="0">
                <a:solidFill>
                  <a:srgbClr val="303030"/>
                </a:solidFill>
                <a:latin typeface="Century Gothic" panose="020B0502020202020204" pitchFamily="34" charset="0"/>
              </a:rPr>
              <a:t>Prioritize evidence based on AI integration to a more responsible implementation grounded in a comprehension of its impacts on learning outcomes.</a:t>
            </a:r>
            <a:endParaRPr lang="de-AT" sz="2000" b="0" strike="noStrike" spc="-1" dirty="0">
              <a:solidFill>
                <a:srgbClr val="000000"/>
              </a:solidFill>
              <a:latin typeface="Century Gothic" panose="020B0502020202020204" pitchFamily="34" charset="0"/>
            </a:endParaRPr>
          </a:p>
          <a:p>
            <a:pPr algn="ctr" defTabSz="914400">
              <a:lnSpc>
                <a:spcPct val="100000"/>
              </a:lnSpc>
            </a:pPr>
            <a:endParaRPr lang="de-AT" sz="1600" b="0" strike="noStrike" spc="-1" dirty="0">
              <a:solidFill>
                <a:srgbClr val="000000"/>
              </a:solidFill>
              <a:latin typeface="Century Gothic" panose="020B0502020202020204" pitchFamily="34" charset="0"/>
            </a:endParaRPr>
          </a:p>
        </p:txBody>
      </p:sp>
      <p:cxnSp>
        <p:nvCxnSpPr>
          <p:cNvPr id="151" name="Conector de Seta Reta 17"/>
          <p:cNvCxnSpPr/>
          <p:nvPr/>
        </p:nvCxnSpPr>
        <p:spPr>
          <a:xfrm flipV="1">
            <a:off x="4391280" y="2629440"/>
            <a:ext cx="1128240" cy="3240"/>
          </a:xfrm>
          <a:prstGeom prst="straightConnector1">
            <a:avLst/>
          </a:prstGeom>
          <a:ln>
            <a:solidFill>
              <a:srgbClr val="000000"/>
            </a:solidFill>
            <a:round/>
            <a:tailEnd type="triangle" w="med" len="med"/>
          </a:ln>
        </p:spPr>
      </p:cxnSp>
      <p:cxnSp>
        <p:nvCxnSpPr>
          <p:cNvPr id="152" name="Conector de Seta Reta 18"/>
          <p:cNvCxnSpPr/>
          <p:nvPr/>
        </p:nvCxnSpPr>
        <p:spPr>
          <a:xfrm flipV="1">
            <a:off x="4391280" y="3966840"/>
            <a:ext cx="1128240" cy="3240"/>
          </a:xfrm>
          <a:prstGeom prst="straightConnector1">
            <a:avLst/>
          </a:prstGeom>
          <a:ln>
            <a:solidFill>
              <a:srgbClr val="000000"/>
            </a:solidFill>
            <a:round/>
            <a:tailEnd type="triangle" w="med" len="med"/>
          </a:ln>
        </p:spPr>
      </p:cxnSp>
      <p:cxnSp>
        <p:nvCxnSpPr>
          <p:cNvPr id="153" name="Conector de Seta Reta 19"/>
          <p:cNvCxnSpPr/>
          <p:nvPr/>
        </p:nvCxnSpPr>
        <p:spPr>
          <a:xfrm flipV="1">
            <a:off x="4391280" y="5142240"/>
            <a:ext cx="1128240" cy="3240"/>
          </a:xfrm>
          <a:prstGeom prst="straightConnector1">
            <a:avLst/>
          </a:prstGeom>
          <a:ln>
            <a:solidFill>
              <a:srgbClr val="000000"/>
            </a:solidFill>
            <a:round/>
            <a:tailEnd type="triangle" w="med" len="med"/>
          </a:ln>
        </p:spPr>
      </p:cxnSp>
      <p:cxnSp>
        <p:nvCxnSpPr>
          <p:cNvPr id="154" name="Conector de Seta Reta 20"/>
          <p:cNvCxnSpPr/>
          <p:nvPr/>
        </p:nvCxnSpPr>
        <p:spPr>
          <a:xfrm flipV="1">
            <a:off x="4391280" y="6439320"/>
            <a:ext cx="1128240" cy="3240"/>
          </a:xfrm>
          <a:prstGeom prst="straightConnector1">
            <a:avLst/>
          </a:prstGeom>
          <a:ln>
            <a:solidFill>
              <a:srgbClr val="000000"/>
            </a:solidFill>
            <a:round/>
            <a:tailEnd type="triangle" w="med" len="med"/>
          </a:ln>
        </p:spPr>
      </p:cxnSp>
      <p:cxnSp>
        <p:nvCxnSpPr>
          <p:cNvPr id="155" name="Conector de Seta Reta 21"/>
          <p:cNvCxnSpPr/>
          <p:nvPr/>
        </p:nvCxnSpPr>
        <p:spPr>
          <a:xfrm flipV="1">
            <a:off x="4391280" y="7501320"/>
            <a:ext cx="1128240" cy="3240"/>
          </a:xfrm>
          <a:prstGeom prst="straightConnector1">
            <a:avLst/>
          </a:prstGeom>
          <a:ln>
            <a:solidFill>
              <a:srgbClr val="000000"/>
            </a:solidFill>
            <a:round/>
            <a:tailEnd type="triangle" w="med" len="me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Elipse 7"/>
          <p:cNvSpPr/>
          <p:nvPr/>
        </p:nvSpPr>
        <p:spPr>
          <a:xfrm>
            <a:off x="1788840" y="2075040"/>
            <a:ext cx="4379040" cy="247932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lstStyle/>
          <a:p>
            <a:pPr algn="ctr" defTabSz="914400">
              <a:lnSpc>
                <a:spcPct val="100000"/>
              </a:lnSpc>
            </a:pPr>
            <a:endParaRPr lang="pt-BR" sz="1600" b="0" strike="noStrike" spc="-1">
              <a:solidFill>
                <a:schemeClr val="dk1"/>
              </a:solidFill>
              <a:latin typeface="Century Gothic" panose="020B0502020202020204" pitchFamily="34" charset="0"/>
            </a:endParaRPr>
          </a:p>
        </p:txBody>
      </p:sp>
      <p:sp>
        <p:nvSpPr>
          <p:cNvPr id="157" name="Freeform 2"/>
          <p:cNvSpPr/>
          <p:nvPr/>
        </p:nvSpPr>
        <p:spPr>
          <a:xfrm>
            <a:off x="14915160" y="7463880"/>
            <a:ext cx="2821680" cy="2823480"/>
          </a:xfrm>
          <a:custGeom>
            <a:avLst/>
            <a:gdLst>
              <a:gd name="textAreaLeft" fmla="*/ 0 w 2821680"/>
              <a:gd name="textAreaRight" fmla="*/ 2822040 w 2821680"/>
              <a:gd name="textAreaTop" fmla="*/ 0 h 2823480"/>
              <a:gd name="textAreaBottom" fmla="*/ 2823840 h 2823480"/>
            </a:gdLst>
            <a:ahLst/>
            <a:cxnLst/>
            <a:rect l="textAreaLeft" t="textAreaTop" r="textAreaRight" b="textAreaBottom"/>
            <a:pathLst>
              <a:path w="7886250" h="7334212">
                <a:moveTo>
                  <a:pt x="0" y="0"/>
                </a:moveTo>
                <a:lnTo>
                  <a:pt x="7886249" y="0"/>
                </a:lnTo>
                <a:lnTo>
                  <a:pt x="7886249" y="7334212"/>
                </a:lnTo>
                <a:lnTo>
                  <a:pt x="0" y="7334212"/>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de-AT" sz="1800" b="0" strike="noStrike" spc="-1">
              <a:solidFill>
                <a:schemeClr val="dk1"/>
              </a:solidFill>
              <a:latin typeface="Calibri"/>
            </a:endParaRPr>
          </a:p>
        </p:txBody>
      </p:sp>
      <p:sp>
        <p:nvSpPr>
          <p:cNvPr id="158" name="Textfeld 6"/>
          <p:cNvSpPr/>
          <p:nvPr/>
        </p:nvSpPr>
        <p:spPr>
          <a:xfrm>
            <a:off x="990720" y="419040"/>
            <a:ext cx="6788880" cy="100548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algn="ctr" defTabSz="914400">
              <a:lnSpc>
                <a:spcPct val="100000"/>
              </a:lnSpc>
            </a:pPr>
            <a:r>
              <a:rPr lang="de-AT" sz="6000" b="0" strike="noStrike" spc="-1">
                <a:solidFill>
                  <a:schemeClr val="dk1"/>
                </a:solidFill>
                <a:latin typeface="Fredoka"/>
              </a:rPr>
              <a:t>Conclusion</a:t>
            </a:r>
            <a:endParaRPr lang="de-AT" sz="6000" b="0" strike="noStrike" spc="-1">
              <a:solidFill>
                <a:srgbClr val="000000"/>
              </a:solidFill>
              <a:latin typeface="Arial"/>
            </a:endParaRPr>
          </a:p>
        </p:txBody>
      </p:sp>
      <p:sp>
        <p:nvSpPr>
          <p:cNvPr id="159" name="CaixaDeTexto 6"/>
          <p:cNvSpPr/>
          <p:nvPr/>
        </p:nvSpPr>
        <p:spPr>
          <a:xfrm>
            <a:off x="2180520" y="2576160"/>
            <a:ext cx="3587040" cy="1292662"/>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algn="ctr" defTabSz="914400">
              <a:lnSpc>
                <a:spcPct val="100000"/>
              </a:lnSpc>
            </a:pPr>
            <a:r>
              <a:rPr lang="en-US" sz="2000" b="0" strike="noStrike" spc="-1">
                <a:solidFill>
                  <a:srgbClr val="303030"/>
                </a:solidFill>
                <a:latin typeface="Century Gothic" panose="020B0502020202020204" pitchFamily="34" charset="0"/>
              </a:rPr>
              <a:t>Early research focus on perceptions and attitudes of students and instructors</a:t>
            </a:r>
            <a:endParaRPr lang="de-AT" sz="2000" b="0" strike="noStrike" spc="-1">
              <a:solidFill>
                <a:srgbClr val="000000"/>
              </a:solidFill>
              <a:latin typeface="Century Gothic" panose="020B0502020202020204" pitchFamily="34" charset="0"/>
            </a:endParaRPr>
          </a:p>
          <a:p>
            <a:pPr algn="ctr" defTabSz="914400">
              <a:lnSpc>
                <a:spcPct val="100000"/>
              </a:lnSpc>
            </a:pPr>
            <a:endParaRPr lang="de-AT" sz="1600" b="0" strike="noStrike" spc="-1">
              <a:solidFill>
                <a:srgbClr val="000000"/>
              </a:solidFill>
              <a:latin typeface="Century Gothic" panose="020B0502020202020204" pitchFamily="34" charset="0"/>
            </a:endParaRPr>
          </a:p>
        </p:txBody>
      </p:sp>
      <p:cxnSp>
        <p:nvCxnSpPr>
          <p:cNvPr id="160" name="Conector de Seta Reta 9"/>
          <p:cNvCxnSpPr/>
          <p:nvPr/>
        </p:nvCxnSpPr>
        <p:spPr>
          <a:xfrm flipV="1">
            <a:off x="6642000" y="3183480"/>
            <a:ext cx="1128600" cy="2880"/>
          </a:xfrm>
          <a:prstGeom prst="straightConnector1">
            <a:avLst/>
          </a:prstGeom>
          <a:ln>
            <a:solidFill>
              <a:srgbClr val="000000"/>
            </a:solidFill>
            <a:round/>
            <a:tailEnd type="triangle" w="med" len="med"/>
          </a:ln>
        </p:spPr>
      </p:cxnSp>
      <p:sp>
        <p:nvSpPr>
          <p:cNvPr id="161" name="CaixaDeTexto 10"/>
          <p:cNvSpPr/>
          <p:nvPr/>
        </p:nvSpPr>
        <p:spPr>
          <a:xfrm>
            <a:off x="8168040" y="2759040"/>
            <a:ext cx="9952560" cy="984885"/>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000" b="0" strike="noStrike" spc="-1">
                <a:solidFill>
                  <a:srgbClr val="303030"/>
                </a:solidFill>
                <a:latin typeface="Century Gothic" panose="020B0502020202020204" pitchFamily="34" charset="0"/>
              </a:rPr>
              <a:t>Do not provide concrete evidence of the actual impact.</a:t>
            </a:r>
            <a:endParaRPr lang="de-AT" sz="2000" b="0" strike="noStrike" spc="-1">
              <a:solidFill>
                <a:srgbClr val="000000"/>
              </a:solidFill>
              <a:latin typeface="Century Gothic" panose="020B0502020202020204" pitchFamily="34" charset="0"/>
            </a:endParaRPr>
          </a:p>
          <a:p>
            <a:pPr defTabSz="914400">
              <a:lnSpc>
                <a:spcPct val="100000"/>
              </a:lnSpc>
            </a:pPr>
            <a:r>
              <a:rPr lang="en-US" sz="2000" b="0" strike="noStrike" spc="-1">
                <a:solidFill>
                  <a:srgbClr val="303030"/>
                </a:solidFill>
                <a:latin typeface="Century Gothic" panose="020B0502020202020204" pitchFamily="34" charset="0"/>
                <a:ea typeface="Calibri"/>
              </a:rPr>
              <a:t>Effort to manage determining sufficient sample sizes.</a:t>
            </a:r>
            <a:endParaRPr lang="de-AT" sz="2000" b="0" strike="noStrike" spc="-1">
              <a:solidFill>
                <a:srgbClr val="000000"/>
              </a:solidFill>
              <a:latin typeface="Century Gothic" panose="020B0502020202020204" pitchFamily="34" charset="0"/>
            </a:endParaRPr>
          </a:p>
          <a:p>
            <a:pPr algn="ctr" defTabSz="914400">
              <a:lnSpc>
                <a:spcPct val="100000"/>
              </a:lnSpc>
            </a:pPr>
            <a:endParaRPr lang="de-AT" sz="1600" b="0" strike="noStrike" spc="-1">
              <a:solidFill>
                <a:srgbClr val="000000"/>
              </a:solidFill>
              <a:latin typeface="Century Gothic" panose="020B0502020202020204" pitchFamily="34" charset="0"/>
            </a:endParaRPr>
          </a:p>
        </p:txBody>
      </p:sp>
      <p:sp>
        <p:nvSpPr>
          <p:cNvPr id="162" name="Elipse 11"/>
          <p:cNvSpPr/>
          <p:nvPr/>
        </p:nvSpPr>
        <p:spPr>
          <a:xfrm>
            <a:off x="1769760" y="5486400"/>
            <a:ext cx="4379040" cy="2479320"/>
          </a:xfrm>
          <a:prstGeom prst="ellipse">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anchor="ctr">
            <a:noAutofit/>
          </a:bodyPr>
          <a:lstStyle/>
          <a:p>
            <a:pPr algn="ctr" defTabSz="914400">
              <a:lnSpc>
                <a:spcPct val="100000"/>
              </a:lnSpc>
            </a:pPr>
            <a:r>
              <a:rPr lang="en-US" sz="2000" b="0" strike="noStrike" spc="-1">
                <a:solidFill>
                  <a:srgbClr val="303030"/>
                </a:solidFill>
                <a:latin typeface="Century Gothic" panose="020B0502020202020204" pitchFamily="34" charset="0"/>
              </a:rPr>
              <a:t>Cross-sectional research</a:t>
            </a:r>
            <a:endParaRPr lang="de-AT" sz="2000" b="0" strike="noStrike" spc="-1">
              <a:solidFill>
                <a:srgbClr val="000000"/>
              </a:solidFill>
              <a:latin typeface="Century Gothic" panose="020B0502020202020204" pitchFamily="34" charset="0"/>
            </a:endParaRPr>
          </a:p>
        </p:txBody>
      </p:sp>
      <p:cxnSp>
        <p:nvCxnSpPr>
          <p:cNvPr id="163" name="Conector de Seta Reta 12"/>
          <p:cNvCxnSpPr/>
          <p:nvPr/>
        </p:nvCxnSpPr>
        <p:spPr>
          <a:xfrm flipV="1">
            <a:off x="6642000" y="6726600"/>
            <a:ext cx="1128600" cy="3240"/>
          </a:xfrm>
          <a:prstGeom prst="straightConnector1">
            <a:avLst/>
          </a:prstGeom>
          <a:ln>
            <a:solidFill>
              <a:srgbClr val="000000"/>
            </a:solidFill>
            <a:round/>
            <a:tailEnd type="triangle" w="med" len="med"/>
          </a:ln>
        </p:spPr>
      </p:cxnSp>
      <p:sp>
        <p:nvSpPr>
          <p:cNvPr id="164" name="CaixaDeTexto 13"/>
          <p:cNvSpPr/>
          <p:nvPr/>
        </p:nvSpPr>
        <p:spPr>
          <a:xfrm>
            <a:off x="8168040" y="6356880"/>
            <a:ext cx="9143640" cy="984885"/>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000" b="0" strike="noStrike" spc="-1">
                <a:solidFill>
                  <a:srgbClr val="303030"/>
                </a:solidFill>
                <a:latin typeface="Century Gothic" panose="020B0502020202020204" pitchFamily="34" charset="0"/>
              </a:rPr>
              <a:t>Do not determine if it can lead to an improvement or diminishment of performance or vice-versa.</a:t>
            </a:r>
            <a:endParaRPr lang="de-AT" sz="2000" b="0" strike="noStrike" spc="-1">
              <a:solidFill>
                <a:srgbClr val="000000"/>
              </a:solidFill>
              <a:latin typeface="Century Gothic" panose="020B0502020202020204" pitchFamily="34" charset="0"/>
            </a:endParaRPr>
          </a:p>
          <a:p>
            <a:pPr algn="ctr" defTabSz="914400">
              <a:lnSpc>
                <a:spcPct val="100000"/>
              </a:lnSpc>
            </a:pPr>
            <a:endParaRPr lang="de-AT" sz="1600" b="0" strike="noStrike" spc="-1">
              <a:solidFill>
                <a:srgbClr val="000000"/>
              </a:solidFill>
              <a:latin typeface="Century Gothic" panose="020B0502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Textfeld 6"/>
          <p:cNvSpPr/>
          <p:nvPr/>
        </p:nvSpPr>
        <p:spPr>
          <a:xfrm>
            <a:off x="990720" y="419040"/>
            <a:ext cx="6788880" cy="100548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algn="ctr" defTabSz="914400">
              <a:lnSpc>
                <a:spcPct val="100000"/>
              </a:lnSpc>
            </a:pPr>
            <a:r>
              <a:rPr lang="de-AT" sz="6000" b="0" strike="noStrike" spc="-1">
                <a:solidFill>
                  <a:schemeClr val="dk1"/>
                </a:solidFill>
                <a:latin typeface="Fredoka"/>
              </a:rPr>
              <a:t>Conclusion</a:t>
            </a:r>
            <a:endParaRPr lang="de-AT" sz="6000" b="0" strike="noStrike" spc="-1">
              <a:solidFill>
                <a:srgbClr val="000000"/>
              </a:solidFill>
              <a:latin typeface="Arial"/>
            </a:endParaRPr>
          </a:p>
        </p:txBody>
      </p:sp>
      <p:sp>
        <p:nvSpPr>
          <p:cNvPr id="166" name="Freeform 2"/>
          <p:cNvSpPr/>
          <p:nvPr/>
        </p:nvSpPr>
        <p:spPr>
          <a:xfrm>
            <a:off x="141120" y="7028280"/>
            <a:ext cx="5219640" cy="3258360"/>
          </a:xfrm>
          <a:custGeom>
            <a:avLst/>
            <a:gdLst>
              <a:gd name="textAreaLeft" fmla="*/ 0 w 5219640"/>
              <a:gd name="textAreaRight" fmla="*/ 5220000 w 5219640"/>
              <a:gd name="textAreaTop" fmla="*/ 0 h 3258360"/>
              <a:gd name="textAreaBottom" fmla="*/ 3258720 h 3258360"/>
            </a:gdLst>
            <a:ahLst/>
            <a:cxnLst/>
            <a:rect l="textAreaLeft" t="textAreaTop" r="textAreaRight" b="textAreaBottom"/>
            <a:pathLst>
              <a:path w="7538575" h="4871804">
                <a:moveTo>
                  <a:pt x="0" y="0"/>
                </a:moveTo>
                <a:lnTo>
                  <a:pt x="7538575" y="0"/>
                </a:lnTo>
                <a:lnTo>
                  <a:pt x="7538575" y="4871804"/>
                </a:lnTo>
                <a:lnTo>
                  <a:pt x="0" y="4871804"/>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de-AT" sz="1800" b="0" strike="noStrike" spc="-1">
              <a:solidFill>
                <a:schemeClr val="dk1"/>
              </a:solidFill>
              <a:latin typeface="Calibri"/>
            </a:endParaRPr>
          </a:p>
        </p:txBody>
      </p:sp>
      <p:sp>
        <p:nvSpPr>
          <p:cNvPr id="167" name="CaixaDeTexto 5"/>
          <p:cNvSpPr/>
          <p:nvPr/>
        </p:nvSpPr>
        <p:spPr>
          <a:xfrm>
            <a:off x="1977840" y="1836000"/>
            <a:ext cx="4822920" cy="1292662"/>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algn="ctr" defTabSz="914400">
              <a:lnSpc>
                <a:spcPct val="100000"/>
              </a:lnSpc>
            </a:pPr>
            <a:r>
              <a:rPr lang="en-US" sz="2000" b="0" strike="noStrike" spc="-1">
                <a:solidFill>
                  <a:srgbClr val="303030"/>
                </a:solidFill>
                <a:latin typeface="Century Gothic" panose="020B0502020202020204" pitchFamily="34" charset="0"/>
              </a:rPr>
              <a:t>Systematic review and meta – analysis to sinthesize the research findings.</a:t>
            </a:r>
            <a:endParaRPr lang="de-AT" sz="2000" b="0" strike="noStrike" spc="-1">
              <a:solidFill>
                <a:srgbClr val="000000"/>
              </a:solidFill>
              <a:latin typeface="Century Gothic" panose="020B0502020202020204" pitchFamily="34" charset="0"/>
            </a:endParaRPr>
          </a:p>
          <a:p>
            <a:pPr algn="ctr" defTabSz="914400">
              <a:lnSpc>
                <a:spcPct val="100000"/>
              </a:lnSpc>
            </a:pPr>
            <a:endParaRPr lang="de-AT" sz="1600" b="0" strike="noStrike" spc="-1">
              <a:solidFill>
                <a:srgbClr val="000000"/>
              </a:solidFill>
              <a:latin typeface="Century Gothic" panose="020B0502020202020204" pitchFamily="34" charset="0"/>
            </a:endParaRPr>
          </a:p>
        </p:txBody>
      </p:sp>
      <p:sp>
        <p:nvSpPr>
          <p:cNvPr id="168" name="CaixaDeTexto 8"/>
          <p:cNvSpPr/>
          <p:nvPr/>
        </p:nvSpPr>
        <p:spPr>
          <a:xfrm>
            <a:off x="9678960" y="1836000"/>
            <a:ext cx="3672000" cy="1292662"/>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algn="ctr" defTabSz="914400">
              <a:lnSpc>
                <a:spcPct val="100000"/>
              </a:lnSpc>
            </a:pPr>
            <a:r>
              <a:rPr lang="en-US" sz="2000" b="0" strike="noStrike" spc="-1">
                <a:solidFill>
                  <a:srgbClr val="303030"/>
                </a:solidFill>
                <a:latin typeface="Century Gothic" panose="020B0502020202020204" pitchFamily="34" charset="0"/>
              </a:rPr>
              <a:t>Contributions to the field of technology – enhanced learning.</a:t>
            </a:r>
            <a:endParaRPr lang="de-AT" sz="2000" b="0" strike="noStrike" spc="-1">
              <a:solidFill>
                <a:srgbClr val="000000"/>
              </a:solidFill>
              <a:latin typeface="Century Gothic" panose="020B0502020202020204" pitchFamily="34" charset="0"/>
            </a:endParaRPr>
          </a:p>
          <a:p>
            <a:pPr algn="ctr" defTabSz="914400">
              <a:lnSpc>
                <a:spcPct val="100000"/>
              </a:lnSpc>
            </a:pPr>
            <a:endParaRPr lang="de-AT" sz="1600" b="0" strike="noStrike" spc="-1">
              <a:solidFill>
                <a:srgbClr val="000000"/>
              </a:solidFill>
              <a:latin typeface="Century Gothic" panose="020B0502020202020204" pitchFamily="34" charset="0"/>
            </a:endParaRPr>
          </a:p>
        </p:txBody>
      </p:sp>
      <p:cxnSp>
        <p:nvCxnSpPr>
          <p:cNvPr id="169" name="Conector de Seta Reta 15"/>
          <p:cNvCxnSpPr/>
          <p:nvPr/>
        </p:nvCxnSpPr>
        <p:spPr>
          <a:xfrm flipV="1">
            <a:off x="7460640" y="2170080"/>
            <a:ext cx="1128600" cy="2880"/>
          </a:xfrm>
          <a:prstGeom prst="straightConnector1">
            <a:avLst/>
          </a:prstGeom>
          <a:ln>
            <a:solidFill>
              <a:srgbClr val="000000"/>
            </a:solidFill>
            <a:round/>
            <a:tailEnd type="triangle" w="med" len="med"/>
          </a:ln>
        </p:spPr>
      </p:cxnSp>
      <p:sp>
        <p:nvSpPr>
          <p:cNvPr id="170" name="Retângulo: Cantos Arredondados 16"/>
          <p:cNvSpPr/>
          <p:nvPr/>
        </p:nvSpPr>
        <p:spPr>
          <a:xfrm>
            <a:off x="2248200" y="3872520"/>
            <a:ext cx="3987000" cy="1824840"/>
          </a:xfrm>
          <a:prstGeom prst="roundRect">
            <a:avLst>
              <a:gd name="adj" fmla="val 16667"/>
            </a:avLst>
          </a:prstGeom>
          <a:solidFill>
            <a:srgbClr val="FFFFFF"/>
          </a:solidFill>
          <a:ln>
            <a:solidFill>
              <a:srgbClr val="8064A2"/>
            </a:solidFill>
            <a:round/>
          </a:ln>
        </p:spPr>
        <p:style>
          <a:lnRef idx="2">
            <a:schemeClr val="accent4"/>
          </a:lnRef>
          <a:fillRef idx="1">
            <a:schemeClr val="lt1"/>
          </a:fillRef>
          <a:effectRef idx="0">
            <a:schemeClr val="accent4"/>
          </a:effectRef>
          <a:fontRef idx="minor"/>
        </p:style>
        <p:txBody>
          <a:bodyPr lIns="90000" tIns="45000" rIns="90000" bIns="45000" anchor="ctr">
            <a:noAutofit/>
          </a:bodyPr>
          <a:lstStyle/>
          <a:p>
            <a:pPr algn="ctr" defTabSz="914400">
              <a:lnSpc>
                <a:spcPct val="100000"/>
              </a:lnSpc>
            </a:pPr>
            <a:r>
              <a:rPr lang="pt-BR" sz="2000" b="0" strike="noStrike" spc="-1">
                <a:solidFill>
                  <a:schemeClr val="dk1"/>
                </a:solidFill>
                <a:latin typeface="Century Gothic" panose="020B0502020202020204" pitchFamily="34" charset="0"/>
                <a:ea typeface="Calibri"/>
              </a:rPr>
              <a:t>ChatGPT interventions</a:t>
            </a:r>
            <a:endParaRPr lang="de-AT" sz="2000" b="0" strike="noStrike" spc="-1">
              <a:solidFill>
                <a:srgbClr val="000000"/>
              </a:solidFill>
              <a:latin typeface="Century Gothic" panose="020B0502020202020204" pitchFamily="34" charset="0"/>
            </a:endParaRPr>
          </a:p>
        </p:txBody>
      </p:sp>
      <p:cxnSp>
        <p:nvCxnSpPr>
          <p:cNvPr id="171" name="Conector de Seta Reta 17"/>
          <p:cNvCxnSpPr/>
          <p:nvPr/>
        </p:nvCxnSpPr>
        <p:spPr>
          <a:xfrm flipV="1">
            <a:off x="6455520" y="4010040"/>
            <a:ext cx="1128600" cy="3240"/>
          </a:xfrm>
          <a:prstGeom prst="straightConnector1">
            <a:avLst/>
          </a:prstGeom>
          <a:ln>
            <a:solidFill>
              <a:srgbClr val="000000"/>
            </a:solidFill>
            <a:round/>
            <a:tailEnd type="triangle" w="med" len="med"/>
          </a:ln>
        </p:spPr>
      </p:cxnSp>
      <p:sp>
        <p:nvSpPr>
          <p:cNvPr id="172" name="CaixaDeTexto 20"/>
          <p:cNvSpPr/>
          <p:nvPr/>
        </p:nvSpPr>
        <p:spPr>
          <a:xfrm>
            <a:off x="7782120" y="3870720"/>
            <a:ext cx="5909040" cy="646331"/>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000" b="0" strike="noStrike" spc="-1">
                <a:solidFill>
                  <a:srgbClr val="303030"/>
                </a:solidFill>
                <a:latin typeface="Century Gothic" panose="020B0502020202020204" pitchFamily="34" charset="0"/>
              </a:rPr>
              <a:t>University level</a:t>
            </a:r>
            <a:endParaRPr lang="de-AT" sz="2000" b="0" strike="noStrike" spc="-1">
              <a:solidFill>
                <a:srgbClr val="000000"/>
              </a:solidFill>
              <a:latin typeface="Century Gothic" panose="020B0502020202020204" pitchFamily="34" charset="0"/>
            </a:endParaRPr>
          </a:p>
          <a:p>
            <a:pPr algn="ctr" defTabSz="914400">
              <a:lnSpc>
                <a:spcPct val="100000"/>
              </a:lnSpc>
            </a:pPr>
            <a:endParaRPr lang="de-AT" sz="1600" b="0" strike="noStrike" spc="-1">
              <a:solidFill>
                <a:srgbClr val="000000"/>
              </a:solidFill>
              <a:latin typeface="Century Gothic" panose="020B0502020202020204" pitchFamily="34" charset="0"/>
            </a:endParaRPr>
          </a:p>
        </p:txBody>
      </p:sp>
      <p:cxnSp>
        <p:nvCxnSpPr>
          <p:cNvPr id="173" name="Conector de Seta Reta 21"/>
          <p:cNvCxnSpPr/>
          <p:nvPr/>
        </p:nvCxnSpPr>
        <p:spPr>
          <a:xfrm flipV="1">
            <a:off x="6455520" y="4601880"/>
            <a:ext cx="1128600" cy="3240"/>
          </a:xfrm>
          <a:prstGeom prst="straightConnector1">
            <a:avLst/>
          </a:prstGeom>
          <a:ln>
            <a:solidFill>
              <a:srgbClr val="000000"/>
            </a:solidFill>
            <a:round/>
            <a:tailEnd type="triangle" w="med" len="med"/>
          </a:ln>
        </p:spPr>
      </p:cxnSp>
      <p:sp>
        <p:nvSpPr>
          <p:cNvPr id="174" name="CaixaDeTexto 22"/>
          <p:cNvSpPr/>
          <p:nvPr/>
        </p:nvSpPr>
        <p:spPr>
          <a:xfrm>
            <a:off x="7782120" y="4413960"/>
            <a:ext cx="9143640" cy="646331"/>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000" b="0" strike="noStrike" spc="-1" dirty="0">
                <a:solidFill>
                  <a:srgbClr val="303030"/>
                </a:solidFill>
                <a:latin typeface="Century Gothic" panose="020B0502020202020204" pitchFamily="34" charset="0"/>
              </a:rPr>
              <a:t>Authentic classroom environments</a:t>
            </a:r>
            <a:endParaRPr lang="de-AT" sz="2000" b="0" strike="noStrike" spc="-1" dirty="0">
              <a:solidFill>
                <a:srgbClr val="000000"/>
              </a:solidFill>
              <a:latin typeface="Century Gothic" panose="020B0502020202020204" pitchFamily="34" charset="0"/>
            </a:endParaRPr>
          </a:p>
          <a:p>
            <a:pPr algn="ctr" defTabSz="914400">
              <a:lnSpc>
                <a:spcPct val="100000"/>
              </a:lnSpc>
            </a:pPr>
            <a:endParaRPr lang="de-AT" sz="1600" b="0" strike="noStrike" spc="-1" dirty="0">
              <a:solidFill>
                <a:srgbClr val="000000"/>
              </a:solidFill>
              <a:latin typeface="Century Gothic" panose="020B0502020202020204" pitchFamily="34" charset="0"/>
            </a:endParaRPr>
          </a:p>
        </p:txBody>
      </p:sp>
      <p:cxnSp>
        <p:nvCxnSpPr>
          <p:cNvPr id="175" name="Conector de Seta Reta 23"/>
          <p:cNvCxnSpPr/>
          <p:nvPr/>
        </p:nvCxnSpPr>
        <p:spPr>
          <a:xfrm flipV="1">
            <a:off x="6455520" y="5136840"/>
            <a:ext cx="1128600" cy="3240"/>
          </a:xfrm>
          <a:prstGeom prst="straightConnector1">
            <a:avLst/>
          </a:prstGeom>
          <a:ln>
            <a:solidFill>
              <a:srgbClr val="000000"/>
            </a:solidFill>
            <a:round/>
            <a:tailEnd type="triangle" w="med" len="med"/>
          </a:ln>
        </p:spPr>
      </p:cxnSp>
      <p:sp>
        <p:nvSpPr>
          <p:cNvPr id="176" name="CaixaDeTexto 24"/>
          <p:cNvSpPr/>
          <p:nvPr/>
        </p:nvSpPr>
        <p:spPr>
          <a:xfrm>
            <a:off x="7782120" y="4948920"/>
            <a:ext cx="9143640" cy="646331"/>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000" b="0" strike="noStrike" spc="-1">
                <a:solidFill>
                  <a:srgbClr val="303030"/>
                </a:solidFill>
                <a:latin typeface="Century Gothic" panose="020B0502020202020204" pitchFamily="34" charset="0"/>
              </a:rPr>
              <a:t>Emphasis on language education</a:t>
            </a:r>
            <a:endParaRPr lang="de-AT" sz="2000" b="0" strike="noStrike" spc="-1">
              <a:solidFill>
                <a:srgbClr val="000000"/>
              </a:solidFill>
              <a:latin typeface="Century Gothic" panose="020B0502020202020204" pitchFamily="34" charset="0"/>
            </a:endParaRPr>
          </a:p>
          <a:p>
            <a:pPr algn="ctr" defTabSz="914400">
              <a:lnSpc>
                <a:spcPct val="100000"/>
              </a:lnSpc>
            </a:pPr>
            <a:endParaRPr lang="de-AT" sz="1600" b="0" strike="noStrike" spc="-1">
              <a:solidFill>
                <a:srgbClr val="000000"/>
              </a:solidFill>
              <a:latin typeface="Century Gothic" panose="020B0502020202020204" pitchFamily="34" charset="0"/>
            </a:endParaRPr>
          </a:p>
        </p:txBody>
      </p:sp>
      <p:cxnSp>
        <p:nvCxnSpPr>
          <p:cNvPr id="177" name="Conector de Seta Reta 25"/>
          <p:cNvCxnSpPr/>
          <p:nvPr/>
        </p:nvCxnSpPr>
        <p:spPr>
          <a:xfrm flipV="1">
            <a:off x="6455520" y="5680080"/>
            <a:ext cx="1128600" cy="3240"/>
          </a:xfrm>
          <a:prstGeom prst="straightConnector1">
            <a:avLst/>
          </a:prstGeom>
          <a:ln>
            <a:solidFill>
              <a:srgbClr val="000000"/>
            </a:solidFill>
            <a:round/>
            <a:tailEnd type="triangle" w="med" len="med"/>
          </a:ln>
        </p:spPr>
      </p:cxnSp>
      <p:sp>
        <p:nvSpPr>
          <p:cNvPr id="178" name="CaixaDeTexto 26"/>
          <p:cNvSpPr/>
          <p:nvPr/>
        </p:nvSpPr>
        <p:spPr>
          <a:xfrm>
            <a:off x="7782120" y="5532480"/>
            <a:ext cx="9143640" cy="646331"/>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000" b="0" strike="noStrike" spc="-1">
                <a:solidFill>
                  <a:srgbClr val="303030"/>
                </a:solidFill>
                <a:latin typeface="Century Gothic" panose="020B0502020202020204" pitchFamily="34" charset="0"/>
              </a:rPr>
              <a:t>Direct learning tools</a:t>
            </a:r>
            <a:endParaRPr lang="de-AT" sz="2000" b="0" strike="noStrike" spc="-1">
              <a:solidFill>
                <a:srgbClr val="000000"/>
              </a:solidFill>
              <a:latin typeface="Century Gothic" panose="020B0502020202020204" pitchFamily="34" charset="0"/>
            </a:endParaRPr>
          </a:p>
          <a:p>
            <a:pPr algn="ctr" defTabSz="914400">
              <a:lnSpc>
                <a:spcPct val="100000"/>
              </a:lnSpc>
            </a:pPr>
            <a:endParaRPr lang="de-AT" sz="1600" b="0" strike="noStrike" spc="-1">
              <a:solidFill>
                <a:srgbClr val="000000"/>
              </a:solidFill>
              <a:latin typeface="Century Gothic" panose="020B0502020202020204" pitchFamily="34" charset="0"/>
            </a:endParaRPr>
          </a:p>
        </p:txBody>
      </p:sp>
      <p:sp>
        <p:nvSpPr>
          <p:cNvPr id="179" name="CaixaDeTexto 1"/>
          <p:cNvSpPr/>
          <p:nvPr/>
        </p:nvSpPr>
        <p:spPr>
          <a:xfrm>
            <a:off x="7020000" y="7688880"/>
            <a:ext cx="9143640" cy="984885"/>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000" b="1" strike="noStrike" spc="-1">
                <a:solidFill>
                  <a:srgbClr val="303030"/>
                </a:solidFill>
                <a:latin typeface="Century Gothic" panose="020B0502020202020204" pitchFamily="34" charset="0"/>
              </a:rPr>
              <a:t>ChatGPT can potentially improve academic performance, but there is a need of caution interpreting the results.</a:t>
            </a:r>
            <a:endParaRPr lang="de-AT" sz="2000" b="0" strike="noStrike" spc="-1">
              <a:solidFill>
                <a:srgbClr val="000000"/>
              </a:solidFill>
              <a:latin typeface="Century Gothic" panose="020B0502020202020204" pitchFamily="34" charset="0"/>
            </a:endParaRPr>
          </a:p>
          <a:p>
            <a:pPr algn="ctr" defTabSz="914400">
              <a:lnSpc>
                <a:spcPct val="100000"/>
              </a:lnSpc>
            </a:pPr>
            <a:endParaRPr lang="de-AT" sz="1600" b="0" strike="noStrike" spc="-1">
              <a:solidFill>
                <a:srgbClr val="000000"/>
              </a:solidFill>
              <a:latin typeface="Century Gothic" panose="020B0502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Textfeld 6"/>
          <p:cNvSpPr/>
          <p:nvPr/>
        </p:nvSpPr>
        <p:spPr>
          <a:xfrm>
            <a:off x="990720" y="419040"/>
            <a:ext cx="6788880" cy="100548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algn="ctr" defTabSz="914400">
              <a:lnSpc>
                <a:spcPct val="100000"/>
              </a:lnSpc>
            </a:pPr>
            <a:r>
              <a:rPr lang="de-AT" sz="6000" b="0" strike="noStrike" spc="-1">
                <a:solidFill>
                  <a:schemeClr val="dk1"/>
                </a:solidFill>
                <a:latin typeface="Fredoka"/>
              </a:rPr>
              <a:t>Conclusion</a:t>
            </a:r>
            <a:endParaRPr lang="de-AT" sz="6000" b="0" strike="noStrike" spc="-1">
              <a:solidFill>
                <a:srgbClr val="000000"/>
              </a:solidFill>
              <a:latin typeface="Arial"/>
            </a:endParaRPr>
          </a:p>
        </p:txBody>
      </p:sp>
      <p:sp>
        <p:nvSpPr>
          <p:cNvPr id="181" name="CaixaDeTexto 5"/>
          <p:cNvSpPr/>
          <p:nvPr/>
        </p:nvSpPr>
        <p:spPr>
          <a:xfrm>
            <a:off x="1977840" y="1836000"/>
            <a:ext cx="4822920" cy="984885"/>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000" b="0" strike="noStrike" spc="-1" dirty="0">
                <a:solidFill>
                  <a:srgbClr val="303030"/>
                </a:solidFill>
                <a:latin typeface="Century Gothic" panose="020B0502020202020204" pitchFamily="34" charset="0"/>
              </a:rPr>
              <a:t>Can potentially improve academic performance.</a:t>
            </a:r>
            <a:endParaRPr lang="de-AT" sz="2000" b="0" strike="noStrike" spc="-1" dirty="0">
              <a:solidFill>
                <a:srgbClr val="000000"/>
              </a:solidFill>
              <a:latin typeface="Century Gothic" panose="020B0502020202020204" pitchFamily="34" charset="0"/>
            </a:endParaRPr>
          </a:p>
          <a:p>
            <a:pPr algn="ctr" defTabSz="914400">
              <a:lnSpc>
                <a:spcPct val="100000"/>
              </a:lnSpc>
            </a:pPr>
            <a:endParaRPr lang="de-AT" sz="1600" b="0" strike="noStrike" spc="-1" dirty="0">
              <a:solidFill>
                <a:srgbClr val="000000"/>
              </a:solidFill>
              <a:latin typeface="Century Gothic" panose="020B0502020202020204" pitchFamily="34" charset="0"/>
            </a:endParaRPr>
          </a:p>
        </p:txBody>
      </p:sp>
      <p:sp>
        <p:nvSpPr>
          <p:cNvPr id="182" name="Freeform 2"/>
          <p:cNvSpPr/>
          <p:nvPr/>
        </p:nvSpPr>
        <p:spPr>
          <a:xfrm>
            <a:off x="13371840" y="7462440"/>
            <a:ext cx="4919400" cy="2949480"/>
          </a:xfrm>
          <a:custGeom>
            <a:avLst/>
            <a:gdLst>
              <a:gd name="textAreaLeft" fmla="*/ 0 w 4919400"/>
              <a:gd name="textAreaRight" fmla="*/ 4919760 w 4919400"/>
              <a:gd name="textAreaTop" fmla="*/ 0 h 2949480"/>
              <a:gd name="textAreaBottom" fmla="*/ 2949840 h 2949480"/>
            </a:gdLst>
            <a:ahLst/>
            <a:cxnLst/>
            <a:rect l="textAreaLeft" t="textAreaTop" r="textAreaRight" b="textAreaBottom"/>
            <a:pathLst>
              <a:path w="7846135" h="4668450">
                <a:moveTo>
                  <a:pt x="0" y="0"/>
                </a:moveTo>
                <a:lnTo>
                  <a:pt x="7846135" y="0"/>
                </a:lnTo>
                <a:lnTo>
                  <a:pt x="7846135" y="4668450"/>
                </a:lnTo>
                <a:lnTo>
                  <a:pt x="0" y="4668450"/>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de-AT" sz="1800" b="0" strike="noStrike" spc="-1">
              <a:solidFill>
                <a:schemeClr val="dk1"/>
              </a:solidFill>
              <a:latin typeface="Calibri"/>
            </a:endParaRPr>
          </a:p>
        </p:txBody>
      </p:sp>
      <p:sp>
        <p:nvSpPr>
          <p:cNvPr id="183" name="CaixaDeTexto 6"/>
          <p:cNvSpPr/>
          <p:nvPr/>
        </p:nvSpPr>
        <p:spPr>
          <a:xfrm>
            <a:off x="1977840" y="2930400"/>
            <a:ext cx="9143640" cy="646331"/>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000" b="0" strike="noStrike" spc="-1">
                <a:solidFill>
                  <a:srgbClr val="303030"/>
                </a:solidFill>
                <a:latin typeface="Century Gothic" panose="020B0502020202020204" pitchFamily="34" charset="0"/>
              </a:rPr>
              <a:t>Caution when interpreting the results.</a:t>
            </a:r>
            <a:endParaRPr lang="de-AT" sz="2000" b="0" strike="noStrike" spc="-1">
              <a:solidFill>
                <a:srgbClr val="000000"/>
              </a:solidFill>
              <a:latin typeface="Century Gothic" panose="020B0502020202020204" pitchFamily="34" charset="0"/>
            </a:endParaRPr>
          </a:p>
          <a:p>
            <a:pPr algn="ctr" defTabSz="914400">
              <a:lnSpc>
                <a:spcPct val="100000"/>
              </a:lnSpc>
            </a:pPr>
            <a:endParaRPr lang="de-AT" sz="1600" b="0" strike="noStrike" spc="-1">
              <a:solidFill>
                <a:srgbClr val="000000"/>
              </a:solidFill>
              <a:latin typeface="Century Gothic" panose="020B0502020202020204" pitchFamily="34" charset="0"/>
            </a:endParaRPr>
          </a:p>
        </p:txBody>
      </p:sp>
      <p:sp>
        <p:nvSpPr>
          <p:cNvPr id="184" name="CaixaDeTexto 7"/>
          <p:cNvSpPr/>
          <p:nvPr/>
        </p:nvSpPr>
        <p:spPr>
          <a:xfrm>
            <a:off x="1977840" y="3660120"/>
            <a:ext cx="9143640" cy="1292662"/>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000" b="0" strike="noStrike" spc="-1">
                <a:solidFill>
                  <a:srgbClr val="303030"/>
                </a:solidFill>
                <a:latin typeface="Century Gothic" panose="020B0502020202020204" pitchFamily="34" charset="0"/>
              </a:rPr>
              <a:t>Interventions enhance affective motivational states and higher order thinking propensities, reducing mental effort.</a:t>
            </a:r>
            <a:endParaRPr lang="de-AT" sz="2000" b="0" strike="noStrike" spc="-1">
              <a:solidFill>
                <a:srgbClr val="000000"/>
              </a:solidFill>
              <a:latin typeface="Century Gothic" panose="020B0502020202020204" pitchFamily="34" charset="0"/>
            </a:endParaRPr>
          </a:p>
          <a:p>
            <a:pPr defTabSz="914400">
              <a:lnSpc>
                <a:spcPct val="100000"/>
              </a:lnSpc>
            </a:pPr>
            <a:endParaRPr lang="de-AT" sz="2000" b="0" strike="noStrike" spc="-1">
              <a:solidFill>
                <a:srgbClr val="000000"/>
              </a:solidFill>
              <a:latin typeface="Century Gothic" panose="020B0502020202020204" pitchFamily="34" charset="0"/>
            </a:endParaRPr>
          </a:p>
          <a:p>
            <a:pPr algn="ctr" defTabSz="914400">
              <a:lnSpc>
                <a:spcPct val="100000"/>
              </a:lnSpc>
            </a:pPr>
            <a:endParaRPr lang="de-AT" sz="1600" b="0" strike="noStrike" spc="-1">
              <a:solidFill>
                <a:srgbClr val="000000"/>
              </a:solidFill>
              <a:latin typeface="Century Gothic" panose="020B0502020202020204" pitchFamily="34" charset="0"/>
            </a:endParaRPr>
          </a:p>
        </p:txBody>
      </p:sp>
      <p:sp>
        <p:nvSpPr>
          <p:cNvPr id="185" name="CaixaDeTexto 9"/>
          <p:cNvSpPr/>
          <p:nvPr/>
        </p:nvSpPr>
        <p:spPr>
          <a:xfrm>
            <a:off x="4572000" y="5143680"/>
            <a:ext cx="9143640" cy="646331"/>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000" b="0" strike="noStrike" spc="-1">
                <a:solidFill>
                  <a:srgbClr val="303030"/>
                </a:solidFill>
                <a:latin typeface="Century Gothic" panose="020B0502020202020204" pitchFamily="34" charset="0"/>
              </a:rPr>
              <a:t>Lack of experimental research</a:t>
            </a:r>
            <a:endParaRPr lang="de-AT" sz="2000" b="0" strike="noStrike" spc="-1">
              <a:solidFill>
                <a:srgbClr val="000000"/>
              </a:solidFill>
              <a:latin typeface="Century Gothic" panose="020B0502020202020204" pitchFamily="34" charset="0"/>
            </a:endParaRPr>
          </a:p>
          <a:p>
            <a:pPr algn="ctr" defTabSz="914400">
              <a:lnSpc>
                <a:spcPct val="100000"/>
              </a:lnSpc>
            </a:pPr>
            <a:endParaRPr lang="de-AT" sz="1600" b="0" strike="noStrike" spc="-1">
              <a:solidFill>
                <a:srgbClr val="000000"/>
              </a:solidFill>
              <a:latin typeface="Century Gothic" panose="020B0502020202020204" pitchFamily="34" charset="0"/>
            </a:endParaRPr>
          </a:p>
        </p:txBody>
      </p:sp>
      <p:sp>
        <p:nvSpPr>
          <p:cNvPr id="186" name="CaixaDeTexto 10"/>
          <p:cNvSpPr/>
          <p:nvPr/>
        </p:nvSpPr>
        <p:spPr>
          <a:xfrm>
            <a:off x="4572000" y="6043320"/>
            <a:ext cx="9143640" cy="1292662"/>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2000" b="0" strike="noStrike" spc="-1" dirty="0">
                <a:solidFill>
                  <a:srgbClr val="303030"/>
                </a:solidFill>
                <a:latin typeface="Century Gothic" panose="020B0502020202020204" pitchFamily="34" charset="0"/>
              </a:rPr>
              <a:t>Future research: explore long term impact, disentangle the quality from the intervention effects and assess if the students' improvements are related to the skills.</a:t>
            </a:r>
            <a:endParaRPr lang="de-AT" sz="2000" b="0" strike="noStrike" spc="-1" dirty="0">
              <a:solidFill>
                <a:srgbClr val="000000"/>
              </a:solidFill>
              <a:latin typeface="Century Gothic" panose="020B0502020202020204" pitchFamily="34" charset="0"/>
            </a:endParaRPr>
          </a:p>
          <a:p>
            <a:pPr algn="ctr" defTabSz="914400">
              <a:lnSpc>
                <a:spcPct val="100000"/>
              </a:lnSpc>
            </a:pPr>
            <a:endParaRPr lang="de-AT" sz="1600" b="0" strike="noStrike" spc="-1" dirty="0">
              <a:solidFill>
                <a:srgbClr val="000000"/>
              </a:solidFill>
              <a:latin typeface="Century Gothic" panose="020B0502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a:extLst>
              <a:ext uri="{FF2B5EF4-FFF2-40B4-BE49-F238E27FC236}">
                <a16:creationId xmlns:a16="http://schemas.microsoft.com/office/drawing/2014/main" id="{42D6FD6D-9A10-632D-BF3C-34F4841F1A6A}"/>
              </a:ext>
            </a:extLst>
          </p:cNvPr>
          <p:cNvGrpSpPr/>
          <p:nvPr/>
        </p:nvGrpSpPr>
        <p:grpSpPr>
          <a:xfrm flipH="1">
            <a:off x="-100080" y="-79200"/>
            <a:ext cx="9295920" cy="10445040"/>
            <a:chOff x="8991720" y="-135360"/>
            <a:chExt cx="9295920" cy="10445040"/>
          </a:xfrm>
        </p:grpSpPr>
        <p:sp>
          <p:nvSpPr>
            <p:cNvPr id="3" name="Freeform 4">
              <a:extLst>
                <a:ext uri="{FF2B5EF4-FFF2-40B4-BE49-F238E27FC236}">
                  <a16:creationId xmlns:a16="http://schemas.microsoft.com/office/drawing/2014/main" id="{3027A94C-06CD-135E-B6E1-DFC4DE567F22}"/>
                </a:ext>
              </a:extLst>
            </p:cNvPr>
            <p:cNvSpPr/>
            <p:nvPr/>
          </p:nvSpPr>
          <p:spPr>
            <a:xfrm>
              <a:off x="8991720" y="0"/>
              <a:ext cx="9295920" cy="10309680"/>
            </a:xfrm>
            <a:custGeom>
              <a:avLst/>
              <a:gdLst>
                <a:gd name="textAreaLeft" fmla="*/ 0 w 9295920"/>
                <a:gd name="textAreaRight" fmla="*/ 9296280 w 9295920"/>
                <a:gd name="textAreaTop" fmla="*/ 0 h 10309680"/>
                <a:gd name="textAreaBottom" fmla="*/ 10310040 h 10309680"/>
              </a:gdLst>
              <a:ahLst/>
              <a:cxnLst/>
              <a:rect l="textAreaLeft" t="textAreaTop" r="textAreaRight" b="textAreaBottom"/>
              <a:pathLst>
                <a:path w="2570205" h="2899719">
                  <a:moveTo>
                    <a:pt x="0" y="0"/>
                  </a:moveTo>
                  <a:lnTo>
                    <a:pt x="2570205" y="0"/>
                  </a:lnTo>
                  <a:lnTo>
                    <a:pt x="2570205" y="2899719"/>
                  </a:lnTo>
                  <a:lnTo>
                    <a:pt x="0" y="2899719"/>
                  </a:lnTo>
                  <a:close/>
                </a:path>
              </a:pathLst>
            </a:custGeom>
            <a:solidFill>
              <a:srgbClr val="6D98BA"/>
            </a:solidFill>
            <a:ln w="28575" cap="sq">
              <a:solidFill>
                <a:srgbClr val="000000"/>
              </a:solidFill>
              <a:miter/>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de-AT" sz="1800" b="0" strike="noStrike" spc="-1">
                <a:solidFill>
                  <a:schemeClr val="dk1"/>
                </a:solidFill>
                <a:latin typeface="Calibri"/>
              </a:endParaRPr>
            </a:p>
          </p:txBody>
        </p:sp>
        <p:sp>
          <p:nvSpPr>
            <p:cNvPr id="4" name="TextBox 5">
              <a:extLst>
                <a:ext uri="{FF2B5EF4-FFF2-40B4-BE49-F238E27FC236}">
                  <a16:creationId xmlns:a16="http://schemas.microsoft.com/office/drawing/2014/main" id="{67A7DF8D-B50A-3E41-076D-780979C94C54}"/>
                </a:ext>
              </a:extLst>
            </p:cNvPr>
            <p:cNvSpPr/>
            <p:nvPr/>
          </p:nvSpPr>
          <p:spPr>
            <a:xfrm>
              <a:off x="8991720" y="-135360"/>
              <a:ext cx="9295920" cy="10445040"/>
            </a:xfrm>
            <a:prstGeom prst="rect">
              <a:avLst/>
            </a:prstGeom>
            <a:solidFill>
              <a:srgbClr val="6D98BA"/>
            </a:solidFill>
            <a:ln w="0">
              <a:solidFill>
                <a:srgbClr val="000000"/>
              </a:solid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pPr>
              <a:endParaRPr lang="en-US" sz="1800" b="0" strike="noStrike" spc="-1">
                <a:solidFill>
                  <a:schemeClr val="dk1"/>
                </a:solidFill>
                <a:latin typeface="Calibri"/>
              </a:endParaRPr>
            </a:p>
          </p:txBody>
        </p:sp>
      </p:grpSp>
      <p:sp>
        <p:nvSpPr>
          <p:cNvPr id="190" name="TextBox 6"/>
          <p:cNvSpPr/>
          <p:nvPr/>
        </p:nvSpPr>
        <p:spPr>
          <a:xfrm>
            <a:off x="744480" y="2197800"/>
            <a:ext cx="7616520" cy="387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5270"/>
              </a:lnSpc>
            </a:pPr>
            <a:r>
              <a:rPr lang="en-US" sz="10910" b="0" strike="noStrike" spc="-1" dirty="0">
                <a:solidFill>
                  <a:srgbClr val="000000"/>
                </a:solidFill>
                <a:latin typeface="Fredoka"/>
                <a:ea typeface="Fredoka"/>
              </a:rPr>
              <a:t>THANK</a:t>
            </a:r>
            <a:endParaRPr lang="de-AT" sz="10910" b="0" strike="noStrike" spc="-1" dirty="0">
              <a:solidFill>
                <a:srgbClr val="000000"/>
              </a:solidFill>
              <a:latin typeface="Arial"/>
            </a:endParaRPr>
          </a:p>
          <a:p>
            <a:pPr algn="ctr" defTabSz="914400">
              <a:lnSpc>
                <a:spcPts val="15270"/>
              </a:lnSpc>
            </a:pPr>
            <a:r>
              <a:rPr lang="en-US" sz="10910" b="0" strike="noStrike" spc="-1" dirty="0">
                <a:solidFill>
                  <a:srgbClr val="000000"/>
                </a:solidFill>
                <a:latin typeface="Fredoka"/>
                <a:ea typeface="Fredoka"/>
              </a:rPr>
              <a:t>YOU!</a:t>
            </a:r>
            <a:endParaRPr lang="de-AT" sz="10910" b="0" strike="noStrike" spc="-1" dirty="0">
              <a:solidFill>
                <a:srgbClr val="000000"/>
              </a:solidFill>
              <a:latin typeface="Arial"/>
            </a:endParaRPr>
          </a:p>
        </p:txBody>
      </p:sp>
      <p:sp>
        <p:nvSpPr>
          <p:cNvPr id="191" name="TextBox 7"/>
          <p:cNvSpPr/>
          <p:nvPr/>
        </p:nvSpPr>
        <p:spPr>
          <a:xfrm>
            <a:off x="899640" y="6069600"/>
            <a:ext cx="7281360" cy="103874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8104"/>
              </a:lnSpc>
            </a:pPr>
            <a:r>
              <a:rPr lang="en-US" sz="7369" b="0" strike="noStrike" spc="-1" dirty="0">
                <a:solidFill>
                  <a:srgbClr val="000000"/>
                </a:solidFill>
                <a:latin typeface="Century Gothic" panose="020B0502020202020204" pitchFamily="34" charset="0"/>
                <a:ea typeface="KG Primary Penmanship"/>
              </a:rPr>
              <a:t>Discussion time!</a:t>
            </a:r>
            <a:endParaRPr lang="de-AT" sz="7369" b="0" strike="noStrike" spc="-1" dirty="0">
              <a:solidFill>
                <a:srgbClr val="000000"/>
              </a:solidFill>
              <a:latin typeface="Century Gothic" panose="020B0502020202020204" pitchFamily="34" charset="0"/>
            </a:endParaRPr>
          </a:p>
        </p:txBody>
      </p:sp>
      <p:pic>
        <p:nvPicPr>
          <p:cNvPr id="192" name="Grafik 14"/>
          <p:cNvPicPr/>
          <p:nvPr/>
        </p:nvPicPr>
        <p:blipFill>
          <a:blip r:embed="rId3"/>
          <a:stretch/>
        </p:blipFill>
        <p:spPr>
          <a:xfrm>
            <a:off x="10210680" y="1514520"/>
            <a:ext cx="7344720" cy="7257600"/>
          </a:xfrm>
          <a:prstGeom prst="rect">
            <a:avLst/>
          </a:prstGeom>
          <a:ln w="0">
            <a:noFill/>
          </a:ln>
        </p:spPr>
      </p:pic>
      <p:sp>
        <p:nvSpPr>
          <p:cNvPr id="193" name="Textfeld 15"/>
          <p:cNvSpPr/>
          <p:nvPr/>
        </p:nvSpPr>
        <p:spPr>
          <a:xfrm>
            <a:off x="10210680" y="8783640"/>
            <a:ext cx="27428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de-AT" sz="1800" b="0" strike="noStrike" spc="-1">
                <a:solidFill>
                  <a:schemeClr val="dk1"/>
                </a:solidFill>
                <a:latin typeface="Calibri"/>
              </a:rPr>
              <a:t>Source: imgflip.com</a:t>
            </a:r>
            <a:endParaRPr lang="de-AT" sz="1800" b="0" strike="noStrike" spc="-1">
              <a:solidFill>
                <a:srgbClr val="000000"/>
              </a:solidFill>
              <a:latin typeface="Arial"/>
            </a:endParaRPr>
          </a:p>
        </p:txBody>
      </p:sp>
      <p:sp>
        <p:nvSpPr>
          <p:cNvPr id="5" name="Textfeld 5">
            <a:hlinkClick r:id="rId4"/>
            <a:extLst>
              <a:ext uri="{FF2B5EF4-FFF2-40B4-BE49-F238E27FC236}">
                <a16:creationId xmlns:a16="http://schemas.microsoft.com/office/drawing/2014/main" id="{95853635-0A3D-6454-58EF-5E931F1533EB}"/>
              </a:ext>
            </a:extLst>
          </p:cNvPr>
          <p:cNvSpPr txBox="1"/>
          <p:nvPr/>
        </p:nvSpPr>
        <p:spPr>
          <a:xfrm>
            <a:off x="-240630" y="7210109"/>
            <a:ext cx="9384630" cy="369332"/>
          </a:xfrm>
          <a:prstGeom prst="rect">
            <a:avLst/>
          </a:prstGeom>
          <a:noFill/>
        </p:spPr>
        <p:txBody>
          <a:bodyPr wrap="squar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de-AT"/>
              <a:t>Website</a:t>
            </a:r>
            <a:endParaRPr lang="de-AT"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3713</Words>
  <Application>Microsoft Office PowerPoint</Application>
  <PresentationFormat>Benutzerdefiniert</PresentationFormat>
  <Paragraphs>291</Paragraphs>
  <Slides>15</Slides>
  <Notes>12</Notes>
  <HiddenSlides>0</HiddenSlides>
  <MMClips>0</MMClips>
  <ScaleCrop>false</ScaleCrop>
  <HeadingPairs>
    <vt:vector size="6" baseType="variant">
      <vt:variant>
        <vt:lpstr>Verwendete Schriftarten</vt:lpstr>
      </vt:variant>
      <vt:variant>
        <vt:i4>11</vt:i4>
      </vt:variant>
      <vt:variant>
        <vt:lpstr>Design</vt:lpstr>
      </vt:variant>
      <vt:variant>
        <vt:i4>4</vt:i4>
      </vt:variant>
      <vt:variant>
        <vt:lpstr>Folientitel</vt:lpstr>
      </vt:variant>
      <vt:variant>
        <vt:i4>15</vt:i4>
      </vt:variant>
    </vt:vector>
  </HeadingPairs>
  <TitlesOfParts>
    <vt:vector size="30" baseType="lpstr">
      <vt:lpstr>Arial</vt:lpstr>
      <vt:lpstr>Calibri</vt:lpstr>
      <vt:lpstr>Candara</vt:lpstr>
      <vt:lpstr>Century Gothic</vt:lpstr>
      <vt:lpstr>Fredoka</vt:lpstr>
      <vt:lpstr>OpenSymbol</vt:lpstr>
      <vt:lpstr>Roboto Mono</vt:lpstr>
      <vt:lpstr>Symbol</vt:lpstr>
      <vt:lpstr>Times New Roman</vt:lpstr>
      <vt:lpstr>Wingdings</vt:lpstr>
      <vt:lpstr>Wingdings 2</vt:lpstr>
      <vt:lpstr>Office Theme</vt:lpstr>
      <vt:lpstr>Office Theme</vt:lpstr>
      <vt:lpstr>Office Theme</vt:lpstr>
      <vt:lpstr>Office Theme</vt:lpstr>
      <vt:lpstr>PowerPoint-Präsentation</vt:lpstr>
      <vt:lpstr>Why this meta-analysis?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Knes, Christina Sophie</cp:lastModifiedBy>
  <cp:revision>2</cp:revision>
  <dcterms:created xsi:type="dcterms:W3CDTF">2006-08-16T00:00:00Z</dcterms:created>
  <dcterms:modified xsi:type="dcterms:W3CDTF">2026-06-22T11:55:41Z</dcterms:modified>
  <dc:identifier>DAHMD6YqX8Q</dc:identifier>
  <dc:language>de-AT</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8</vt:i4>
  </property>
  <property fmtid="{D5CDD505-2E9C-101B-9397-08002B2CF9AE}" pid="3" name="PresentationFormat">
    <vt:lpwstr>Benutzerdefiniert</vt:lpwstr>
  </property>
  <property fmtid="{D5CDD505-2E9C-101B-9397-08002B2CF9AE}" pid="4" name="Slides">
    <vt:i4>22</vt:i4>
  </property>
</Properties>
</file>