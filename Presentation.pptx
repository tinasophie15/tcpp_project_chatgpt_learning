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67" r:id="rId2"/>
    <p:sldId id="271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Fredoka" panose="020B0604020202020204" charset="0"/>
      <p:regular r:id="rId17"/>
    </p:embeddedFont>
    <p:embeddedFont>
      <p:font typeface="IrisUPC" panose="020B0604020202020204" pitchFamily="34" charset="-34"/>
      <p:regular r:id="rId18"/>
      <p:bold r:id="rId19"/>
      <p:italic r:id="rId20"/>
      <p:boldItalic r:id="rId21"/>
    </p:embeddedFont>
    <p:embeddedFont>
      <p:font typeface="KG Primary Penmanship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949B3650-02F7-4E04-9F25-F1A55820F397}">
          <p14:sldIdLst>
            <p14:sldId id="267"/>
            <p14:sldId id="271"/>
          </p14:sldIdLst>
        </p14:section>
        <p14:section name="Pictures we can use" id="{F3923ABB-DC79-49BF-8F12-F017564C7A8E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725B31-4962-41AA-844B-8672FCF03F15}" v="26" dt="2026-06-09T09:18:23.3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na Knes" userId="7e9737a164333dbd" providerId="LiveId" clId="{72053980-4108-4AED-A5B7-3290F7F82C69}"/>
    <pc:docChg chg="undo custSel addSld delSld modSld sldOrd addSection modSection">
      <pc:chgData name="Christina Knes" userId="7e9737a164333dbd" providerId="LiveId" clId="{72053980-4108-4AED-A5B7-3290F7F82C69}" dt="2026-06-09T09:24:53.590" v="951" actId="20577"/>
      <pc:docMkLst>
        <pc:docMk/>
      </pc:docMkLst>
      <pc:sldChg chg="modSp del mod">
        <pc:chgData name="Christina Knes" userId="7e9737a164333dbd" providerId="LiveId" clId="{72053980-4108-4AED-A5B7-3290F7F82C69}" dt="2026-06-09T09:09:34.962" v="481" actId="2696"/>
        <pc:sldMkLst>
          <pc:docMk/>
          <pc:sldMk cId="0" sldId="256"/>
        </pc:sldMkLst>
        <pc:spChg chg="mod">
          <ac:chgData name="Christina Knes" userId="7e9737a164333dbd" providerId="LiveId" clId="{72053980-4108-4AED-A5B7-3290F7F82C69}" dt="2026-06-09T08:53:52.863" v="300" actId="403"/>
          <ac:spMkLst>
            <pc:docMk/>
            <pc:sldMk cId="0" sldId="256"/>
            <ac:spMk id="6" creationId="{00000000-0000-0000-0000-000000000000}"/>
          </ac:spMkLst>
        </pc:spChg>
        <pc:grpChg chg="mod">
          <ac:chgData name="Christina Knes" userId="7e9737a164333dbd" providerId="LiveId" clId="{72053980-4108-4AED-A5B7-3290F7F82C69}" dt="2026-06-09T08:53:40.470" v="296" actId="1076"/>
          <ac:grpSpMkLst>
            <pc:docMk/>
            <pc:sldMk cId="0" sldId="256"/>
            <ac:grpSpMk id="3" creationId="{00000000-0000-0000-0000-000000000000}"/>
          </ac:grpSpMkLst>
        </pc:grpChg>
      </pc:sldChg>
      <pc:sldChg chg="addSp delSp modSp mod">
        <pc:chgData name="Christina Knes" userId="7e9737a164333dbd" providerId="LiveId" clId="{72053980-4108-4AED-A5B7-3290F7F82C69}" dt="2026-06-09T07:59:16.993" v="176" actId="20577"/>
        <pc:sldMkLst>
          <pc:docMk/>
          <pc:sldMk cId="0" sldId="257"/>
        </pc:sldMkLst>
        <pc:spChg chg="add mod">
          <ac:chgData name="Christina Knes" userId="7e9737a164333dbd" providerId="LiveId" clId="{72053980-4108-4AED-A5B7-3290F7F82C69}" dt="2026-06-09T07:59:16.993" v="176" actId="20577"/>
          <ac:spMkLst>
            <pc:docMk/>
            <pc:sldMk cId="0" sldId="257"/>
            <ac:spMk id="3" creationId="{8DCB6488-6E08-1E6C-43C7-BBE1D91E7DEC}"/>
          </ac:spMkLst>
        </pc:spChg>
        <pc:grpChg chg="del">
          <ac:chgData name="Christina Knes" userId="7e9737a164333dbd" providerId="LiveId" clId="{72053980-4108-4AED-A5B7-3290F7F82C69}" dt="2026-06-09T07:47:15.041" v="3" actId="478"/>
          <ac:grpSpMkLst>
            <pc:docMk/>
            <pc:sldMk cId="0" sldId="257"/>
            <ac:grpSpMk id="3" creationId="{00000000-0000-0000-0000-000000000000}"/>
          </ac:grpSpMkLst>
        </pc:grpChg>
      </pc:sldChg>
      <pc:sldChg chg="addSp delSp modSp mod">
        <pc:chgData name="Christina Knes" userId="7e9737a164333dbd" providerId="LiveId" clId="{72053980-4108-4AED-A5B7-3290F7F82C69}" dt="2026-06-09T09:09:30.130" v="480"/>
        <pc:sldMkLst>
          <pc:docMk/>
          <pc:sldMk cId="0" sldId="258"/>
        </pc:sldMkLst>
        <pc:spChg chg="add mod">
          <ac:chgData name="Christina Knes" userId="7e9737a164333dbd" providerId="LiveId" clId="{72053980-4108-4AED-A5B7-3290F7F82C69}" dt="2026-06-09T09:09:30.130" v="480"/>
          <ac:spMkLst>
            <pc:docMk/>
            <pc:sldMk cId="0" sldId="258"/>
            <ac:spMk id="3" creationId="{73FDB8E4-7690-34A1-B34D-84F95D11197D}"/>
          </ac:spMkLst>
        </pc:spChg>
        <pc:grpChg chg="del">
          <ac:chgData name="Christina Knes" userId="7e9737a164333dbd" providerId="LiveId" clId="{72053980-4108-4AED-A5B7-3290F7F82C69}" dt="2026-06-09T07:47:18.946" v="4" actId="478"/>
          <ac:grpSpMkLst>
            <pc:docMk/>
            <pc:sldMk cId="0" sldId="258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20.845" v="5" actId="478"/>
        <pc:sldMkLst>
          <pc:docMk/>
          <pc:sldMk cId="0" sldId="259"/>
        </pc:sldMkLst>
        <pc:grpChg chg="del">
          <ac:chgData name="Christina Knes" userId="7e9737a164333dbd" providerId="LiveId" clId="{72053980-4108-4AED-A5B7-3290F7F82C69}" dt="2026-06-09T07:47:20.845" v="5" actId="478"/>
          <ac:grpSpMkLst>
            <pc:docMk/>
            <pc:sldMk cId="0" sldId="259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22.843" v="6" actId="478"/>
        <pc:sldMkLst>
          <pc:docMk/>
          <pc:sldMk cId="0" sldId="260"/>
        </pc:sldMkLst>
        <pc:grpChg chg="del">
          <ac:chgData name="Christina Knes" userId="7e9737a164333dbd" providerId="LiveId" clId="{72053980-4108-4AED-A5B7-3290F7F82C69}" dt="2026-06-09T07:47:22.843" v="6" actId="478"/>
          <ac:grpSpMkLst>
            <pc:docMk/>
            <pc:sldMk cId="0" sldId="260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25.680" v="7" actId="478"/>
        <pc:sldMkLst>
          <pc:docMk/>
          <pc:sldMk cId="0" sldId="261"/>
        </pc:sldMkLst>
        <pc:grpChg chg="del">
          <ac:chgData name="Christina Knes" userId="7e9737a164333dbd" providerId="LiveId" clId="{72053980-4108-4AED-A5B7-3290F7F82C69}" dt="2026-06-09T07:47:25.680" v="7" actId="478"/>
          <ac:grpSpMkLst>
            <pc:docMk/>
            <pc:sldMk cId="0" sldId="261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28.354" v="8" actId="478"/>
        <pc:sldMkLst>
          <pc:docMk/>
          <pc:sldMk cId="0" sldId="262"/>
        </pc:sldMkLst>
        <pc:grpChg chg="del">
          <ac:chgData name="Christina Knes" userId="7e9737a164333dbd" providerId="LiveId" clId="{72053980-4108-4AED-A5B7-3290F7F82C69}" dt="2026-06-09T07:47:28.354" v="8" actId="478"/>
          <ac:grpSpMkLst>
            <pc:docMk/>
            <pc:sldMk cId="0" sldId="262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30.618" v="9" actId="478"/>
        <pc:sldMkLst>
          <pc:docMk/>
          <pc:sldMk cId="0" sldId="263"/>
        </pc:sldMkLst>
        <pc:grpChg chg="del">
          <ac:chgData name="Christina Knes" userId="7e9737a164333dbd" providerId="LiveId" clId="{72053980-4108-4AED-A5B7-3290F7F82C69}" dt="2026-06-09T07:47:30.618" v="9" actId="478"/>
          <ac:grpSpMkLst>
            <pc:docMk/>
            <pc:sldMk cId="0" sldId="263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32.737" v="10" actId="478"/>
        <pc:sldMkLst>
          <pc:docMk/>
          <pc:sldMk cId="0" sldId="264"/>
        </pc:sldMkLst>
        <pc:grpChg chg="del">
          <ac:chgData name="Christina Knes" userId="7e9737a164333dbd" providerId="LiveId" clId="{72053980-4108-4AED-A5B7-3290F7F82C69}" dt="2026-06-09T07:47:32.737" v="10" actId="478"/>
          <ac:grpSpMkLst>
            <pc:docMk/>
            <pc:sldMk cId="0" sldId="264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34.634" v="11" actId="478"/>
        <pc:sldMkLst>
          <pc:docMk/>
          <pc:sldMk cId="0" sldId="265"/>
        </pc:sldMkLst>
        <pc:grpChg chg="del">
          <ac:chgData name="Christina Knes" userId="7e9737a164333dbd" providerId="LiveId" clId="{72053980-4108-4AED-A5B7-3290F7F82C69}" dt="2026-06-09T07:47:34.634" v="11" actId="478"/>
          <ac:grpSpMkLst>
            <pc:docMk/>
            <pc:sldMk cId="0" sldId="265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36.785" v="12" actId="478"/>
        <pc:sldMkLst>
          <pc:docMk/>
          <pc:sldMk cId="0" sldId="266"/>
        </pc:sldMkLst>
        <pc:grpChg chg="del">
          <ac:chgData name="Christina Knes" userId="7e9737a164333dbd" providerId="LiveId" clId="{72053980-4108-4AED-A5B7-3290F7F82C69}" dt="2026-06-09T07:47:36.785" v="12" actId="478"/>
          <ac:grpSpMkLst>
            <pc:docMk/>
            <pc:sldMk cId="0" sldId="266"/>
            <ac:grpSpMk id="3" creationId="{00000000-0000-0000-0000-000000000000}"/>
          </ac:grpSpMkLst>
        </pc:grpChg>
      </pc:sldChg>
      <pc:sldChg chg="addSp delSp modSp mod ord">
        <pc:chgData name="Christina Knes" userId="7e9737a164333dbd" providerId="LiveId" clId="{72053980-4108-4AED-A5B7-3290F7F82C69}" dt="2026-06-09T09:08:40.622" v="479" actId="1076"/>
        <pc:sldMkLst>
          <pc:docMk/>
          <pc:sldMk cId="0" sldId="267"/>
        </pc:sldMkLst>
        <pc:spChg chg="add mod">
          <ac:chgData name="Christina Knes" userId="7e9737a164333dbd" providerId="LiveId" clId="{72053980-4108-4AED-A5B7-3290F7F82C69}" dt="2026-06-09T09:08:29.752" v="478" actId="1076"/>
          <ac:spMkLst>
            <pc:docMk/>
            <pc:sldMk cId="0" sldId="267"/>
            <ac:spMk id="3" creationId="{544E612F-67B2-D86D-EC5E-180C32037383}"/>
          </ac:spMkLst>
        </pc:spChg>
        <pc:spChg chg="add mod">
          <ac:chgData name="Christina Knes" userId="7e9737a164333dbd" providerId="LiveId" clId="{72053980-4108-4AED-A5B7-3290F7F82C69}" dt="2026-06-09T09:08:22.922" v="477" actId="1076"/>
          <ac:spMkLst>
            <pc:docMk/>
            <pc:sldMk cId="0" sldId="267"/>
            <ac:spMk id="4" creationId="{EE14A9CE-6968-670A-5915-39B744948801}"/>
          </ac:spMkLst>
        </pc:spChg>
        <pc:spChg chg="add del mod">
          <ac:chgData name="Christina Knes" userId="7e9737a164333dbd" providerId="LiveId" clId="{72053980-4108-4AED-A5B7-3290F7F82C69}" dt="2026-06-09T08:57:22.540" v="357"/>
          <ac:spMkLst>
            <pc:docMk/>
            <pc:sldMk cId="0" sldId="267"/>
            <ac:spMk id="5" creationId="{472299A9-288B-3DB1-61B6-C61016E0965C}"/>
          </ac:spMkLst>
        </pc:spChg>
        <pc:spChg chg="add mod">
          <ac:chgData name="Christina Knes" userId="7e9737a164333dbd" providerId="LiveId" clId="{72053980-4108-4AED-A5B7-3290F7F82C69}" dt="2026-06-09T09:08:40.622" v="479" actId="1076"/>
          <ac:spMkLst>
            <pc:docMk/>
            <pc:sldMk cId="0" sldId="267"/>
            <ac:spMk id="6" creationId="{8336465B-C739-E720-C6C3-9572C15F98F5}"/>
          </ac:spMkLst>
        </pc:spChg>
        <pc:grpChg chg="del">
          <ac:chgData name="Christina Knes" userId="7e9737a164333dbd" providerId="LiveId" clId="{72053980-4108-4AED-A5B7-3290F7F82C69}" dt="2026-06-09T07:47:40.160" v="13" actId="478"/>
          <ac:grpSpMkLst>
            <pc:docMk/>
            <pc:sldMk cId="0" sldId="267"/>
            <ac:grpSpMk id="3" creationId="{00000000-0000-0000-0000-000000000000}"/>
          </ac:grpSpMkLst>
        </pc:grpChg>
        <pc:picChg chg="add mod">
          <ac:chgData name="Christina Knes" userId="7e9737a164333dbd" providerId="LiveId" clId="{72053980-4108-4AED-A5B7-3290F7F82C69}" dt="2026-06-09T09:08:12.663" v="476" actId="1076"/>
          <ac:picMkLst>
            <pc:docMk/>
            <pc:sldMk cId="0" sldId="267"/>
            <ac:picMk id="2050" creationId="{FE1E4CFA-B9D9-4015-CE71-F5D42DE47BC0}"/>
          </ac:picMkLst>
        </pc:picChg>
      </pc:sldChg>
      <pc:sldChg chg="delSp mod">
        <pc:chgData name="Christina Knes" userId="7e9737a164333dbd" providerId="LiveId" clId="{72053980-4108-4AED-A5B7-3290F7F82C69}" dt="2026-06-09T07:47:42.004" v="14" actId="478"/>
        <pc:sldMkLst>
          <pc:docMk/>
          <pc:sldMk cId="0" sldId="268"/>
        </pc:sldMkLst>
        <pc:grpChg chg="del">
          <ac:chgData name="Christina Knes" userId="7e9737a164333dbd" providerId="LiveId" clId="{72053980-4108-4AED-A5B7-3290F7F82C69}" dt="2026-06-09T07:47:42.004" v="14" actId="478"/>
          <ac:grpSpMkLst>
            <pc:docMk/>
            <pc:sldMk cId="0" sldId="268"/>
            <ac:grpSpMk id="3" creationId="{00000000-0000-0000-0000-000000000000}"/>
          </ac:grpSpMkLst>
        </pc:grpChg>
      </pc:sldChg>
      <pc:sldChg chg="addSp delSp modSp mod">
        <pc:chgData name="Christina Knes" userId="7e9737a164333dbd" providerId="LiveId" clId="{72053980-4108-4AED-A5B7-3290F7F82C69}" dt="2026-06-09T09:02:48.280" v="429"/>
        <pc:sldMkLst>
          <pc:docMk/>
          <pc:sldMk cId="0" sldId="269"/>
        </pc:sldMkLst>
        <pc:spChg chg="add mod">
          <ac:chgData name="Christina Knes" userId="7e9737a164333dbd" providerId="LiveId" clId="{72053980-4108-4AED-A5B7-3290F7F82C69}" dt="2026-06-09T09:02:48.280" v="429"/>
          <ac:spMkLst>
            <pc:docMk/>
            <pc:sldMk cId="0" sldId="269"/>
            <ac:spMk id="3" creationId="{00000000-0000-0000-0000-000000000000}"/>
          </ac:spMkLst>
        </pc:spChg>
        <pc:grpChg chg="del">
          <ac:chgData name="Christina Knes" userId="7e9737a164333dbd" providerId="LiveId" clId="{72053980-4108-4AED-A5B7-3290F7F82C69}" dt="2026-06-09T07:47:43.832" v="15" actId="478"/>
          <ac:grpSpMkLst>
            <pc:docMk/>
            <pc:sldMk cId="0" sldId="269"/>
            <ac:grpSpMk id="3" creationId="{00000000-0000-0000-0000-000000000000}"/>
          </ac:grpSpMkLst>
        </pc:grpChg>
      </pc:sldChg>
      <pc:sldChg chg="addSp delSp modSp mod">
        <pc:chgData name="Christina Knes" userId="7e9737a164333dbd" providerId="LiveId" clId="{72053980-4108-4AED-A5B7-3290F7F82C69}" dt="2026-06-09T09:07:01.658" v="471" actId="1076"/>
        <pc:sldMkLst>
          <pc:docMk/>
          <pc:sldMk cId="0" sldId="270"/>
        </pc:sldMkLst>
        <pc:spChg chg="del">
          <ac:chgData name="Christina Knes" userId="7e9737a164333dbd" providerId="LiveId" clId="{72053980-4108-4AED-A5B7-3290F7F82C69}" dt="2026-06-09T09:02:46.018" v="428" actId="21"/>
          <ac:spMkLst>
            <pc:docMk/>
            <pc:sldMk cId="0" sldId="270"/>
            <ac:spMk id="2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9:06:24.037" v="469" actId="14100"/>
          <ac:spMkLst>
            <pc:docMk/>
            <pc:sldMk cId="0" sldId="270"/>
            <ac:spMk id="6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9:04:14.496" v="440" actId="1076"/>
          <ac:spMkLst>
            <pc:docMk/>
            <pc:sldMk cId="0" sldId="270"/>
            <ac:spMk id="7" creationId="{00000000-0000-0000-0000-000000000000}"/>
          </ac:spMkLst>
        </pc:spChg>
        <pc:spChg chg="add">
          <ac:chgData name="Christina Knes" userId="7e9737a164333dbd" providerId="LiveId" clId="{72053980-4108-4AED-A5B7-3290F7F82C69}" dt="2026-06-09T09:02:40.787" v="426"/>
          <ac:spMkLst>
            <pc:docMk/>
            <pc:sldMk cId="0" sldId="270"/>
            <ac:spMk id="8" creationId="{239DAADD-B78C-E4A7-66BF-100774F51144}"/>
          </ac:spMkLst>
        </pc:spChg>
        <pc:spChg chg="mod">
          <ac:chgData name="Christina Knes" userId="7e9737a164333dbd" providerId="LiveId" clId="{72053980-4108-4AED-A5B7-3290F7F82C69}" dt="2026-06-09T09:03:59.305" v="438" actId="571"/>
          <ac:spMkLst>
            <pc:docMk/>
            <pc:sldMk cId="0" sldId="270"/>
            <ac:spMk id="12" creationId="{3AAB4316-487B-DAD0-25ED-E2C558729104}"/>
          </ac:spMkLst>
        </pc:spChg>
        <pc:spChg chg="mod">
          <ac:chgData name="Christina Knes" userId="7e9737a164333dbd" providerId="LiveId" clId="{72053980-4108-4AED-A5B7-3290F7F82C69}" dt="2026-06-09T09:03:59.305" v="438" actId="571"/>
          <ac:spMkLst>
            <pc:docMk/>
            <pc:sldMk cId="0" sldId="270"/>
            <ac:spMk id="13" creationId="{7D20C6FD-69D4-768C-7D85-62251C85EDC3}"/>
          </ac:spMkLst>
        </pc:spChg>
        <pc:spChg chg="add mod">
          <ac:chgData name="Christina Knes" userId="7e9737a164333dbd" providerId="LiveId" clId="{72053980-4108-4AED-A5B7-3290F7F82C69}" dt="2026-06-09T09:05:53.350" v="468" actId="1076"/>
          <ac:spMkLst>
            <pc:docMk/>
            <pc:sldMk cId="0" sldId="270"/>
            <ac:spMk id="16" creationId="{0396B072-1AA0-6997-A261-3D2BBCA71521}"/>
          </ac:spMkLst>
        </pc:spChg>
        <pc:grpChg chg="mod">
          <ac:chgData name="Christina Knes" userId="7e9737a164333dbd" providerId="LiveId" clId="{72053980-4108-4AED-A5B7-3290F7F82C69}" dt="2026-06-09T09:07:01.658" v="471" actId="1076"/>
          <ac:grpSpMkLst>
            <pc:docMk/>
            <pc:sldMk cId="0" sldId="270"/>
            <ac:grpSpMk id="3" creationId="{00000000-0000-0000-0000-000000000000}"/>
          </ac:grpSpMkLst>
        </pc:grpChg>
        <pc:grpChg chg="add mod">
          <ac:chgData name="Christina Knes" userId="7e9737a164333dbd" providerId="LiveId" clId="{72053980-4108-4AED-A5B7-3290F7F82C69}" dt="2026-06-09T09:03:59.305" v="438" actId="571"/>
          <ac:grpSpMkLst>
            <pc:docMk/>
            <pc:sldMk cId="0" sldId="270"/>
            <ac:grpSpMk id="11" creationId="{0E148A4E-0E69-5D2B-490C-52A2E7CA743F}"/>
          </ac:grpSpMkLst>
        </pc:grpChg>
        <pc:picChg chg="add del mod">
          <ac:chgData name="Christina Knes" userId="7e9737a164333dbd" providerId="LiveId" clId="{72053980-4108-4AED-A5B7-3290F7F82C69}" dt="2026-06-09T09:04:43.725" v="441" actId="478"/>
          <ac:picMkLst>
            <pc:docMk/>
            <pc:sldMk cId="0" sldId="270"/>
            <ac:picMk id="10" creationId="{EA80687B-5EFE-88F7-7152-E29E0B34DEE0}"/>
          </ac:picMkLst>
        </pc:picChg>
        <pc:picChg chg="add mod">
          <ac:chgData name="Christina Knes" userId="7e9737a164333dbd" providerId="LiveId" clId="{72053980-4108-4AED-A5B7-3290F7F82C69}" dt="2026-06-09T09:05:00.213" v="444" actId="1076"/>
          <ac:picMkLst>
            <pc:docMk/>
            <pc:sldMk cId="0" sldId="270"/>
            <ac:picMk id="15" creationId="{70694901-97D3-73F7-3D3B-E6DBFD91B8A2}"/>
          </ac:picMkLst>
        </pc:picChg>
      </pc:sldChg>
      <pc:sldChg chg="addSp delSp modSp add mod">
        <pc:chgData name="Christina Knes" userId="7e9737a164333dbd" providerId="LiveId" clId="{72053980-4108-4AED-A5B7-3290F7F82C69}" dt="2026-06-09T09:24:53.590" v="951" actId="20577"/>
        <pc:sldMkLst>
          <pc:docMk/>
          <pc:sldMk cId="3676627759" sldId="271"/>
        </pc:sldMkLst>
        <pc:spChg chg="del">
          <ac:chgData name="Christina Knes" userId="7e9737a164333dbd" providerId="LiveId" clId="{72053980-4108-4AED-A5B7-3290F7F82C69}" dt="2026-06-09T09:10:33.089" v="492" actId="478"/>
          <ac:spMkLst>
            <pc:docMk/>
            <pc:sldMk cId="3676627759" sldId="271"/>
            <ac:spMk id="2" creationId="{52BEA6B9-AC22-83DC-8B01-5387186B23B3}"/>
          </ac:spMkLst>
        </pc:spChg>
        <pc:spChg chg="del">
          <ac:chgData name="Christina Knes" userId="7e9737a164333dbd" providerId="LiveId" clId="{72053980-4108-4AED-A5B7-3290F7F82C69}" dt="2026-06-09T09:10:23.036" v="487" actId="478"/>
          <ac:spMkLst>
            <pc:docMk/>
            <pc:sldMk cId="3676627759" sldId="271"/>
            <ac:spMk id="3" creationId="{B063A668-7DEA-3239-7F64-FA258BAC0B23}"/>
          </ac:spMkLst>
        </pc:spChg>
        <pc:spChg chg="add mod">
          <ac:chgData name="Christina Knes" userId="7e9737a164333dbd" providerId="LiveId" clId="{72053980-4108-4AED-A5B7-3290F7F82C69}" dt="2026-06-09T09:24:43.749" v="943" actId="1076"/>
          <ac:spMkLst>
            <pc:docMk/>
            <pc:sldMk cId="3676627759" sldId="271"/>
            <ac:spMk id="6" creationId="{C514BB90-57BA-AFE6-AC1F-FEC4247F25E6}"/>
          </ac:spMkLst>
        </pc:spChg>
        <pc:spChg chg="add mod">
          <ac:chgData name="Christina Knes" userId="7e9737a164333dbd" providerId="LiveId" clId="{72053980-4108-4AED-A5B7-3290F7F82C69}" dt="2026-06-09T09:24:53.590" v="951" actId="20577"/>
          <ac:spMkLst>
            <pc:docMk/>
            <pc:sldMk cId="3676627759" sldId="271"/>
            <ac:spMk id="7" creationId="{40FE6B35-91C6-D113-ACDE-04E07AA4783A}"/>
          </ac:spMkLst>
        </pc:spChg>
        <pc:spChg chg="add mod">
          <ac:chgData name="Christina Knes" userId="7e9737a164333dbd" providerId="LiveId" clId="{72053980-4108-4AED-A5B7-3290F7F82C69}" dt="2026-06-09T09:23:27.676" v="937" actId="20577"/>
          <ac:spMkLst>
            <pc:docMk/>
            <pc:sldMk cId="3676627759" sldId="271"/>
            <ac:spMk id="8" creationId="{83C2C069-AA71-5C06-E494-E4B061CC408E}"/>
          </ac:spMkLst>
        </pc:spChg>
        <pc:picChg chg="add mod">
          <ac:chgData name="Christina Knes" userId="7e9737a164333dbd" providerId="LiveId" clId="{72053980-4108-4AED-A5B7-3290F7F82C69}" dt="2026-06-09T09:16:05.217" v="545" actId="2085"/>
          <ac:picMkLst>
            <pc:docMk/>
            <pc:sldMk cId="3676627759" sldId="271"/>
            <ac:picMk id="5" creationId="{77A5E288-C61E-B3FC-2136-360FDFA4C6A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32461" y="3969270"/>
            <a:ext cx="7729481" cy="5893729"/>
          </a:xfrm>
          <a:custGeom>
            <a:avLst/>
            <a:gdLst/>
            <a:ahLst/>
            <a:cxnLst/>
            <a:rect l="l" t="t" r="r" b="b"/>
            <a:pathLst>
              <a:path w="7729481" h="5893729">
                <a:moveTo>
                  <a:pt x="0" y="0"/>
                </a:moveTo>
                <a:lnTo>
                  <a:pt x="7729481" y="0"/>
                </a:lnTo>
                <a:lnTo>
                  <a:pt x="7729481" y="5893729"/>
                </a:lnTo>
                <a:lnTo>
                  <a:pt x="0" y="58937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TextBox 6">
            <a:extLst>
              <a:ext uri="{FF2B5EF4-FFF2-40B4-BE49-F238E27FC236}">
                <a16:creationId xmlns:a16="http://schemas.microsoft.com/office/drawing/2014/main" id="{544E612F-67B2-D86D-EC5E-180C32037383}"/>
              </a:ext>
            </a:extLst>
          </p:cNvPr>
          <p:cNvSpPr txBox="1"/>
          <p:nvPr/>
        </p:nvSpPr>
        <p:spPr>
          <a:xfrm>
            <a:off x="1325877" y="760699"/>
            <a:ext cx="15636240" cy="27699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6000" dirty="0">
                <a:latin typeface="Fredoka"/>
                <a:ea typeface="Fredoka"/>
                <a:cs typeface="Fredoka"/>
                <a:sym typeface="Fredoka"/>
              </a:rPr>
              <a:t>Does ChatGPT enhance student learning? </a:t>
            </a:r>
            <a:br>
              <a:rPr lang="en-US" sz="6000" dirty="0">
                <a:latin typeface="Fredoka"/>
                <a:ea typeface="Fredoka"/>
                <a:cs typeface="Fredoka"/>
                <a:sym typeface="Fredoka"/>
              </a:rPr>
            </a:br>
            <a:r>
              <a:rPr lang="en-US" sz="6000" dirty="0">
                <a:latin typeface="Fredoka"/>
                <a:ea typeface="Fredoka"/>
                <a:cs typeface="Fredoka"/>
                <a:sym typeface="Fredoka"/>
              </a:rPr>
              <a:t>A systematic review and meta-analysis of experimental studies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E14A9CE-6968-670A-5915-39B744948801}"/>
              </a:ext>
            </a:extLst>
          </p:cNvPr>
          <p:cNvSpPr txBox="1"/>
          <p:nvPr/>
        </p:nvSpPr>
        <p:spPr>
          <a:xfrm>
            <a:off x="5279257" y="3676882"/>
            <a:ext cx="77294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3200" dirty="0">
                <a:latin typeface="Fredoka"/>
              </a:rPr>
              <a:t>Deng et al. (2024)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336465B-C739-E720-C6C3-9572C15F98F5}"/>
              </a:ext>
            </a:extLst>
          </p:cNvPr>
          <p:cNvSpPr txBox="1"/>
          <p:nvPr/>
        </p:nvSpPr>
        <p:spPr>
          <a:xfrm>
            <a:off x="11887200" y="8309316"/>
            <a:ext cx="6172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3200" dirty="0">
                <a:cs typeface="IrisUPC" panose="020B0502040204020203" pitchFamily="34" charset="-34"/>
              </a:rPr>
              <a:t>Maria Clara Escanuela dos Santos</a:t>
            </a:r>
          </a:p>
          <a:p>
            <a:r>
              <a:rPr lang="de-AT" sz="3200" dirty="0">
                <a:cs typeface="IrisUPC" panose="020B0502040204020203" pitchFamily="34" charset="-34"/>
              </a:rPr>
              <a:t>Marina Tatjana Hofer</a:t>
            </a:r>
          </a:p>
          <a:p>
            <a:r>
              <a:rPr lang="de-AT" sz="3200" dirty="0">
                <a:cs typeface="IrisUPC" panose="020B0502040204020203" pitchFamily="34" charset="-34"/>
              </a:rPr>
              <a:t>Christina Sophie Knes</a:t>
            </a:r>
          </a:p>
        </p:txBody>
      </p:sp>
      <p:pic>
        <p:nvPicPr>
          <p:cNvPr id="2050" name="Picture 2" descr="Chatgpt logo Icon">
            <a:extLst>
              <a:ext uri="{FF2B5EF4-FFF2-40B4-BE49-F238E27FC236}">
                <a16:creationId xmlns:a16="http://schemas.microsoft.com/office/drawing/2014/main" id="{FE1E4CFA-B9D9-4015-CE71-F5D42DE47B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6591300"/>
            <a:ext cx="838200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B39EE-9387-7C49-BA99-4F6352710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7A5E288-C61E-B3FC-2136-360FDFA4C6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8700" y="0"/>
            <a:ext cx="10009300" cy="10287000"/>
          </a:xfrm>
          <a:prstGeom prst="rect">
            <a:avLst/>
          </a:prstGeom>
          <a:ln>
            <a:noFill/>
          </a:ln>
        </p:spPr>
      </p:pic>
      <p:sp>
        <p:nvSpPr>
          <p:cNvPr id="6" name="Freeform 2">
            <a:extLst>
              <a:ext uri="{FF2B5EF4-FFF2-40B4-BE49-F238E27FC236}">
                <a16:creationId xmlns:a16="http://schemas.microsoft.com/office/drawing/2014/main" id="{C514BB90-57BA-AFE6-AC1F-FEC4247F25E6}"/>
              </a:ext>
            </a:extLst>
          </p:cNvPr>
          <p:cNvSpPr/>
          <p:nvPr/>
        </p:nvSpPr>
        <p:spPr>
          <a:xfrm>
            <a:off x="2438400" y="4366461"/>
            <a:ext cx="3276600" cy="5517416"/>
          </a:xfrm>
          <a:custGeom>
            <a:avLst/>
            <a:gdLst/>
            <a:ahLst/>
            <a:cxnLst/>
            <a:rect l="l" t="t" r="r" b="b"/>
            <a:pathLst>
              <a:path w="4948047" h="8229600">
                <a:moveTo>
                  <a:pt x="0" y="0"/>
                </a:moveTo>
                <a:lnTo>
                  <a:pt x="4948047" y="0"/>
                </a:lnTo>
                <a:lnTo>
                  <a:pt x="4948047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0FE6B35-91C6-D113-ACDE-04E07AA4783A}"/>
              </a:ext>
            </a:extLst>
          </p:cNvPr>
          <p:cNvSpPr txBox="1"/>
          <p:nvPr/>
        </p:nvSpPr>
        <p:spPr>
          <a:xfrm>
            <a:off x="990600" y="419100"/>
            <a:ext cx="67892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6000">
                <a:latin typeface="Fredoka" panose="020B0604020202020204" charset="0"/>
              </a:rPr>
              <a:t>Quality Analysis</a:t>
            </a:r>
            <a:endParaRPr lang="de-AT" sz="6000" dirty="0">
              <a:latin typeface="Fredoka" panose="020B060402020202020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3C2C069-AA71-5C06-E494-E4B061CC408E}"/>
              </a:ext>
            </a:extLst>
          </p:cNvPr>
          <p:cNvSpPr txBox="1"/>
          <p:nvPr/>
        </p:nvSpPr>
        <p:spPr>
          <a:xfrm>
            <a:off x="966019" y="1866900"/>
            <a:ext cx="678926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2000" dirty="0">
                <a:latin typeface="Fredoka" panose="020B0604020202020204" charset="0"/>
              </a:rPr>
              <a:t>Standard Quality Assessment </a:t>
            </a:r>
            <a:r>
              <a:rPr lang="de-AT" sz="2000" dirty="0" err="1">
                <a:latin typeface="Fredoka" panose="020B0604020202020204" charset="0"/>
              </a:rPr>
              <a:t>Criteria</a:t>
            </a:r>
            <a:r>
              <a:rPr lang="de-AT" sz="2000" dirty="0">
                <a:latin typeface="Fredoka" panose="020B0604020202020204" charset="0"/>
              </a:rPr>
              <a:t> (SQAC)</a:t>
            </a:r>
            <a:br>
              <a:rPr lang="de-AT" sz="2000" dirty="0">
                <a:latin typeface="Fredoka" panose="020B0604020202020204" charset="0"/>
              </a:rPr>
            </a:br>
            <a:endParaRPr lang="de-AT" sz="2000" dirty="0">
              <a:latin typeface="Fredoka" panose="020B0604020202020204" charset="0"/>
            </a:endParaRPr>
          </a:p>
          <a:p>
            <a:pPr marL="457200" indent="-457200">
              <a:buAutoNum type="arabicPeriod"/>
            </a:pPr>
            <a:r>
              <a:rPr lang="de-AT" sz="2000" dirty="0">
                <a:latin typeface="Fredoka" panose="020B0604020202020204" charset="0"/>
              </a:rPr>
              <a:t>Search </a:t>
            </a:r>
            <a:r>
              <a:rPr lang="de-AT" sz="2000" dirty="0" err="1">
                <a:latin typeface="Fredoka" panose="020B0604020202020204" charset="0"/>
              </a:rPr>
              <a:t>keywords</a:t>
            </a:r>
            <a:r>
              <a:rPr lang="de-AT" sz="2000" dirty="0">
                <a:latin typeface="Fredoka" panose="020B0604020202020204" charset="0"/>
              </a:rPr>
              <a:t> (e.g. ChatGPT,…)</a:t>
            </a:r>
          </a:p>
          <a:p>
            <a:pPr marL="457200" indent="-457200">
              <a:buAutoNum type="arabicPeriod"/>
            </a:pPr>
            <a:r>
              <a:rPr lang="de-AT" sz="2000" dirty="0" err="1">
                <a:latin typeface="Fredoka" panose="020B0604020202020204" charset="0"/>
              </a:rPr>
              <a:t>Inclusion</a:t>
            </a:r>
            <a:r>
              <a:rPr lang="de-AT" sz="2000" dirty="0">
                <a:latin typeface="Fredoka" panose="020B0604020202020204" charset="0"/>
              </a:rPr>
              <a:t> </a:t>
            </a:r>
            <a:r>
              <a:rPr lang="de-AT" sz="2000" dirty="0" err="1">
                <a:latin typeface="Fredoka" panose="020B0604020202020204" charset="0"/>
              </a:rPr>
              <a:t>criteria</a:t>
            </a:r>
            <a:r>
              <a:rPr lang="de-AT" sz="2000" dirty="0">
                <a:latin typeface="Fredoka" panose="020B0604020202020204" charset="0"/>
              </a:rPr>
              <a:t> (e.g. </a:t>
            </a:r>
            <a:r>
              <a:rPr lang="de-AT" sz="2000" dirty="0" err="1">
                <a:latin typeface="Fredoka" panose="020B0604020202020204" charset="0"/>
              </a:rPr>
              <a:t>used</a:t>
            </a:r>
            <a:r>
              <a:rPr lang="de-AT" sz="2000" dirty="0">
                <a:latin typeface="Fredoka" panose="020B0604020202020204" charset="0"/>
              </a:rPr>
              <a:t> ChatGPT, </a:t>
            </a:r>
            <a:r>
              <a:rPr lang="de-AT" sz="2000" dirty="0" err="1">
                <a:latin typeface="Fredoka" panose="020B0604020202020204" charset="0"/>
              </a:rPr>
              <a:t>used</a:t>
            </a:r>
            <a:r>
              <a:rPr lang="de-AT" sz="2000" dirty="0">
                <a:latin typeface="Fredoka" panose="020B0604020202020204" charset="0"/>
              </a:rPr>
              <a:t> experimental and quasi-experimental </a:t>
            </a:r>
            <a:r>
              <a:rPr lang="de-AT" sz="2000" dirty="0" err="1">
                <a:latin typeface="Fredoka" panose="020B0604020202020204" charset="0"/>
              </a:rPr>
              <a:t>designs</a:t>
            </a:r>
            <a:r>
              <a:rPr lang="de-AT" sz="2000" dirty="0">
                <a:latin typeface="Fredoka" panose="020B0604020202020204" charset="0"/>
              </a:rPr>
              <a:t>,…)</a:t>
            </a:r>
          </a:p>
          <a:p>
            <a:pPr marL="457200" indent="-457200">
              <a:buAutoNum type="arabicPeriod"/>
            </a:pPr>
            <a:r>
              <a:rPr lang="de-AT" sz="2000" dirty="0" err="1">
                <a:latin typeface="Fredoka" panose="020B0604020202020204" charset="0"/>
              </a:rPr>
              <a:t>Exclusion</a:t>
            </a:r>
            <a:r>
              <a:rPr lang="de-AT" sz="2000" dirty="0">
                <a:latin typeface="Fredoka" panose="020B0604020202020204" charset="0"/>
              </a:rPr>
              <a:t> </a:t>
            </a:r>
            <a:r>
              <a:rPr lang="de-AT" sz="2000" dirty="0" err="1">
                <a:latin typeface="Fredoka" panose="020B0604020202020204" charset="0"/>
              </a:rPr>
              <a:t>criteria</a:t>
            </a:r>
            <a:r>
              <a:rPr lang="de-AT" sz="2000" dirty="0">
                <a:latin typeface="Fredoka" panose="020B0604020202020204" charset="0"/>
              </a:rPr>
              <a:t> (e.g. </a:t>
            </a:r>
            <a:r>
              <a:rPr lang="de-AT" sz="2000" dirty="0" err="1">
                <a:latin typeface="Fredoka" panose="020B0604020202020204" charset="0"/>
              </a:rPr>
              <a:t>no</a:t>
            </a:r>
            <a:r>
              <a:rPr lang="de-AT" sz="2000" dirty="0">
                <a:latin typeface="Fredoka" panose="020B0604020202020204" charset="0"/>
              </a:rPr>
              <a:t> </a:t>
            </a:r>
            <a:r>
              <a:rPr lang="de-AT" sz="2000" dirty="0" err="1">
                <a:latin typeface="Fredoka" panose="020B0604020202020204" charset="0"/>
              </a:rPr>
              <a:t>focus</a:t>
            </a:r>
            <a:r>
              <a:rPr lang="de-AT" sz="2000" dirty="0">
                <a:latin typeface="Fredoka" panose="020B0604020202020204" charset="0"/>
              </a:rPr>
              <a:t> on </a:t>
            </a:r>
            <a:r>
              <a:rPr lang="de-AT" sz="2000" dirty="0" err="1">
                <a:latin typeface="Fredoka" panose="020B0604020202020204" charset="0"/>
              </a:rPr>
              <a:t>rich</a:t>
            </a:r>
            <a:r>
              <a:rPr lang="de-AT" sz="2000" dirty="0">
                <a:latin typeface="Fredoka" panose="020B0604020202020204" charset="0"/>
              </a:rPr>
              <a:t> qualitative </a:t>
            </a:r>
            <a:r>
              <a:rPr lang="de-AT" sz="2000" dirty="0" err="1">
                <a:latin typeface="Fredoka" panose="020B0604020202020204" charset="0"/>
              </a:rPr>
              <a:t>data</a:t>
            </a:r>
            <a:r>
              <a:rPr lang="de-AT" sz="2000" dirty="0">
                <a:latin typeface="Fredoka" panose="020B0604020202020204" charset="0"/>
              </a:rPr>
              <a:t>, </a:t>
            </a:r>
            <a:r>
              <a:rPr lang="de-AT" sz="2000" dirty="0" err="1">
                <a:latin typeface="Fredoka" panose="020B0604020202020204" charset="0"/>
              </a:rPr>
              <a:t>focus</a:t>
            </a:r>
            <a:r>
              <a:rPr lang="de-AT" sz="2000" dirty="0">
                <a:latin typeface="Fredoka" panose="020B0604020202020204" charset="0"/>
              </a:rPr>
              <a:t> on </a:t>
            </a:r>
            <a:r>
              <a:rPr lang="de-AT" sz="2000" dirty="0" err="1">
                <a:latin typeface="Fredoka" panose="020B0604020202020204" charset="0"/>
              </a:rPr>
              <a:t>broader</a:t>
            </a:r>
            <a:r>
              <a:rPr lang="de-AT" sz="2000" dirty="0">
                <a:latin typeface="Fredoka" panose="020B0604020202020204" charset="0"/>
              </a:rPr>
              <a:t> </a:t>
            </a:r>
            <a:r>
              <a:rPr lang="de-AT" sz="2000" dirty="0" err="1">
                <a:latin typeface="Fredoka" panose="020B0604020202020204" charset="0"/>
              </a:rPr>
              <a:t>impact</a:t>
            </a:r>
            <a:r>
              <a:rPr lang="de-AT" sz="2000" dirty="0">
                <a:latin typeface="Fredoka" panose="020B0604020202020204" charset="0"/>
              </a:rPr>
              <a:t> </a:t>
            </a:r>
            <a:r>
              <a:rPr lang="de-AT" sz="2000" dirty="0" err="1">
                <a:latin typeface="Fredoka" panose="020B0604020202020204" charset="0"/>
              </a:rPr>
              <a:t>of</a:t>
            </a:r>
            <a:r>
              <a:rPr lang="de-AT" sz="2000" dirty="0">
                <a:latin typeface="Fredoka" panose="020B0604020202020204" charset="0"/>
              </a:rPr>
              <a:t> non-gen AI,…)</a:t>
            </a:r>
          </a:p>
        </p:txBody>
      </p:sp>
    </p:spTree>
    <p:extLst>
      <p:ext uri="{BB962C8B-B14F-4D97-AF65-F5344CB8AC3E}">
        <p14:creationId xmlns:p14="http://schemas.microsoft.com/office/powerpoint/2010/main" val="3676627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45243" y="1476394"/>
            <a:ext cx="7886250" cy="7334212"/>
          </a:xfrm>
          <a:custGeom>
            <a:avLst/>
            <a:gdLst/>
            <a:ahLst/>
            <a:cxnLst/>
            <a:rect l="l" t="t" r="r" b="b"/>
            <a:pathLst>
              <a:path w="7886250" h="7334212">
                <a:moveTo>
                  <a:pt x="0" y="0"/>
                </a:moveTo>
                <a:lnTo>
                  <a:pt x="7886249" y="0"/>
                </a:lnTo>
                <a:lnTo>
                  <a:pt x="7886249" y="7334212"/>
                </a:lnTo>
                <a:lnTo>
                  <a:pt x="0" y="73342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DCB6488-6E08-1E6C-43C7-BBE1D91E7DEC}"/>
              </a:ext>
            </a:extLst>
          </p:cNvPr>
          <p:cNvSpPr txBox="1"/>
          <p:nvPr/>
        </p:nvSpPr>
        <p:spPr>
          <a:xfrm>
            <a:off x="10591800" y="723900"/>
            <a:ext cx="70509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Review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Study: Marina</a:t>
            </a:r>
          </a:p>
          <a:p>
            <a:r>
              <a:rPr lang="de-AT" dirty="0"/>
              <a:t>Main </a:t>
            </a:r>
            <a:r>
              <a:rPr lang="de-AT" dirty="0" err="1"/>
              <a:t>Results</a:t>
            </a:r>
            <a:r>
              <a:rPr lang="de-AT" dirty="0"/>
              <a:t>: Marina</a:t>
            </a:r>
          </a:p>
          <a:p>
            <a:r>
              <a:rPr lang="de-AT" dirty="0"/>
              <a:t>Quality and Prisma </a:t>
            </a:r>
            <a:r>
              <a:rPr lang="de-AT" dirty="0" err="1"/>
              <a:t>What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concluded</a:t>
            </a:r>
            <a:r>
              <a:rPr lang="de-AT" dirty="0"/>
              <a:t>: Christina</a:t>
            </a:r>
          </a:p>
          <a:p>
            <a:r>
              <a:rPr lang="de-AT" dirty="0" err="1"/>
              <a:t>Conclusion</a:t>
            </a:r>
            <a:r>
              <a:rPr lang="de-AT" dirty="0"/>
              <a:t> and Stakeholders: Maria Clara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07675" y="2809275"/>
            <a:ext cx="7846135" cy="4668450"/>
          </a:xfrm>
          <a:custGeom>
            <a:avLst/>
            <a:gdLst/>
            <a:ahLst/>
            <a:cxnLst/>
            <a:rect l="l" t="t" r="r" b="b"/>
            <a:pathLst>
              <a:path w="7846135" h="4668450">
                <a:moveTo>
                  <a:pt x="0" y="0"/>
                </a:moveTo>
                <a:lnTo>
                  <a:pt x="7846135" y="0"/>
                </a:lnTo>
                <a:lnTo>
                  <a:pt x="7846135" y="4668450"/>
                </a:lnTo>
                <a:lnTo>
                  <a:pt x="0" y="46684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73FDB8E4-7690-34A1-B34D-84F95D11197D}"/>
              </a:ext>
            </a:extLst>
          </p:cNvPr>
          <p:cNvSpPr/>
          <p:nvPr/>
        </p:nvSpPr>
        <p:spPr>
          <a:xfrm>
            <a:off x="2264376" y="1020977"/>
            <a:ext cx="4948047" cy="8229600"/>
          </a:xfrm>
          <a:custGeom>
            <a:avLst/>
            <a:gdLst/>
            <a:ahLst/>
            <a:cxnLst/>
            <a:rect l="l" t="t" r="r" b="b"/>
            <a:pathLst>
              <a:path w="4948047" h="8229600">
                <a:moveTo>
                  <a:pt x="0" y="0"/>
                </a:moveTo>
                <a:lnTo>
                  <a:pt x="4948047" y="0"/>
                </a:lnTo>
                <a:lnTo>
                  <a:pt x="4948047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22545" y="4487972"/>
            <a:ext cx="7709622" cy="4770328"/>
          </a:xfrm>
          <a:custGeom>
            <a:avLst/>
            <a:gdLst/>
            <a:ahLst/>
            <a:cxnLst/>
            <a:rect l="l" t="t" r="r" b="b"/>
            <a:pathLst>
              <a:path w="7709622" h="4770328">
                <a:moveTo>
                  <a:pt x="0" y="0"/>
                </a:moveTo>
                <a:lnTo>
                  <a:pt x="7709621" y="0"/>
                </a:lnTo>
                <a:lnTo>
                  <a:pt x="7709621" y="4770328"/>
                </a:lnTo>
                <a:lnTo>
                  <a:pt x="0" y="47703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22686" y="2707598"/>
            <a:ext cx="7538575" cy="4871804"/>
          </a:xfrm>
          <a:custGeom>
            <a:avLst/>
            <a:gdLst/>
            <a:ahLst/>
            <a:cxnLst/>
            <a:rect l="l" t="t" r="r" b="b"/>
            <a:pathLst>
              <a:path w="7538575" h="4871804">
                <a:moveTo>
                  <a:pt x="0" y="0"/>
                </a:moveTo>
                <a:lnTo>
                  <a:pt x="7538575" y="0"/>
                </a:lnTo>
                <a:lnTo>
                  <a:pt x="7538575" y="4871804"/>
                </a:lnTo>
                <a:lnTo>
                  <a:pt x="0" y="48718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0723" y="1729250"/>
            <a:ext cx="6652240" cy="8051123"/>
          </a:xfrm>
          <a:custGeom>
            <a:avLst/>
            <a:gdLst/>
            <a:ahLst/>
            <a:cxnLst/>
            <a:rect l="l" t="t" r="r" b="b"/>
            <a:pathLst>
              <a:path w="6652240" h="8051123">
                <a:moveTo>
                  <a:pt x="0" y="0"/>
                </a:moveTo>
                <a:lnTo>
                  <a:pt x="6652240" y="0"/>
                </a:lnTo>
                <a:lnTo>
                  <a:pt x="6652240" y="8051123"/>
                </a:lnTo>
                <a:lnTo>
                  <a:pt x="0" y="80511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169297" y="1924944"/>
            <a:ext cx="7561952" cy="6437112"/>
          </a:xfrm>
          <a:custGeom>
            <a:avLst/>
            <a:gdLst/>
            <a:ahLst/>
            <a:cxnLst/>
            <a:rect l="l" t="t" r="r" b="b"/>
            <a:pathLst>
              <a:path w="7561952" h="6437112">
                <a:moveTo>
                  <a:pt x="0" y="0"/>
                </a:moveTo>
                <a:lnTo>
                  <a:pt x="7561953" y="0"/>
                </a:lnTo>
                <a:lnTo>
                  <a:pt x="7561953" y="6437112"/>
                </a:lnTo>
                <a:lnTo>
                  <a:pt x="0" y="64371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37610" y="2642007"/>
            <a:ext cx="6871547" cy="7290766"/>
          </a:xfrm>
          <a:custGeom>
            <a:avLst/>
            <a:gdLst/>
            <a:ahLst/>
            <a:cxnLst/>
            <a:rect l="l" t="t" r="r" b="b"/>
            <a:pathLst>
              <a:path w="6871547" h="7290766">
                <a:moveTo>
                  <a:pt x="0" y="0"/>
                </a:moveTo>
                <a:lnTo>
                  <a:pt x="6871547" y="0"/>
                </a:lnTo>
                <a:lnTo>
                  <a:pt x="6871547" y="7290766"/>
                </a:lnTo>
                <a:lnTo>
                  <a:pt x="0" y="72907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45217" y="2099566"/>
            <a:ext cx="7574331" cy="6087869"/>
          </a:xfrm>
          <a:custGeom>
            <a:avLst/>
            <a:gdLst/>
            <a:ahLst/>
            <a:cxnLst/>
            <a:rect l="l" t="t" r="r" b="b"/>
            <a:pathLst>
              <a:path w="7574331" h="6087869">
                <a:moveTo>
                  <a:pt x="0" y="0"/>
                </a:moveTo>
                <a:lnTo>
                  <a:pt x="7574331" y="0"/>
                </a:lnTo>
                <a:lnTo>
                  <a:pt x="7574331" y="6087868"/>
                </a:lnTo>
                <a:lnTo>
                  <a:pt x="0" y="60878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63209" y="936159"/>
            <a:ext cx="5718216" cy="8780370"/>
          </a:xfrm>
          <a:custGeom>
            <a:avLst/>
            <a:gdLst/>
            <a:ahLst/>
            <a:cxnLst/>
            <a:rect l="l" t="t" r="r" b="b"/>
            <a:pathLst>
              <a:path w="5718216" h="8780370">
                <a:moveTo>
                  <a:pt x="0" y="0"/>
                </a:moveTo>
                <a:lnTo>
                  <a:pt x="5718216" y="0"/>
                </a:lnTo>
                <a:lnTo>
                  <a:pt x="5718216" y="8780370"/>
                </a:lnTo>
                <a:lnTo>
                  <a:pt x="0" y="87803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117835" y="1418265"/>
            <a:ext cx="7357338" cy="7450469"/>
          </a:xfrm>
          <a:custGeom>
            <a:avLst/>
            <a:gdLst/>
            <a:ahLst/>
            <a:cxnLst/>
            <a:rect l="l" t="t" r="r" b="b"/>
            <a:pathLst>
              <a:path w="7357338" h="7450469">
                <a:moveTo>
                  <a:pt x="0" y="0"/>
                </a:moveTo>
                <a:lnTo>
                  <a:pt x="7357338" y="0"/>
                </a:lnTo>
                <a:lnTo>
                  <a:pt x="7357338" y="7450470"/>
                </a:lnTo>
                <a:lnTo>
                  <a:pt x="0" y="7450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39759" y="1133682"/>
            <a:ext cx="7718899" cy="8019636"/>
          </a:xfrm>
          <a:custGeom>
            <a:avLst/>
            <a:gdLst/>
            <a:ahLst/>
            <a:cxnLst/>
            <a:rect l="l" t="t" r="r" b="b"/>
            <a:pathLst>
              <a:path w="7718899" h="8019636">
                <a:moveTo>
                  <a:pt x="0" y="0"/>
                </a:moveTo>
                <a:lnTo>
                  <a:pt x="7718899" y="0"/>
                </a:lnTo>
                <a:lnTo>
                  <a:pt x="7718899" y="8019636"/>
                </a:lnTo>
                <a:lnTo>
                  <a:pt x="0" y="80196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81790" y="2012190"/>
            <a:ext cx="7914843" cy="6262620"/>
          </a:xfrm>
          <a:custGeom>
            <a:avLst/>
            <a:gdLst/>
            <a:ahLst/>
            <a:cxnLst/>
            <a:rect l="l" t="t" r="r" b="b"/>
            <a:pathLst>
              <a:path w="7914843" h="6262620">
                <a:moveTo>
                  <a:pt x="0" y="0"/>
                </a:moveTo>
                <a:lnTo>
                  <a:pt x="7914844" y="0"/>
                </a:lnTo>
                <a:lnTo>
                  <a:pt x="7914844" y="6262620"/>
                </a:lnTo>
                <a:lnTo>
                  <a:pt x="0" y="62626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Freeform 2"/>
          <p:cNvSpPr/>
          <p:nvPr/>
        </p:nvSpPr>
        <p:spPr>
          <a:xfrm>
            <a:off x="10182083" y="3168347"/>
            <a:ext cx="7463366" cy="4851188"/>
          </a:xfrm>
          <a:custGeom>
            <a:avLst/>
            <a:gdLst/>
            <a:ahLst/>
            <a:cxnLst/>
            <a:rect l="l" t="t" r="r" b="b"/>
            <a:pathLst>
              <a:path w="7463366" h="4851188">
                <a:moveTo>
                  <a:pt x="0" y="0"/>
                </a:moveTo>
                <a:lnTo>
                  <a:pt x="7463366" y="0"/>
                </a:lnTo>
                <a:lnTo>
                  <a:pt x="7463366" y="4851188"/>
                </a:lnTo>
                <a:lnTo>
                  <a:pt x="0" y="48511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326325" y="-1"/>
            <a:ext cx="9758748" cy="10287001"/>
            <a:chOff x="0" y="0"/>
            <a:chExt cx="2570205" cy="289971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70205" cy="2899719"/>
            </a:xfrm>
            <a:custGeom>
              <a:avLst/>
              <a:gdLst/>
              <a:ahLst/>
              <a:cxnLst/>
              <a:rect l="l" t="t" r="r" b="b"/>
              <a:pathLst>
                <a:path w="2570205" h="2899719">
                  <a:moveTo>
                    <a:pt x="0" y="0"/>
                  </a:moveTo>
                  <a:lnTo>
                    <a:pt x="2570205" y="0"/>
                  </a:lnTo>
                  <a:lnTo>
                    <a:pt x="2570205" y="2899719"/>
                  </a:lnTo>
                  <a:lnTo>
                    <a:pt x="0" y="2899719"/>
                  </a:lnTo>
                  <a:close/>
                </a:path>
              </a:pathLst>
            </a:custGeom>
            <a:solidFill>
              <a:srgbClr val="FFD4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570205" cy="29378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69785" y="2324100"/>
            <a:ext cx="7617015" cy="38041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5271"/>
              </a:lnSpc>
            </a:pPr>
            <a:r>
              <a:rPr lang="en-US" sz="10908" dirty="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THANK</a:t>
            </a:r>
          </a:p>
          <a:p>
            <a:pPr algn="l">
              <a:lnSpc>
                <a:spcPts val="15271"/>
              </a:lnSpc>
            </a:pPr>
            <a:r>
              <a:rPr lang="en-US" sz="10908" dirty="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YOU!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9785" y="6628829"/>
            <a:ext cx="7281649" cy="1074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05"/>
              </a:lnSpc>
            </a:pPr>
            <a:r>
              <a:rPr lang="en-US" sz="7368" dirty="0">
                <a:solidFill>
                  <a:srgbClr val="000000"/>
                </a:solidFill>
                <a:latin typeface="KG Primary Penmanship"/>
                <a:ea typeface="KG Primary Penmanship"/>
                <a:cs typeface="KG Primary Penmanship"/>
                <a:sym typeface="KG Primary Penmanship"/>
              </a:rPr>
              <a:t>Discussion time!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70694901-97D3-73F7-3D3B-E6DBFD91B8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0800" y="1514474"/>
            <a:ext cx="7345147" cy="7258050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0396B072-1AA0-6997-A261-3D2BBCA71521}"/>
              </a:ext>
            </a:extLst>
          </p:cNvPr>
          <p:cNvSpPr txBox="1"/>
          <p:nvPr/>
        </p:nvSpPr>
        <p:spPr>
          <a:xfrm>
            <a:off x="10210800" y="8783585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Source: imgflip.com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125</Words>
  <Application>Microsoft Office PowerPoint</Application>
  <PresentationFormat>Benutzerdefiniert</PresentationFormat>
  <Paragraphs>18</Paragraphs>
  <Slides>15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1" baseType="lpstr">
      <vt:lpstr>Fredoka</vt:lpstr>
      <vt:lpstr>KG Primary Penmanship</vt:lpstr>
      <vt:lpstr>IrisUPC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Knes, Christina Sophie</cp:lastModifiedBy>
  <cp:revision>1</cp:revision>
  <dcterms:created xsi:type="dcterms:W3CDTF">2006-08-16T00:00:00Z</dcterms:created>
  <dcterms:modified xsi:type="dcterms:W3CDTF">2026-06-09T09:25:00Z</dcterms:modified>
  <dc:identifier>DAHMD6YqX8Q</dc:identifier>
</cp:coreProperties>
</file>