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Fredoka" panose="020B0604020202020204" charset="0"/>
      <p:regular r:id="rId17"/>
    </p:embeddedFont>
    <p:embeddedFont>
      <p:font typeface="KG Primary Penmanship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30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na Knes" userId="7e9737a164333dbd" providerId="LiveId" clId="{72053980-4108-4AED-A5B7-3290F7F82C69}"/>
    <pc:docChg chg="custSel modSld">
      <pc:chgData name="Christina Knes" userId="7e9737a164333dbd" providerId="LiveId" clId="{72053980-4108-4AED-A5B7-3290F7F82C69}" dt="2026-06-09T07:47:57.032" v="17" actId="14100"/>
      <pc:docMkLst>
        <pc:docMk/>
      </pc:docMkLst>
      <pc:sldChg chg="modSp mod">
        <pc:chgData name="Christina Knes" userId="7e9737a164333dbd" providerId="LiveId" clId="{72053980-4108-4AED-A5B7-3290F7F82C69}" dt="2026-06-09T07:47:09.089" v="2" actId="14100"/>
        <pc:sldMkLst>
          <pc:docMk/>
          <pc:sldMk cId="0" sldId="256"/>
        </pc:sldMkLst>
        <pc:grpChg chg="mod">
          <ac:chgData name="Christina Knes" userId="7e9737a164333dbd" providerId="LiveId" clId="{72053980-4108-4AED-A5B7-3290F7F82C69}" dt="2026-06-09T07:47:09.089" v="2" actId="14100"/>
          <ac:grpSpMkLst>
            <pc:docMk/>
            <pc:sldMk cId="0" sldId="256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15.041" v="3" actId="478"/>
        <pc:sldMkLst>
          <pc:docMk/>
          <pc:sldMk cId="0" sldId="257"/>
        </pc:sldMkLst>
        <pc:grpChg chg="del">
          <ac:chgData name="Christina Knes" userId="7e9737a164333dbd" providerId="LiveId" clId="{72053980-4108-4AED-A5B7-3290F7F82C69}" dt="2026-06-09T07:47:15.041" v="3" actId="478"/>
          <ac:grpSpMkLst>
            <pc:docMk/>
            <pc:sldMk cId="0" sldId="257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18.946" v="4" actId="478"/>
        <pc:sldMkLst>
          <pc:docMk/>
          <pc:sldMk cId="0" sldId="258"/>
        </pc:sldMkLst>
        <pc:grpChg chg="del">
          <ac:chgData name="Christina Knes" userId="7e9737a164333dbd" providerId="LiveId" clId="{72053980-4108-4AED-A5B7-3290F7F82C69}" dt="2026-06-09T07:47:18.946" v="4" actId="478"/>
          <ac:grpSpMkLst>
            <pc:docMk/>
            <pc:sldMk cId="0" sldId="258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0.845" v="5" actId="478"/>
        <pc:sldMkLst>
          <pc:docMk/>
          <pc:sldMk cId="0" sldId="259"/>
        </pc:sldMkLst>
        <pc:grpChg chg="del">
          <ac:chgData name="Christina Knes" userId="7e9737a164333dbd" providerId="LiveId" clId="{72053980-4108-4AED-A5B7-3290F7F82C69}" dt="2026-06-09T07:47:20.845" v="5" actId="478"/>
          <ac:grpSpMkLst>
            <pc:docMk/>
            <pc:sldMk cId="0" sldId="259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2.843" v="6" actId="478"/>
        <pc:sldMkLst>
          <pc:docMk/>
          <pc:sldMk cId="0" sldId="260"/>
        </pc:sldMkLst>
        <pc:grpChg chg="del">
          <ac:chgData name="Christina Knes" userId="7e9737a164333dbd" providerId="LiveId" clId="{72053980-4108-4AED-A5B7-3290F7F82C69}" dt="2026-06-09T07:47:22.843" v="6" actId="478"/>
          <ac:grpSpMkLst>
            <pc:docMk/>
            <pc:sldMk cId="0" sldId="260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5.680" v="7" actId="478"/>
        <pc:sldMkLst>
          <pc:docMk/>
          <pc:sldMk cId="0" sldId="261"/>
        </pc:sldMkLst>
        <pc:grpChg chg="del">
          <ac:chgData name="Christina Knes" userId="7e9737a164333dbd" providerId="LiveId" clId="{72053980-4108-4AED-A5B7-3290F7F82C69}" dt="2026-06-09T07:47:25.680" v="7" actId="478"/>
          <ac:grpSpMkLst>
            <pc:docMk/>
            <pc:sldMk cId="0" sldId="261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28.354" v="8" actId="478"/>
        <pc:sldMkLst>
          <pc:docMk/>
          <pc:sldMk cId="0" sldId="262"/>
        </pc:sldMkLst>
        <pc:grpChg chg="del">
          <ac:chgData name="Christina Knes" userId="7e9737a164333dbd" providerId="LiveId" clId="{72053980-4108-4AED-A5B7-3290F7F82C69}" dt="2026-06-09T07:47:28.354" v="8" actId="478"/>
          <ac:grpSpMkLst>
            <pc:docMk/>
            <pc:sldMk cId="0" sldId="262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0.618" v="9" actId="478"/>
        <pc:sldMkLst>
          <pc:docMk/>
          <pc:sldMk cId="0" sldId="263"/>
        </pc:sldMkLst>
        <pc:grpChg chg="del">
          <ac:chgData name="Christina Knes" userId="7e9737a164333dbd" providerId="LiveId" clId="{72053980-4108-4AED-A5B7-3290F7F82C69}" dt="2026-06-09T07:47:30.618" v="9" actId="478"/>
          <ac:grpSpMkLst>
            <pc:docMk/>
            <pc:sldMk cId="0" sldId="263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2.737" v="10" actId="478"/>
        <pc:sldMkLst>
          <pc:docMk/>
          <pc:sldMk cId="0" sldId="264"/>
        </pc:sldMkLst>
        <pc:grpChg chg="del">
          <ac:chgData name="Christina Knes" userId="7e9737a164333dbd" providerId="LiveId" clId="{72053980-4108-4AED-A5B7-3290F7F82C69}" dt="2026-06-09T07:47:32.737" v="10" actId="478"/>
          <ac:grpSpMkLst>
            <pc:docMk/>
            <pc:sldMk cId="0" sldId="264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4.634" v="11" actId="478"/>
        <pc:sldMkLst>
          <pc:docMk/>
          <pc:sldMk cId="0" sldId="265"/>
        </pc:sldMkLst>
        <pc:grpChg chg="del">
          <ac:chgData name="Christina Knes" userId="7e9737a164333dbd" providerId="LiveId" clId="{72053980-4108-4AED-A5B7-3290F7F82C69}" dt="2026-06-09T07:47:34.634" v="11" actId="478"/>
          <ac:grpSpMkLst>
            <pc:docMk/>
            <pc:sldMk cId="0" sldId="265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36.785" v="12" actId="478"/>
        <pc:sldMkLst>
          <pc:docMk/>
          <pc:sldMk cId="0" sldId="266"/>
        </pc:sldMkLst>
        <pc:grpChg chg="del">
          <ac:chgData name="Christina Knes" userId="7e9737a164333dbd" providerId="LiveId" clId="{72053980-4108-4AED-A5B7-3290F7F82C69}" dt="2026-06-09T07:47:36.785" v="12" actId="478"/>
          <ac:grpSpMkLst>
            <pc:docMk/>
            <pc:sldMk cId="0" sldId="266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0.160" v="13" actId="478"/>
        <pc:sldMkLst>
          <pc:docMk/>
          <pc:sldMk cId="0" sldId="267"/>
        </pc:sldMkLst>
        <pc:grpChg chg="del">
          <ac:chgData name="Christina Knes" userId="7e9737a164333dbd" providerId="LiveId" clId="{72053980-4108-4AED-A5B7-3290F7F82C69}" dt="2026-06-09T07:47:40.160" v="13" actId="478"/>
          <ac:grpSpMkLst>
            <pc:docMk/>
            <pc:sldMk cId="0" sldId="267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2.004" v="14" actId="478"/>
        <pc:sldMkLst>
          <pc:docMk/>
          <pc:sldMk cId="0" sldId="268"/>
        </pc:sldMkLst>
        <pc:grpChg chg="del">
          <ac:chgData name="Christina Knes" userId="7e9737a164333dbd" providerId="LiveId" clId="{72053980-4108-4AED-A5B7-3290F7F82C69}" dt="2026-06-09T07:47:42.004" v="14" actId="478"/>
          <ac:grpSpMkLst>
            <pc:docMk/>
            <pc:sldMk cId="0" sldId="268"/>
            <ac:grpSpMk id="3" creationId="{00000000-0000-0000-0000-000000000000}"/>
          </ac:grpSpMkLst>
        </pc:grpChg>
      </pc:sldChg>
      <pc:sldChg chg="delSp mod">
        <pc:chgData name="Christina Knes" userId="7e9737a164333dbd" providerId="LiveId" clId="{72053980-4108-4AED-A5B7-3290F7F82C69}" dt="2026-06-09T07:47:43.832" v="15" actId="478"/>
        <pc:sldMkLst>
          <pc:docMk/>
          <pc:sldMk cId="0" sldId="269"/>
        </pc:sldMkLst>
        <pc:grpChg chg="del">
          <ac:chgData name="Christina Knes" userId="7e9737a164333dbd" providerId="LiveId" clId="{72053980-4108-4AED-A5B7-3290F7F82C69}" dt="2026-06-09T07:47:43.832" v="15" actId="478"/>
          <ac:grpSpMkLst>
            <pc:docMk/>
            <pc:sldMk cId="0" sldId="269"/>
            <ac:grpSpMk id="3" creationId="{00000000-0000-0000-0000-000000000000}"/>
          </ac:grpSpMkLst>
        </pc:grpChg>
      </pc:sldChg>
      <pc:sldChg chg="modSp mod">
        <pc:chgData name="Christina Knes" userId="7e9737a164333dbd" providerId="LiveId" clId="{72053980-4108-4AED-A5B7-3290F7F82C69}" dt="2026-06-09T07:47:57.032" v="17" actId="14100"/>
        <pc:sldMkLst>
          <pc:docMk/>
          <pc:sldMk cId="0" sldId="270"/>
        </pc:sldMkLst>
        <pc:grpChg chg="mod">
          <ac:chgData name="Christina Knes" userId="7e9737a164333dbd" providerId="LiveId" clId="{72053980-4108-4AED-A5B7-3290F7F82C69}" dt="2026-06-09T07:47:57.032" v="17" actId="14100"/>
          <ac:grpSpMkLst>
            <pc:docMk/>
            <pc:sldMk cId="0" sldId="270"/>
            <ac:grpSpMk id="3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64376" y="1020977"/>
            <a:ext cx="4948047" cy="8229600"/>
          </a:xfrm>
          <a:custGeom>
            <a:avLst/>
            <a:gdLst/>
            <a:ahLst/>
            <a:cxnLst/>
            <a:rect l="l" t="t" r="r" b="b"/>
            <a:pathLst>
              <a:path w="4948047" h="8229600">
                <a:moveTo>
                  <a:pt x="0" y="0"/>
                </a:moveTo>
                <a:lnTo>
                  <a:pt x="4948047" y="0"/>
                </a:lnTo>
                <a:lnTo>
                  <a:pt x="494804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>
            <a:off x="9144000" y="1"/>
            <a:ext cx="9144000" cy="10287000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97A2DD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58669" y="-59724"/>
            <a:ext cx="6614482" cy="8055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779"/>
              </a:lnSpc>
            </a:pPr>
            <a:r>
              <a:rPr lang="en-US" sz="46985" dirty="0">
                <a:solidFill>
                  <a:srgbClr val="FFFFFF"/>
                </a:solidFill>
                <a:latin typeface="Fredoka"/>
                <a:ea typeface="Fredoka"/>
                <a:cs typeface="Fredoka"/>
                <a:sym typeface="Fredoka"/>
              </a:rPr>
              <a:t>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41029" y="8189575"/>
            <a:ext cx="6249762" cy="106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16"/>
              </a:lnSpc>
            </a:pPr>
            <a:r>
              <a:rPr lang="en-US" sz="6226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IN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5243" y="1476394"/>
            <a:ext cx="7886250" cy="7334212"/>
          </a:xfrm>
          <a:custGeom>
            <a:avLst/>
            <a:gdLst/>
            <a:ahLst/>
            <a:cxnLst/>
            <a:rect l="l" t="t" r="r" b="b"/>
            <a:pathLst>
              <a:path w="7886250" h="7334212">
                <a:moveTo>
                  <a:pt x="0" y="0"/>
                </a:moveTo>
                <a:lnTo>
                  <a:pt x="7886249" y="0"/>
                </a:lnTo>
                <a:lnTo>
                  <a:pt x="7886249" y="7334212"/>
                </a:lnTo>
                <a:lnTo>
                  <a:pt x="0" y="7334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07675" y="2809275"/>
            <a:ext cx="7846135" cy="4668450"/>
          </a:xfrm>
          <a:custGeom>
            <a:avLst/>
            <a:gdLst/>
            <a:ahLst/>
            <a:cxnLst/>
            <a:rect l="l" t="t" r="r" b="b"/>
            <a:pathLst>
              <a:path w="7846135" h="4668450">
                <a:moveTo>
                  <a:pt x="0" y="0"/>
                </a:moveTo>
                <a:lnTo>
                  <a:pt x="7846135" y="0"/>
                </a:lnTo>
                <a:lnTo>
                  <a:pt x="7846135" y="4668450"/>
                </a:lnTo>
                <a:lnTo>
                  <a:pt x="0" y="4668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2545" y="4487972"/>
            <a:ext cx="7709622" cy="4770328"/>
          </a:xfrm>
          <a:custGeom>
            <a:avLst/>
            <a:gdLst/>
            <a:ahLst/>
            <a:cxnLst/>
            <a:rect l="l" t="t" r="r" b="b"/>
            <a:pathLst>
              <a:path w="7709622" h="4770328">
                <a:moveTo>
                  <a:pt x="0" y="0"/>
                </a:moveTo>
                <a:lnTo>
                  <a:pt x="7709621" y="0"/>
                </a:lnTo>
                <a:lnTo>
                  <a:pt x="7709621" y="4770328"/>
                </a:lnTo>
                <a:lnTo>
                  <a:pt x="0" y="4770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22686" y="2707598"/>
            <a:ext cx="7538575" cy="4871804"/>
          </a:xfrm>
          <a:custGeom>
            <a:avLst/>
            <a:gdLst/>
            <a:ahLst/>
            <a:cxnLst/>
            <a:rect l="l" t="t" r="r" b="b"/>
            <a:pathLst>
              <a:path w="7538575" h="4871804">
                <a:moveTo>
                  <a:pt x="0" y="0"/>
                </a:moveTo>
                <a:lnTo>
                  <a:pt x="7538575" y="0"/>
                </a:lnTo>
                <a:lnTo>
                  <a:pt x="7538575" y="4871804"/>
                </a:lnTo>
                <a:lnTo>
                  <a:pt x="0" y="48718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0723" y="1729250"/>
            <a:ext cx="6652240" cy="8051123"/>
          </a:xfrm>
          <a:custGeom>
            <a:avLst/>
            <a:gdLst/>
            <a:ahLst/>
            <a:cxnLst/>
            <a:rect l="l" t="t" r="r" b="b"/>
            <a:pathLst>
              <a:path w="6652240" h="8051123">
                <a:moveTo>
                  <a:pt x="0" y="0"/>
                </a:moveTo>
                <a:lnTo>
                  <a:pt x="6652240" y="0"/>
                </a:lnTo>
                <a:lnTo>
                  <a:pt x="6652240" y="8051123"/>
                </a:lnTo>
                <a:lnTo>
                  <a:pt x="0" y="8051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69297" y="1924944"/>
            <a:ext cx="7561952" cy="6437112"/>
          </a:xfrm>
          <a:custGeom>
            <a:avLst/>
            <a:gdLst/>
            <a:ahLst/>
            <a:cxnLst/>
            <a:rect l="l" t="t" r="r" b="b"/>
            <a:pathLst>
              <a:path w="7561952" h="6437112">
                <a:moveTo>
                  <a:pt x="0" y="0"/>
                </a:moveTo>
                <a:lnTo>
                  <a:pt x="7561953" y="0"/>
                </a:lnTo>
                <a:lnTo>
                  <a:pt x="7561953" y="6437112"/>
                </a:lnTo>
                <a:lnTo>
                  <a:pt x="0" y="64371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7610" y="2642007"/>
            <a:ext cx="6871547" cy="7290766"/>
          </a:xfrm>
          <a:custGeom>
            <a:avLst/>
            <a:gdLst/>
            <a:ahLst/>
            <a:cxnLst/>
            <a:rect l="l" t="t" r="r" b="b"/>
            <a:pathLst>
              <a:path w="6871547" h="7290766">
                <a:moveTo>
                  <a:pt x="0" y="0"/>
                </a:moveTo>
                <a:lnTo>
                  <a:pt x="6871547" y="0"/>
                </a:lnTo>
                <a:lnTo>
                  <a:pt x="6871547" y="7290766"/>
                </a:lnTo>
                <a:lnTo>
                  <a:pt x="0" y="729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45217" y="2099566"/>
            <a:ext cx="7574331" cy="6087869"/>
          </a:xfrm>
          <a:custGeom>
            <a:avLst/>
            <a:gdLst/>
            <a:ahLst/>
            <a:cxnLst/>
            <a:rect l="l" t="t" r="r" b="b"/>
            <a:pathLst>
              <a:path w="7574331" h="6087869">
                <a:moveTo>
                  <a:pt x="0" y="0"/>
                </a:moveTo>
                <a:lnTo>
                  <a:pt x="7574331" y="0"/>
                </a:lnTo>
                <a:lnTo>
                  <a:pt x="7574331" y="6087868"/>
                </a:lnTo>
                <a:lnTo>
                  <a:pt x="0" y="608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209" y="936159"/>
            <a:ext cx="5718216" cy="8780370"/>
          </a:xfrm>
          <a:custGeom>
            <a:avLst/>
            <a:gdLst/>
            <a:ahLst/>
            <a:cxnLst/>
            <a:rect l="l" t="t" r="r" b="b"/>
            <a:pathLst>
              <a:path w="5718216" h="8780370">
                <a:moveTo>
                  <a:pt x="0" y="0"/>
                </a:moveTo>
                <a:lnTo>
                  <a:pt x="5718216" y="0"/>
                </a:lnTo>
                <a:lnTo>
                  <a:pt x="5718216" y="8780370"/>
                </a:lnTo>
                <a:lnTo>
                  <a:pt x="0" y="87803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17835" y="1418265"/>
            <a:ext cx="7357338" cy="7450469"/>
          </a:xfrm>
          <a:custGeom>
            <a:avLst/>
            <a:gdLst/>
            <a:ahLst/>
            <a:cxnLst/>
            <a:rect l="l" t="t" r="r" b="b"/>
            <a:pathLst>
              <a:path w="7357338" h="7450469">
                <a:moveTo>
                  <a:pt x="0" y="0"/>
                </a:moveTo>
                <a:lnTo>
                  <a:pt x="7357338" y="0"/>
                </a:lnTo>
                <a:lnTo>
                  <a:pt x="7357338" y="7450470"/>
                </a:lnTo>
                <a:lnTo>
                  <a:pt x="0" y="7450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461" y="3969270"/>
            <a:ext cx="7729481" cy="5893729"/>
          </a:xfrm>
          <a:custGeom>
            <a:avLst/>
            <a:gdLst/>
            <a:ahLst/>
            <a:cxnLst/>
            <a:rect l="l" t="t" r="r" b="b"/>
            <a:pathLst>
              <a:path w="7729481" h="5893729">
                <a:moveTo>
                  <a:pt x="0" y="0"/>
                </a:moveTo>
                <a:lnTo>
                  <a:pt x="7729481" y="0"/>
                </a:lnTo>
                <a:lnTo>
                  <a:pt x="7729481" y="5893729"/>
                </a:lnTo>
                <a:lnTo>
                  <a:pt x="0" y="58937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039759" y="1133682"/>
            <a:ext cx="7718899" cy="8019636"/>
          </a:xfrm>
          <a:custGeom>
            <a:avLst/>
            <a:gdLst/>
            <a:ahLst/>
            <a:cxnLst/>
            <a:rect l="l" t="t" r="r" b="b"/>
            <a:pathLst>
              <a:path w="7718899" h="8019636">
                <a:moveTo>
                  <a:pt x="0" y="0"/>
                </a:moveTo>
                <a:lnTo>
                  <a:pt x="7718899" y="0"/>
                </a:lnTo>
                <a:lnTo>
                  <a:pt x="7718899" y="8019636"/>
                </a:lnTo>
                <a:lnTo>
                  <a:pt x="0" y="8019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1790" y="2012190"/>
            <a:ext cx="7914843" cy="6262620"/>
          </a:xfrm>
          <a:custGeom>
            <a:avLst/>
            <a:gdLst/>
            <a:ahLst/>
            <a:cxnLst/>
            <a:rect l="l" t="t" r="r" b="b"/>
            <a:pathLst>
              <a:path w="7914843" h="6262620">
                <a:moveTo>
                  <a:pt x="0" y="0"/>
                </a:moveTo>
                <a:lnTo>
                  <a:pt x="7914844" y="0"/>
                </a:lnTo>
                <a:lnTo>
                  <a:pt x="7914844" y="6262620"/>
                </a:lnTo>
                <a:lnTo>
                  <a:pt x="0" y="626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182083" y="3168347"/>
            <a:ext cx="7463366" cy="4851188"/>
          </a:xfrm>
          <a:custGeom>
            <a:avLst/>
            <a:gdLst/>
            <a:ahLst/>
            <a:cxnLst/>
            <a:rect l="l" t="t" r="r" b="b"/>
            <a:pathLst>
              <a:path w="7463366" h="4851188">
                <a:moveTo>
                  <a:pt x="0" y="0"/>
                </a:moveTo>
                <a:lnTo>
                  <a:pt x="7463366" y="0"/>
                </a:lnTo>
                <a:lnTo>
                  <a:pt x="7463366" y="4851188"/>
                </a:lnTo>
                <a:lnTo>
                  <a:pt x="0" y="485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>
            <a:off x="-326325" y="-1"/>
            <a:ext cx="9758748" cy="10287001"/>
            <a:chOff x="0" y="0"/>
            <a:chExt cx="2570205" cy="289971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0205" cy="2899719"/>
            </a:xfrm>
            <a:custGeom>
              <a:avLst/>
              <a:gdLst/>
              <a:ahLst/>
              <a:cxnLst/>
              <a:rect l="l" t="t" r="r" b="b"/>
              <a:pathLst>
                <a:path w="2570205" h="2899719">
                  <a:moveTo>
                    <a:pt x="0" y="0"/>
                  </a:moveTo>
                  <a:lnTo>
                    <a:pt x="2570205" y="0"/>
                  </a:lnTo>
                  <a:lnTo>
                    <a:pt x="2570205" y="2899719"/>
                  </a:lnTo>
                  <a:lnTo>
                    <a:pt x="0" y="2899719"/>
                  </a:lnTo>
                  <a:close/>
                </a:path>
              </a:pathLst>
            </a:custGeom>
            <a:solidFill>
              <a:srgbClr val="FFD4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0205" cy="29378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839829"/>
            <a:ext cx="6966527" cy="3804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71"/>
              </a:lnSpc>
            </a:pPr>
            <a:r>
              <a:rPr lang="en-US" sz="10908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THANK</a:t>
            </a:r>
          </a:p>
          <a:p>
            <a:pPr algn="l">
              <a:lnSpc>
                <a:spcPts val="15271"/>
              </a:lnSpc>
            </a:pPr>
            <a:r>
              <a:rPr lang="en-US" sz="10908">
                <a:solidFill>
                  <a:srgbClr val="000000"/>
                </a:solidFill>
                <a:latin typeface="Fredoka"/>
                <a:ea typeface="Fredoka"/>
                <a:cs typeface="Fredoka"/>
                <a:sym typeface="Fredoka"/>
              </a:rPr>
              <a:t>YOU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5191125"/>
            <a:ext cx="7281649" cy="107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05"/>
              </a:lnSpc>
            </a:pPr>
            <a:r>
              <a:rPr lang="en-US" sz="7368">
                <a:solidFill>
                  <a:srgbClr val="000000"/>
                </a:solidFill>
                <a:latin typeface="KG Primary Penmanship"/>
                <a:ea typeface="KG Primary Penmanship"/>
                <a:cs typeface="KG Primary Penmanship"/>
                <a:sym typeface="KG Primary Penmanship"/>
              </a:rPr>
              <a:t>Discussion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Benutzerdefiniert</PresentationFormat>
  <Paragraphs>5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KG Primary Penmanship</vt:lpstr>
      <vt:lpstr>Calibri</vt:lpstr>
      <vt:lpstr>Fredoka</vt:lpstr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Knes, Christina Sophie</cp:lastModifiedBy>
  <cp:revision>1</cp:revision>
  <dcterms:created xsi:type="dcterms:W3CDTF">2006-08-16T00:00:00Z</dcterms:created>
  <dcterms:modified xsi:type="dcterms:W3CDTF">2026-06-09T07:48:02Z</dcterms:modified>
  <dc:identifier>DAHMD6YqX8Q</dc:identifier>
</cp:coreProperties>
</file>