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8288000" cy="10287000"/>
  <p:notesSz cx="6858000" cy="9144000"/>
  <p:embeddedFontLst>
    <p:embeddedFont>
      <p:font typeface="Bobby Jones Soft" panose="020B0604020202020204" charset="0"/>
      <p:regular r:id="rId9"/>
    </p:embeddedFont>
    <p:embeddedFont>
      <p:font typeface="Bricolage Grotesque" panose="020B0604020202020204" charset="0"/>
      <p:regular r:id="rId10"/>
    </p:embeddedFont>
    <p:embeddedFont>
      <p:font typeface="Bricolage Grotesque Bold" panose="020B0604020202020204" charset="0"/>
      <p:regular r:id="rId11"/>
    </p:embeddedFont>
    <p:embeddedFont>
      <p:font typeface="Canva Student Font" panose="020B0604020202020204" charset="0"/>
      <p:regular r:id="rId12"/>
    </p:embeddedFont>
    <p:embeddedFont>
      <p:font typeface="Segoe UI" panose="020B0502040204020203" pitchFamily="34" charset="0"/>
      <p:regular r:id="rId13"/>
      <p:bold r:id="rId14"/>
      <p:italic r:id="rId15"/>
      <p:boldItalic r:id="rId1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58A810B-C379-4C8B-B534-293CCBD759B1}" v="39" dt="2026-06-09T08:47:20.27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293" y="77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5.fntdata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font" Target="fonts/font4.fntdata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8.fnt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font" Target="fonts/font7.fntdata"/><Relationship Id="rId10" Type="http://schemas.openxmlformats.org/officeDocument/2006/relationships/font" Target="fonts/font2.fntdata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font" Target="fonts/font6.fntdata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ristina Knes" userId="7e9737a164333dbd" providerId="LiveId" clId="{72053980-4108-4AED-A5B7-3290F7F82C69}"/>
    <pc:docChg chg="custSel modSld">
      <pc:chgData name="Christina Knes" userId="7e9737a164333dbd" providerId="LiveId" clId="{72053980-4108-4AED-A5B7-3290F7F82C69}" dt="2026-06-09T08:48:05.793" v="139"/>
      <pc:docMkLst>
        <pc:docMk/>
      </pc:docMkLst>
      <pc:sldChg chg="modSp mod modAnim">
        <pc:chgData name="Christina Knes" userId="7e9737a164333dbd" providerId="LiveId" clId="{72053980-4108-4AED-A5B7-3290F7F82C69}" dt="2026-06-09T08:43:44.663" v="120"/>
        <pc:sldMkLst>
          <pc:docMk/>
          <pc:sldMk cId="0" sldId="256"/>
        </pc:sldMkLst>
        <pc:spChg chg="mod">
          <ac:chgData name="Christina Knes" userId="7e9737a164333dbd" providerId="LiveId" clId="{72053980-4108-4AED-A5B7-3290F7F82C69}" dt="2026-06-09T08:30:01.882" v="2" actId="1076"/>
          <ac:spMkLst>
            <pc:docMk/>
            <pc:sldMk cId="0" sldId="256"/>
            <ac:spMk id="2" creationId="{00000000-0000-0000-0000-000000000000}"/>
          </ac:spMkLst>
        </pc:spChg>
        <pc:spChg chg="mod">
          <ac:chgData name="Christina Knes" userId="7e9737a164333dbd" providerId="LiveId" clId="{72053980-4108-4AED-A5B7-3290F7F82C69}" dt="2026-06-09T08:30:21.465" v="8" actId="1076"/>
          <ac:spMkLst>
            <pc:docMk/>
            <pc:sldMk cId="0" sldId="256"/>
            <ac:spMk id="3" creationId="{00000000-0000-0000-0000-000000000000}"/>
          </ac:spMkLst>
        </pc:spChg>
        <pc:spChg chg="mod">
          <ac:chgData name="Christina Knes" userId="7e9737a164333dbd" providerId="LiveId" clId="{72053980-4108-4AED-A5B7-3290F7F82C69}" dt="2026-06-09T08:30:07.044" v="4" actId="1076"/>
          <ac:spMkLst>
            <pc:docMk/>
            <pc:sldMk cId="0" sldId="256"/>
            <ac:spMk id="4" creationId="{00000000-0000-0000-0000-000000000000}"/>
          </ac:spMkLst>
        </pc:spChg>
        <pc:spChg chg="mod">
          <ac:chgData name="Christina Knes" userId="7e9737a164333dbd" providerId="LiveId" clId="{72053980-4108-4AED-A5B7-3290F7F82C69}" dt="2026-06-09T08:30:11.840" v="5" actId="1076"/>
          <ac:spMkLst>
            <pc:docMk/>
            <pc:sldMk cId="0" sldId="256"/>
            <ac:spMk id="5" creationId="{00000000-0000-0000-0000-000000000000}"/>
          </ac:spMkLst>
        </pc:spChg>
        <pc:spChg chg="mod">
          <ac:chgData name="Christina Knes" userId="7e9737a164333dbd" providerId="LiveId" clId="{72053980-4108-4AED-A5B7-3290F7F82C69}" dt="2026-06-09T08:29:19.573" v="0" actId="1076"/>
          <ac:spMkLst>
            <pc:docMk/>
            <pc:sldMk cId="0" sldId="256"/>
            <ac:spMk id="6" creationId="{00000000-0000-0000-0000-000000000000}"/>
          </ac:spMkLst>
        </pc:spChg>
        <pc:spChg chg="mod">
          <ac:chgData name="Christina Knes" userId="7e9737a164333dbd" providerId="LiveId" clId="{72053980-4108-4AED-A5B7-3290F7F82C69}" dt="2026-06-09T08:30:14.386" v="6" actId="1076"/>
          <ac:spMkLst>
            <pc:docMk/>
            <pc:sldMk cId="0" sldId="256"/>
            <ac:spMk id="7" creationId="{00000000-0000-0000-0000-000000000000}"/>
          </ac:spMkLst>
        </pc:spChg>
        <pc:spChg chg="mod">
          <ac:chgData name="Christina Knes" userId="7e9737a164333dbd" providerId="LiveId" clId="{72053980-4108-4AED-A5B7-3290F7F82C69}" dt="2026-06-09T08:30:17.718" v="7" actId="1076"/>
          <ac:spMkLst>
            <pc:docMk/>
            <pc:sldMk cId="0" sldId="256"/>
            <ac:spMk id="8" creationId="{00000000-0000-0000-0000-000000000000}"/>
          </ac:spMkLst>
        </pc:spChg>
        <pc:spChg chg="mod">
          <ac:chgData name="Christina Knes" userId="7e9737a164333dbd" providerId="LiveId" clId="{72053980-4108-4AED-A5B7-3290F7F82C69}" dt="2026-06-09T08:29:21.563" v="1" actId="1076"/>
          <ac:spMkLst>
            <pc:docMk/>
            <pc:sldMk cId="0" sldId="256"/>
            <ac:spMk id="9" creationId="{00000000-0000-0000-0000-000000000000}"/>
          </ac:spMkLst>
        </pc:spChg>
        <pc:spChg chg="mod">
          <ac:chgData name="Christina Knes" userId="7e9737a164333dbd" providerId="LiveId" clId="{72053980-4108-4AED-A5B7-3290F7F82C69}" dt="2026-06-09T08:30:25.382" v="10" actId="1076"/>
          <ac:spMkLst>
            <pc:docMk/>
            <pc:sldMk cId="0" sldId="256"/>
            <ac:spMk id="10" creationId="{00000000-0000-0000-0000-000000000000}"/>
          </ac:spMkLst>
        </pc:spChg>
        <pc:spChg chg="mod">
          <ac:chgData name="Christina Knes" userId="7e9737a164333dbd" providerId="LiveId" clId="{72053980-4108-4AED-A5B7-3290F7F82C69}" dt="2026-06-09T08:30:23.124" v="9" actId="1076"/>
          <ac:spMkLst>
            <pc:docMk/>
            <pc:sldMk cId="0" sldId="256"/>
            <ac:spMk id="14" creationId="{00000000-0000-0000-0000-000000000000}"/>
          </ac:spMkLst>
        </pc:spChg>
        <pc:spChg chg="mod">
          <ac:chgData name="Christina Knes" userId="7e9737a164333dbd" providerId="LiveId" clId="{72053980-4108-4AED-A5B7-3290F7F82C69}" dt="2026-06-09T08:30:04.732" v="3" actId="1076"/>
          <ac:spMkLst>
            <pc:docMk/>
            <pc:sldMk cId="0" sldId="256"/>
            <ac:spMk id="15" creationId="{00000000-0000-0000-0000-000000000000}"/>
          </ac:spMkLst>
        </pc:spChg>
      </pc:sldChg>
      <pc:sldChg chg="modSp mod addAnim delAnim modAnim">
        <pc:chgData name="Christina Knes" userId="7e9737a164333dbd" providerId="LiveId" clId="{72053980-4108-4AED-A5B7-3290F7F82C69}" dt="2026-06-09T08:48:05.793" v="139"/>
        <pc:sldMkLst>
          <pc:docMk/>
          <pc:sldMk cId="0" sldId="257"/>
        </pc:sldMkLst>
        <pc:spChg chg="mod">
          <ac:chgData name="Christina Knes" userId="7e9737a164333dbd" providerId="LiveId" clId="{72053980-4108-4AED-A5B7-3290F7F82C69}" dt="2026-06-09T08:43:33.008" v="118" actId="1036"/>
          <ac:spMkLst>
            <pc:docMk/>
            <pc:sldMk cId="0" sldId="257"/>
            <ac:spMk id="2" creationId="{00000000-0000-0000-0000-000000000000}"/>
          </ac:spMkLst>
        </pc:spChg>
        <pc:spChg chg="mod">
          <ac:chgData name="Christina Knes" userId="7e9737a164333dbd" providerId="LiveId" clId="{72053980-4108-4AED-A5B7-3290F7F82C69}" dt="2026-06-09T08:31:09.424" v="15" actId="1076"/>
          <ac:spMkLst>
            <pc:docMk/>
            <pc:sldMk cId="0" sldId="257"/>
            <ac:spMk id="3" creationId="{00000000-0000-0000-0000-000000000000}"/>
          </ac:spMkLst>
        </pc:spChg>
        <pc:spChg chg="mod">
          <ac:chgData name="Christina Knes" userId="7e9737a164333dbd" providerId="LiveId" clId="{72053980-4108-4AED-A5B7-3290F7F82C69}" dt="2026-06-09T08:31:06.243" v="14" actId="1076"/>
          <ac:spMkLst>
            <pc:docMk/>
            <pc:sldMk cId="0" sldId="257"/>
            <ac:spMk id="5" creationId="{00000000-0000-0000-0000-000000000000}"/>
          </ac:spMkLst>
        </pc:spChg>
        <pc:spChg chg="mod">
          <ac:chgData name="Christina Knes" userId="7e9737a164333dbd" providerId="LiveId" clId="{72053980-4108-4AED-A5B7-3290F7F82C69}" dt="2026-06-09T08:31:19.069" v="16" actId="1076"/>
          <ac:spMkLst>
            <pc:docMk/>
            <pc:sldMk cId="0" sldId="257"/>
            <ac:spMk id="6" creationId="{00000000-0000-0000-0000-000000000000}"/>
          </ac:spMkLst>
        </pc:spChg>
      </pc:sldChg>
      <pc:sldChg chg="delSp modSp mod addAnim delAnim modAnim">
        <pc:chgData name="Christina Knes" userId="7e9737a164333dbd" providerId="LiveId" clId="{72053980-4108-4AED-A5B7-3290F7F82C69}" dt="2026-06-09T08:44:33.548" v="126"/>
        <pc:sldMkLst>
          <pc:docMk/>
          <pc:sldMk cId="0" sldId="258"/>
        </pc:sldMkLst>
        <pc:spChg chg="mod">
          <ac:chgData name="Christina Knes" userId="7e9737a164333dbd" providerId="LiveId" clId="{72053980-4108-4AED-A5B7-3290F7F82C69}" dt="2026-06-09T08:43:14.642" v="113" actId="1076"/>
          <ac:spMkLst>
            <pc:docMk/>
            <pc:sldMk cId="0" sldId="258"/>
            <ac:spMk id="2" creationId="{00000000-0000-0000-0000-000000000000}"/>
          </ac:spMkLst>
        </pc:spChg>
        <pc:spChg chg="mod">
          <ac:chgData name="Christina Knes" userId="7e9737a164333dbd" providerId="LiveId" clId="{72053980-4108-4AED-A5B7-3290F7F82C69}" dt="2026-06-09T08:43:14.642" v="113" actId="1076"/>
          <ac:spMkLst>
            <pc:docMk/>
            <pc:sldMk cId="0" sldId="258"/>
            <ac:spMk id="6" creationId="{00000000-0000-0000-0000-000000000000}"/>
          </ac:spMkLst>
        </pc:spChg>
        <pc:spChg chg="mod">
          <ac:chgData name="Christina Knes" userId="7e9737a164333dbd" providerId="LiveId" clId="{72053980-4108-4AED-A5B7-3290F7F82C69}" dt="2026-06-09T08:43:14.642" v="113" actId="1076"/>
          <ac:spMkLst>
            <pc:docMk/>
            <pc:sldMk cId="0" sldId="258"/>
            <ac:spMk id="7" creationId="{00000000-0000-0000-0000-000000000000}"/>
          </ac:spMkLst>
        </pc:spChg>
        <pc:spChg chg="mod">
          <ac:chgData name="Christina Knes" userId="7e9737a164333dbd" providerId="LiveId" clId="{72053980-4108-4AED-A5B7-3290F7F82C69}" dt="2026-06-09T08:43:14.642" v="113" actId="1076"/>
          <ac:spMkLst>
            <pc:docMk/>
            <pc:sldMk cId="0" sldId="258"/>
            <ac:spMk id="8" creationId="{00000000-0000-0000-0000-000000000000}"/>
          </ac:spMkLst>
        </pc:spChg>
        <pc:spChg chg="mod">
          <ac:chgData name="Christina Knes" userId="7e9737a164333dbd" providerId="LiveId" clId="{72053980-4108-4AED-A5B7-3290F7F82C69}" dt="2026-06-09T08:43:14.642" v="113" actId="1076"/>
          <ac:spMkLst>
            <pc:docMk/>
            <pc:sldMk cId="0" sldId="258"/>
            <ac:spMk id="9" creationId="{00000000-0000-0000-0000-000000000000}"/>
          </ac:spMkLst>
        </pc:spChg>
        <pc:spChg chg="mod">
          <ac:chgData name="Christina Knes" userId="7e9737a164333dbd" providerId="LiveId" clId="{72053980-4108-4AED-A5B7-3290F7F82C69}" dt="2026-06-09T08:43:06.653" v="112" actId="1076"/>
          <ac:spMkLst>
            <pc:docMk/>
            <pc:sldMk cId="0" sldId="258"/>
            <ac:spMk id="10" creationId="{00000000-0000-0000-0000-000000000000}"/>
          </ac:spMkLst>
        </pc:spChg>
        <pc:spChg chg="del mod">
          <ac:chgData name="Christina Knes" userId="7e9737a164333dbd" providerId="LiveId" clId="{72053980-4108-4AED-A5B7-3290F7F82C69}" dt="2026-06-09T08:42:50.669" v="108" actId="478"/>
          <ac:spMkLst>
            <pc:docMk/>
            <pc:sldMk cId="0" sldId="258"/>
            <ac:spMk id="12" creationId="{00000000-0000-0000-0000-000000000000}"/>
          </ac:spMkLst>
        </pc:spChg>
        <pc:spChg chg="del mod">
          <ac:chgData name="Christina Knes" userId="7e9737a164333dbd" providerId="LiveId" clId="{72053980-4108-4AED-A5B7-3290F7F82C69}" dt="2026-06-09T08:42:53.749" v="109" actId="478"/>
          <ac:spMkLst>
            <pc:docMk/>
            <pc:sldMk cId="0" sldId="258"/>
            <ac:spMk id="13" creationId="{00000000-0000-0000-0000-000000000000}"/>
          </ac:spMkLst>
        </pc:spChg>
        <pc:spChg chg="del mod">
          <ac:chgData name="Christina Knes" userId="7e9737a164333dbd" providerId="LiveId" clId="{72053980-4108-4AED-A5B7-3290F7F82C69}" dt="2026-06-09T08:42:56.380" v="110" actId="478"/>
          <ac:spMkLst>
            <pc:docMk/>
            <pc:sldMk cId="0" sldId="258"/>
            <ac:spMk id="14" creationId="{00000000-0000-0000-0000-000000000000}"/>
          </ac:spMkLst>
        </pc:spChg>
        <pc:spChg chg="del mod">
          <ac:chgData name="Christina Knes" userId="7e9737a164333dbd" providerId="LiveId" clId="{72053980-4108-4AED-A5B7-3290F7F82C69}" dt="2026-06-09T08:42:58.516" v="111" actId="478"/>
          <ac:spMkLst>
            <pc:docMk/>
            <pc:sldMk cId="0" sldId="258"/>
            <ac:spMk id="15" creationId="{00000000-0000-0000-0000-000000000000}"/>
          </ac:spMkLst>
        </pc:spChg>
        <pc:spChg chg="mod">
          <ac:chgData name="Christina Knes" userId="7e9737a164333dbd" providerId="LiveId" clId="{72053980-4108-4AED-A5B7-3290F7F82C69}" dt="2026-06-09T08:43:06.653" v="112" actId="1076"/>
          <ac:spMkLst>
            <pc:docMk/>
            <pc:sldMk cId="0" sldId="258"/>
            <ac:spMk id="16" creationId="{00000000-0000-0000-0000-000000000000}"/>
          </ac:spMkLst>
        </pc:spChg>
        <pc:spChg chg="mod">
          <ac:chgData name="Christina Knes" userId="7e9737a164333dbd" providerId="LiveId" clId="{72053980-4108-4AED-A5B7-3290F7F82C69}" dt="2026-06-09T08:43:06.653" v="112" actId="1076"/>
          <ac:spMkLst>
            <pc:docMk/>
            <pc:sldMk cId="0" sldId="258"/>
            <ac:spMk id="17" creationId="{00000000-0000-0000-0000-000000000000}"/>
          </ac:spMkLst>
        </pc:spChg>
        <pc:spChg chg="mod">
          <ac:chgData name="Christina Knes" userId="7e9737a164333dbd" providerId="LiveId" clId="{72053980-4108-4AED-A5B7-3290F7F82C69}" dt="2026-06-09T08:43:06.653" v="112" actId="1076"/>
          <ac:spMkLst>
            <pc:docMk/>
            <pc:sldMk cId="0" sldId="258"/>
            <ac:spMk id="18" creationId="{00000000-0000-0000-0000-000000000000}"/>
          </ac:spMkLst>
        </pc:spChg>
        <pc:grpChg chg="mod">
          <ac:chgData name="Christina Knes" userId="7e9737a164333dbd" providerId="LiveId" clId="{72053980-4108-4AED-A5B7-3290F7F82C69}" dt="2026-06-09T08:43:14.642" v="113" actId="1076"/>
          <ac:grpSpMkLst>
            <pc:docMk/>
            <pc:sldMk cId="0" sldId="258"/>
            <ac:grpSpMk id="3" creationId="{00000000-0000-0000-0000-000000000000}"/>
          </ac:grpSpMkLst>
        </pc:grpChg>
      </pc:sldChg>
      <pc:sldChg chg="modSp mod modAnim">
        <pc:chgData name="Christina Knes" userId="7e9737a164333dbd" providerId="LiveId" clId="{72053980-4108-4AED-A5B7-3290F7F82C69}" dt="2026-06-09T08:45:41.531" v="128"/>
        <pc:sldMkLst>
          <pc:docMk/>
          <pc:sldMk cId="0" sldId="260"/>
        </pc:sldMkLst>
        <pc:spChg chg="mod">
          <ac:chgData name="Christina Knes" userId="7e9737a164333dbd" providerId="LiveId" clId="{72053980-4108-4AED-A5B7-3290F7F82C69}" dt="2026-06-09T08:37:47.403" v="31" actId="1036"/>
          <ac:spMkLst>
            <pc:docMk/>
            <pc:sldMk cId="0" sldId="260"/>
            <ac:spMk id="26" creationId="{00000000-0000-0000-0000-000000000000}"/>
          </ac:spMkLst>
        </pc:spChg>
        <pc:spChg chg="mod">
          <ac:chgData name="Christina Knes" userId="7e9737a164333dbd" providerId="LiveId" clId="{72053980-4108-4AED-A5B7-3290F7F82C69}" dt="2026-06-09T08:37:53.649" v="39" actId="1036"/>
          <ac:spMkLst>
            <pc:docMk/>
            <pc:sldMk cId="0" sldId="260"/>
            <ac:spMk id="27" creationId="{00000000-0000-0000-0000-000000000000}"/>
          </ac:spMkLst>
        </pc:spChg>
        <pc:spChg chg="mod">
          <ac:chgData name="Christina Knes" userId="7e9737a164333dbd" providerId="LiveId" clId="{72053980-4108-4AED-A5B7-3290F7F82C69}" dt="2026-06-09T08:37:59.110" v="47" actId="1035"/>
          <ac:spMkLst>
            <pc:docMk/>
            <pc:sldMk cId="0" sldId="260"/>
            <ac:spMk id="28" creationId="{00000000-0000-0000-0000-000000000000}"/>
          </ac:spMkLst>
        </pc:spChg>
        <pc:spChg chg="mod">
          <ac:chgData name="Christina Knes" userId="7e9737a164333dbd" providerId="LiveId" clId="{72053980-4108-4AED-A5B7-3290F7F82C69}" dt="2026-06-09T08:36:27.710" v="28" actId="1076"/>
          <ac:spMkLst>
            <pc:docMk/>
            <pc:sldMk cId="0" sldId="260"/>
            <ac:spMk id="29" creationId="{00000000-0000-0000-0000-000000000000}"/>
          </ac:spMkLst>
        </pc:spChg>
        <pc:spChg chg="mod">
          <ac:chgData name="Christina Knes" userId="7e9737a164333dbd" providerId="LiveId" clId="{72053980-4108-4AED-A5B7-3290F7F82C69}" dt="2026-06-09T08:37:50.518" v="34" actId="1036"/>
          <ac:spMkLst>
            <pc:docMk/>
            <pc:sldMk cId="0" sldId="260"/>
            <ac:spMk id="30" creationId="{00000000-0000-0000-0000-000000000000}"/>
          </ac:spMkLst>
        </pc:spChg>
      </pc:sldChg>
      <pc:sldChg chg="modSp mod modAnim">
        <pc:chgData name="Christina Knes" userId="7e9737a164333dbd" providerId="LiveId" clId="{72053980-4108-4AED-A5B7-3290F7F82C69}" dt="2026-06-09T08:45:49.745" v="129"/>
        <pc:sldMkLst>
          <pc:docMk/>
          <pc:sldMk cId="0" sldId="261"/>
        </pc:sldMkLst>
        <pc:spChg chg="mod">
          <ac:chgData name="Christina Knes" userId="7e9737a164333dbd" providerId="LiveId" clId="{72053980-4108-4AED-A5B7-3290F7F82C69}" dt="2026-06-09T08:41:04.858" v="95" actId="20577"/>
          <ac:spMkLst>
            <pc:docMk/>
            <pc:sldMk cId="0" sldId="261"/>
            <ac:spMk id="3" creationId="{00000000-0000-0000-0000-000000000000}"/>
          </ac:spMkLst>
        </pc:spChg>
        <pc:spChg chg="mod">
          <ac:chgData name="Christina Knes" userId="7e9737a164333dbd" providerId="LiveId" clId="{72053980-4108-4AED-A5B7-3290F7F82C69}" dt="2026-06-09T08:38:10.023" v="48" actId="1076"/>
          <ac:spMkLst>
            <pc:docMk/>
            <pc:sldMk cId="0" sldId="261"/>
            <ac:spMk id="4" creationId="{00000000-0000-0000-0000-000000000000}"/>
          </ac:spMkLst>
        </pc:spChg>
      </pc:sldChg>
      <pc:sldChg chg="addSp modSp mod">
        <pc:chgData name="Christina Knes" userId="7e9737a164333dbd" providerId="LiveId" clId="{72053980-4108-4AED-A5B7-3290F7F82C69}" dt="2026-06-09T08:40:37.397" v="81" actId="1076"/>
        <pc:sldMkLst>
          <pc:docMk/>
          <pc:sldMk cId="0" sldId="262"/>
        </pc:sldMkLst>
        <pc:spChg chg="mod">
          <ac:chgData name="Christina Knes" userId="7e9737a164333dbd" providerId="LiveId" clId="{72053980-4108-4AED-A5B7-3290F7F82C69}" dt="2026-06-09T08:40:30.593" v="80" actId="1076"/>
          <ac:spMkLst>
            <pc:docMk/>
            <pc:sldMk cId="0" sldId="262"/>
            <ac:spMk id="2" creationId="{00000000-0000-0000-0000-000000000000}"/>
          </ac:spMkLst>
        </pc:spChg>
        <pc:spChg chg="mod">
          <ac:chgData name="Christina Knes" userId="7e9737a164333dbd" providerId="LiveId" clId="{72053980-4108-4AED-A5B7-3290F7F82C69}" dt="2026-06-09T08:40:19.787" v="76" actId="1076"/>
          <ac:spMkLst>
            <pc:docMk/>
            <pc:sldMk cId="0" sldId="262"/>
            <ac:spMk id="3" creationId="{00000000-0000-0000-0000-000000000000}"/>
          </ac:spMkLst>
        </pc:spChg>
        <pc:spChg chg="mod">
          <ac:chgData name="Christina Knes" userId="7e9737a164333dbd" providerId="LiveId" clId="{72053980-4108-4AED-A5B7-3290F7F82C69}" dt="2026-06-09T08:40:13.422" v="72" actId="1076"/>
          <ac:spMkLst>
            <pc:docMk/>
            <pc:sldMk cId="0" sldId="262"/>
            <ac:spMk id="4" creationId="{00000000-0000-0000-0000-000000000000}"/>
          </ac:spMkLst>
        </pc:spChg>
        <pc:spChg chg="mod">
          <ac:chgData name="Christina Knes" userId="7e9737a164333dbd" providerId="LiveId" clId="{72053980-4108-4AED-A5B7-3290F7F82C69}" dt="2026-06-09T08:40:16.851" v="74" actId="1076"/>
          <ac:spMkLst>
            <pc:docMk/>
            <pc:sldMk cId="0" sldId="262"/>
            <ac:spMk id="5" creationId="{00000000-0000-0000-0000-000000000000}"/>
          </ac:spMkLst>
        </pc:spChg>
        <pc:spChg chg="mod">
          <ac:chgData name="Christina Knes" userId="7e9737a164333dbd" providerId="LiveId" clId="{72053980-4108-4AED-A5B7-3290F7F82C69}" dt="2026-06-09T08:40:27.388" v="78" actId="1076"/>
          <ac:spMkLst>
            <pc:docMk/>
            <pc:sldMk cId="0" sldId="262"/>
            <ac:spMk id="6" creationId="{00000000-0000-0000-0000-000000000000}"/>
          </ac:spMkLst>
        </pc:spChg>
        <pc:spChg chg="mod">
          <ac:chgData name="Christina Knes" userId="7e9737a164333dbd" providerId="LiveId" clId="{72053980-4108-4AED-A5B7-3290F7F82C69}" dt="2026-06-09T08:40:18.456" v="75" actId="1076"/>
          <ac:spMkLst>
            <pc:docMk/>
            <pc:sldMk cId="0" sldId="262"/>
            <ac:spMk id="7" creationId="{00000000-0000-0000-0000-000000000000}"/>
          </ac:spMkLst>
        </pc:spChg>
        <pc:spChg chg="mod">
          <ac:chgData name="Christina Knes" userId="7e9737a164333dbd" providerId="LiveId" clId="{72053980-4108-4AED-A5B7-3290F7F82C69}" dt="2026-06-09T08:40:29.200" v="79" actId="1076"/>
          <ac:spMkLst>
            <pc:docMk/>
            <pc:sldMk cId="0" sldId="262"/>
            <ac:spMk id="9" creationId="{00000000-0000-0000-0000-000000000000}"/>
          </ac:spMkLst>
        </pc:spChg>
        <pc:spChg chg="mod">
          <ac:chgData name="Christina Knes" userId="7e9737a164333dbd" providerId="LiveId" clId="{72053980-4108-4AED-A5B7-3290F7F82C69}" dt="2026-06-09T08:40:25.875" v="77" actId="1076"/>
          <ac:spMkLst>
            <pc:docMk/>
            <pc:sldMk cId="0" sldId="262"/>
            <ac:spMk id="10" creationId="{00000000-0000-0000-0000-000000000000}"/>
          </ac:spMkLst>
        </pc:spChg>
        <pc:spChg chg="mod">
          <ac:chgData name="Christina Knes" userId="7e9737a164333dbd" providerId="LiveId" clId="{72053980-4108-4AED-A5B7-3290F7F82C69}" dt="2026-06-09T08:40:14.843" v="73" actId="1076"/>
          <ac:spMkLst>
            <pc:docMk/>
            <pc:sldMk cId="0" sldId="262"/>
            <ac:spMk id="14" creationId="{00000000-0000-0000-0000-000000000000}"/>
          </ac:spMkLst>
        </pc:spChg>
        <pc:spChg chg="add mod">
          <ac:chgData name="Christina Knes" userId="7e9737a164333dbd" providerId="LiveId" clId="{72053980-4108-4AED-A5B7-3290F7F82C69}" dt="2026-06-09T08:40:37.397" v="81" actId="1076"/>
          <ac:spMkLst>
            <pc:docMk/>
            <pc:sldMk cId="0" sldId="262"/>
            <ac:spMk id="16" creationId="{991D8DE7-5AF2-F117-76F1-3EE3ECF51802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svg"/><Relationship Id="rId4" Type="http://schemas.openxmlformats.org/officeDocument/2006/relationships/image" Target="../media/image3.svg"/><Relationship Id="rId9" Type="http://schemas.openxmlformats.org/officeDocument/2006/relationships/image" Target="../media/image8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svg"/><Relationship Id="rId5" Type="http://schemas.openxmlformats.org/officeDocument/2006/relationships/image" Target="../media/image9.svg"/><Relationship Id="rId4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svg"/><Relationship Id="rId4" Type="http://schemas.openxmlformats.org/officeDocument/2006/relationships/image" Target="../media/image7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svg"/><Relationship Id="rId3" Type="http://schemas.openxmlformats.org/officeDocument/2006/relationships/image" Target="../media/image17.svg"/><Relationship Id="rId7" Type="http://schemas.openxmlformats.org/officeDocument/2006/relationships/image" Target="../media/image8.svg"/><Relationship Id="rId2" Type="http://schemas.openxmlformats.org/officeDocument/2006/relationships/image" Target="../media/image16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svg"/><Relationship Id="rId5" Type="http://schemas.openxmlformats.org/officeDocument/2006/relationships/image" Target="../media/image18.svg"/><Relationship Id="rId4" Type="http://schemas.openxmlformats.org/officeDocument/2006/relationships/image" Target="../media/image14.sv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13" Type="http://schemas.openxmlformats.org/officeDocument/2006/relationships/hyperlink" Target="https://doi.org/10.1057/s41599-023-02269-7" TargetMode="External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svg"/><Relationship Id="rId4" Type="http://schemas.openxmlformats.org/officeDocument/2006/relationships/image" Target="../media/image3.svg"/><Relationship Id="rId9" Type="http://schemas.openxmlformats.org/officeDocument/2006/relationships/image" Target="../media/image8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691699">
            <a:off x="16345508" y="2893683"/>
            <a:ext cx="4154462" cy="3863649"/>
          </a:xfrm>
          <a:custGeom>
            <a:avLst/>
            <a:gdLst/>
            <a:ahLst/>
            <a:cxnLst/>
            <a:rect l="l" t="t" r="r" b="b"/>
            <a:pathLst>
              <a:path w="4154462" h="3863649">
                <a:moveTo>
                  <a:pt x="0" y="0"/>
                </a:moveTo>
                <a:lnTo>
                  <a:pt x="4154461" y="0"/>
                </a:lnTo>
                <a:lnTo>
                  <a:pt x="4154461" y="3863649"/>
                </a:lnTo>
                <a:lnTo>
                  <a:pt x="0" y="386364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3" name="Freeform 3"/>
          <p:cNvSpPr/>
          <p:nvPr/>
        </p:nvSpPr>
        <p:spPr>
          <a:xfrm rot="-284944">
            <a:off x="-1837951" y="3037093"/>
            <a:ext cx="4096277" cy="3630325"/>
          </a:xfrm>
          <a:custGeom>
            <a:avLst/>
            <a:gdLst/>
            <a:ahLst/>
            <a:cxnLst/>
            <a:rect l="l" t="t" r="r" b="b"/>
            <a:pathLst>
              <a:path w="4096277" h="3630325">
                <a:moveTo>
                  <a:pt x="0" y="0"/>
                </a:moveTo>
                <a:lnTo>
                  <a:pt x="4096277" y="0"/>
                </a:lnTo>
                <a:lnTo>
                  <a:pt x="4096277" y="3630325"/>
                </a:lnTo>
                <a:lnTo>
                  <a:pt x="0" y="363032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4" name="Freeform 4"/>
          <p:cNvSpPr/>
          <p:nvPr/>
        </p:nvSpPr>
        <p:spPr>
          <a:xfrm rot="1061051">
            <a:off x="12885689" y="8121676"/>
            <a:ext cx="3642065" cy="3848946"/>
          </a:xfrm>
          <a:custGeom>
            <a:avLst/>
            <a:gdLst/>
            <a:ahLst/>
            <a:cxnLst/>
            <a:rect l="l" t="t" r="r" b="b"/>
            <a:pathLst>
              <a:path w="3642065" h="3848946">
                <a:moveTo>
                  <a:pt x="0" y="0"/>
                </a:moveTo>
                <a:lnTo>
                  <a:pt x="3642065" y="0"/>
                </a:lnTo>
                <a:lnTo>
                  <a:pt x="3642065" y="3848946"/>
                </a:lnTo>
                <a:lnTo>
                  <a:pt x="0" y="384894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5" name="Freeform 5"/>
          <p:cNvSpPr/>
          <p:nvPr/>
        </p:nvSpPr>
        <p:spPr>
          <a:xfrm rot="-411245">
            <a:off x="7640446" y="8421029"/>
            <a:ext cx="4476094" cy="3731943"/>
          </a:xfrm>
          <a:custGeom>
            <a:avLst/>
            <a:gdLst/>
            <a:ahLst/>
            <a:cxnLst/>
            <a:rect l="l" t="t" r="r" b="b"/>
            <a:pathLst>
              <a:path w="4476094" h="3731943">
                <a:moveTo>
                  <a:pt x="0" y="0"/>
                </a:moveTo>
                <a:lnTo>
                  <a:pt x="4476094" y="0"/>
                </a:lnTo>
                <a:lnTo>
                  <a:pt x="4476094" y="3731943"/>
                </a:lnTo>
                <a:lnTo>
                  <a:pt x="0" y="373194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6" name="Freeform 6"/>
          <p:cNvSpPr/>
          <p:nvPr/>
        </p:nvSpPr>
        <p:spPr>
          <a:xfrm rot="-474403">
            <a:off x="6948183" y="-2882444"/>
            <a:ext cx="4368067" cy="4329846"/>
          </a:xfrm>
          <a:custGeom>
            <a:avLst/>
            <a:gdLst/>
            <a:ahLst/>
            <a:cxnLst/>
            <a:rect l="l" t="t" r="r" b="b"/>
            <a:pathLst>
              <a:path w="4368067" h="4329846">
                <a:moveTo>
                  <a:pt x="0" y="0"/>
                </a:moveTo>
                <a:lnTo>
                  <a:pt x="4368068" y="0"/>
                </a:lnTo>
                <a:lnTo>
                  <a:pt x="4368068" y="4329846"/>
                </a:lnTo>
                <a:lnTo>
                  <a:pt x="0" y="432984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7" name="Freeform 7"/>
          <p:cNvSpPr/>
          <p:nvPr/>
        </p:nvSpPr>
        <p:spPr>
          <a:xfrm>
            <a:off x="2095416" y="7659441"/>
            <a:ext cx="4373018" cy="4214496"/>
          </a:xfrm>
          <a:custGeom>
            <a:avLst/>
            <a:gdLst/>
            <a:ahLst/>
            <a:cxnLst/>
            <a:rect l="l" t="t" r="r" b="b"/>
            <a:pathLst>
              <a:path w="4373018" h="4214496">
                <a:moveTo>
                  <a:pt x="0" y="0"/>
                </a:moveTo>
                <a:lnTo>
                  <a:pt x="4373018" y="0"/>
                </a:lnTo>
                <a:lnTo>
                  <a:pt x="4373018" y="4214496"/>
                </a:lnTo>
                <a:lnTo>
                  <a:pt x="0" y="421449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8" name="Freeform 8"/>
          <p:cNvSpPr/>
          <p:nvPr/>
        </p:nvSpPr>
        <p:spPr>
          <a:xfrm rot="356799">
            <a:off x="-2319440" y="7621568"/>
            <a:ext cx="3888820" cy="3485355"/>
          </a:xfrm>
          <a:custGeom>
            <a:avLst/>
            <a:gdLst/>
            <a:ahLst/>
            <a:cxnLst/>
            <a:rect l="l" t="t" r="r" b="b"/>
            <a:pathLst>
              <a:path w="3888820" h="3485355">
                <a:moveTo>
                  <a:pt x="0" y="0"/>
                </a:moveTo>
                <a:lnTo>
                  <a:pt x="3888820" y="0"/>
                </a:lnTo>
                <a:lnTo>
                  <a:pt x="3888820" y="3485354"/>
                </a:lnTo>
                <a:lnTo>
                  <a:pt x="0" y="348535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9" name="Freeform 9"/>
          <p:cNvSpPr/>
          <p:nvPr/>
        </p:nvSpPr>
        <p:spPr>
          <a:xfrm rot="675348">
            <a:off x="12448212" y="-1678300"/>
            <a:ext cx="3789402" cy="3685194"/>
          </a:xfrm>
          <a:custGeom>
            <a:avLst/>
            <a:gdLst/>
            <a:ahLst/>
            <a:cxnLst/>
            <a:rect l="l" t="t" r="r" b="b"/>
            <a:pathLst>
              <a:path w="3789402" h="3685194">
                <a:moveTo>
                  <a:pt x="0" y="0"/>
                </a:moveTo>
                <a:lnTo>
                  <a:pt x="3789402" y="0"/>
                </a:lnTo>
                <a:lnTo>
                  <a:pt x="3789402" y="3685193"/>
                </a:lnTo>
                <a:lnTo>
                  <a:pt x="0" y="368519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10" name="Freeform 10"/>
          <p:cNvSpPr/>
          <p:nvPr/>
        </p:nvSpPr>
        <p:spPr>
          <a:xfrm rot="710027">
            <a:off x="1788193" y="-1759765"/>
            <a:ext cx="4057937" cy="3692723"/>
          </a:xfrm>
          <a:custGeom>
            <a:avLst/>
            <a:gdLst/>
            <a:ahLst/>
            <a:cxnLst/>
            <a:rect l="l" t="t" r="r" b="b"/>
            <a:pathLst>
              <a:path w="4057937" h="3692723">
                <a:moveTo>
                  <a:pt x="0" y="0"/>
                </a:moveTo>
                <a:lnTo>
                  <a:pt x="4057938" y="0"/>
                </a:lnTo>
                <a:lnTo>
                  <a:pt x="4057938" y="3692723"/>
                </a:lnTo>
                <a:lnTo>
                  <a:pt x="0" y="369272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11" name="Freeform 11"/>
          <p:cNvSpPr/>
          <p:nvPr/>
        </p:nvSpPr>
        <p:spPr>
          <a:xfrm rot="261574">
            <a:off x="16941865" y="-1490132"/>
            <a:ext cx="3763596" cy="3792036"/>
          </a:xfrm>
          <a:custGeom>
            <a:avLst/>
            <a:gdLst/>
            <a:ahLst/>
            <a:cxnLst/>
            <a:rect l="l" t="t" r="r" b="b"/>
            <a:pathLst>
              <a:path w="3763596" h="3792036">
                <a:moveTo>
                  <a:pt x="0" y="0"/>
                </a:moveTo>
                <a:lnTo>
                  <a:pt x="3763596" y="0"/>
                </a:lnTo>
                <a:lnTo>
                  <a:pt x="3763596" y="3792036"/>
                </a:lnTo>
                <a:lnTo>
                  <a:pt x="0" y="379203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12" name="TextBox 12"/>
          <p:cNvSpPr txBox="1"/>
          <p:nvPr/>
        </p:nvSpPr>
        <p:spPr>
          <a:xfrm>
            <a:off x="4000684" y="3937719"/>
            <a:ext cx="10286632" cy="33143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616"/>
              </a:lnSpc>
            </a:pPr>
            <a:r>
              <a:rPr lang="en-US" sz="8053" dirty="0">
                <a:solidFill>
                  <a:srgbClr val="558DFD"/>
                </a:solidFill>
                <a:latin typeface="Bobby Jones Soft"/>
                <a:ea typeface="Bobby Jones Soft"/>
                <a:cs typeface="Bobby Jones Soft"/>
                <a:sym typeface="Bobby Jones Soft"/>
              </a:rPr>
              <a:t>ChatGPT-3.5 as writing assistance in students’ essays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000684" y="2781448"/>
            <a:ext cx="10286632" cy="7161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703"/>
              </a:lnSpc>
              <a:spcBef>
                <a:spcPct val="0"/>
              </a:spcBef>
            </a:pPr>
            <a:r>
              <a:rPr lang="en-US" sz="4073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Bašić et al. (2023)</a:t>
            </a:r>
          </a:p>
        </p:txBody>
      </p:sp>
      <p:sp>
        <p:nvSpPr>
          <p:cNvPr id="14" name="Freeform 14"/>
          <p:cNvSpPr/>
          <p:nvPr/>
        </p:nvSpPr>
        <p:spPr>
          <a:xfrm>
            <a:off x="-2482149" y="-1417257"/>
            <a:ext cx="3294905" cy="3163108"/>
          </a:xfrm>
          <a:custGeom>
            <a:avLst/>
            <a:gdLst/>
            <a:ahLst/>
            <a:cxnLst/>
            <a:rect l="l" t="t" r="r" b="b"/>
            <a:pathLst>
              <a:path w="3294905" h="3163108">
                <a:moveTo>
                  <a:pt x="0" y="0"/>
                </a:moveTo>
                <a:lnTo>
                  <a:pt x="3294904" y="0"/>
                </a:lnTo>
                <a:lnTo>
                  <a:pt x="3294904" y="3163108"/>
                </a:lnTo>
                <a:lnTo>
                  <a:pt x="0" y="316310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15" name="Freeform 15"/>
          <p:cNvSpPr/>
          <p:nvPr/>
        </p:nvSpPr>
        <p:spPr>
          <a:xfrm rot="-503037">
            <a:off x="17176209" y="7989173"/>
            <a:ext cx="3294905" cy="2230322"/>
          </a:xfrm>
          <a:custGeom>
            <a:avLst/>
            <a:gdLst/>
            <a:ahLst/>
            <a:cxnLst/>
            <a:rect l="l" t="t" r="r" b="b"/>
            <a:pathLst>
              <a:path w="3294905" h="2230322">
                <a:moveTo>
                  <a:pt x="0" y="0"/>
                </a:moveTo>
                <a:lnTo>
                  <a:pt x="3294904" y="0"/>
                </a:lnTo>
                <a:lnTo>
                  <a:pt x="3294904" y="2230322"/>
                </a:lnTo>
                <a:lnTo>
                  <a:pt x="0" y="223032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b="-41822"/>
            </a:stretch>
          </a:blipFill>
        </p:spPr>
        <p:txBody>
          <a:bodyPr/>
          <a:lstStyle/>
          <a:p>
            <a:endParaRPr lang="de-AT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1456165" y="755651"/>
            <a:ext cx="5267697" cy="4768849"/>
          </a:xfrm>
          <a:custGeom>
            <a:avLst/>
            <a:gdLst/>
            <a:ahLst/>
            <a:cxnLst/>
            <a:rect l="l" t="t" r="r" b="b"/>
            <a:pathLst>
              <a:path w="5598662" h="5206755">
                <a:moveTo>
                  <a:pt x="0" y="0"/>
                </a:moveTo>
                <a:lnTo>
                  <a:pt x="5598661" y="0"/>
                </a:lnTo>
                <a:lnTo>
                  <a:pt x="5598661" y="5206756"/>
                </a:lnTo>
                <a:lnTo>
                  <a:pt x="0" y="520675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3" name="TextBox 3"/>
          <p:cNvSpPr txBox="1"/>
          <p:nvPr/>
        </p:nvSpPr>
        <p:spPr>
          <a:xfrm>
            <a:off x="381000" y="1751883"/>
            <a:ext cx="9626922" cy="37890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82932" lvl="1" indent="-291466" algn="l">
              <a:lnSpc>
                <a:spcPts val="3780"/>
              </a:lnSpc>
              <a:buFont typeface="Arial"/>
              <a:buChar char="•"/>
            </a:pPr>
            <a:r>
              <a:rPr lang="en-US" sz="2700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Participants</a:t>
            </a:r>
          </a:p>
          <a:p>
            <a:pPr marL="1165863" lvl="2" indent="-388621" algn="l">
              <a:lnSpc>
                <a:spcPts val="3780"/>
              </a:lnSpc>
              <a:buFont typeface="Arial"/>
              <a:buChar char="⚬"/>
            </a:pPr>
            <a:r>
              <a:rPr lang="en-US" sz="2700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18 master’s students</a:t>
            </a:r>
          </a:p>
          <a:p>
            <a:pPr marL="1165863" lvl="2" indent="-388621" algn="l">
              <a:lnSpc>
                <a:spcPts val="3780"/>
              </a:lnSpc>
              <a:buFont typeface="Arial"/>
              <a:buChar char="⚬"/>
            </a:pPr>
            <a:r>
              <a:rPr lang="en-US" sz="2700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Experimental group vs. control group</a:t>
            </a:r>
          </a:p>
          <a:p>
            <a:pPr algn="l">
              <a:lnSpc>
                <a:spcPts val="3780"/>
              </a:lnSpc>
            </a:pPr>
            <a:endParaRPr lang="en-US" sz="2700" dirty="0">
              <a:solidFill>
                <a:srgbClr val="000000"/>
              </a:solidFill>
              <a:latin typeface="Bricolage Grotesque"/>
              <a:ea typeface="Bricolage Grotesque"/>
              <a:cs typeface="Bricolage Grotesque"/>
              <a:sym typeface="Bricolage Grotesque"/>
            </a:endParaRPr>
          </a:p>
          <a:p>
            <a:pPr marL="582932" lvl="1" indent="-291466" algn="l">
              <a:lnSpc>
                <a:spcPts val="3780"/>
              </a:lnSpc>
              <a:buFont typeface="Arial"/>
              <a:buChar char="•"/>
            </a:pPr>
            <a:r>
              <a:rPr lang="en-US" sz="2700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Task</a:t>
            </a:r>
          </a:p>
          <a:p>
            <a:pPr marL="1165863" lvl="2" indent="-388621" algn="l">
              <a:lnSpc>
                <a:spcPts val="3780"/>
              </a:lnSpc>
              <a:buFont typeface="Arial"/>
              <a:buChar char="⚬"/>
            </a:pPr>
            <a:r>
              <a:rPr lang="en-US" sz="2700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Students wrote essays:</a:t>
            </a:r>
          </a:p>
          <a:p>
            <a:pPr marL="1748795" lvl="3" indent="-437199" algn="l">
              <a:lnSpc>
                <a:spcPts val="3780"/>
              </a:lnSpc>
              <a:buFont typeface="Arial"/>
              <a:buChar char="￭"/>
            </a:pPr>
            <a:r>
              <a:rPr lang="en-US" sz="2700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control group → traditional writing</a:t>
            </a:r>
          </a:p>
          <a:p>
            <a:pPr marL="1748795" lvl="3" indent="-437199" algn="l">
              <a:lnSpc>
                <a:spcPts val="3780"/>
              </a:lnSpc>
              <a:buFont typeface="Arial"/>
              <a:buChar char="￭"/>
            </a:pPr>
            <a:r>
              <a:rPr lang="en-US" sz="2700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experimental group → ChatGPT-assisted writing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829243" y="374650"/>
            <a:ext cx="9838405" cy="1412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699"/>
              </a:lnSpc>
            </a:pPr>
            <a:r>
              <a:rPr lang="en-US" sz="9999">
                <a:solidFill>
                  <a:srgbClr val="558DFD"/>
                </a:solidFill>
                <a:latin typeface="Bobby Jones Soft"/>
                <a:ea typeface="Bobby Jones Soft"/>
                <a:cs typeface="Bobby Jones Soft"/>
                <a:sym typeface="Bobby Jones Soft"/>
              </a:rPr>
              <a:t>Study Design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829800" y="5682697"/>
            <a:ext cx="8156257" cy="42652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82932" lvl="1" indent="-291466" algn="l">
              <a:lnSpc>
                <a:spcPts val="3780"/>
              </a:lnSpc>
              <a:spcBef>
                <a:spcPct val="0"/>
              </a:spcBef>
              <a:buFont typeface="Arial"/>
              <a:buChar char="•"/>
            </a:pPr>
            <a:r>
              <a:rPr lang="en-US" sz="2700" u="none" strike="noStrike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Essay Topic</a:t>
            </a:r>
          </a:p>
          <a:p>
            <a:pPr marL="1165863" lvl="2" indent="-388621" algn="l">
              <a:lnSpc>
                <a:spcPts val="3780"/>
              </a:lnSpc>
              <a:spcBef>
                <a:spcPct val="0"/>
              </a:spcBef>
              <a:buFont typeface="Arial"/>
              <a:buChar char="⚬"/>
            </a:pPr>
            <a:r>
              <a:rPr lang="en-US" sz="2700" u="none" strike="noStrike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Biometric identification in forensic sciences</a:t>
            </a:r>
          </a:p>
          <a:p>
            <a:pPr algn="l">
              <a:lnSpc>
                <a:spcPts val="3780"/>
              </a:lnSpc>
              <a:spcBef>
                <a:spcPct val="0"/>
              </a:spcBef>
            </a:pPr>
            <a:endParaRPr lang="en-US" sz="2700" u="none" strike="noStrike" dirty="0">
              <a:solidFill>
                <a:srgbClr val="000000"/>
              </a:solidFill>
              <a:latin typeface="Bricolage Grotesque"/>
              <a:ea typeface="Bricolage Grotesque"/>
              <a:cs typeface="Bricolage Grotesque"/>
              <a:sym typeface="Bricolage Grotesque"/>
            </a:endParaRPr>
          </a:p>
          <a:p>
            <a:pPr marL="582932" lvl="1" indent="-291466" algn="l">
              <a:lnSpc>
                <a:spcPts val="3780"/>
              </a:lnSpc>
              <a:spcBef>
                <a:spcPct val="0"/>
              </a:spcBef>
              <a:buFont typeface="Arial"/>
              <a:buChar char="•"/>
            </a:pPr>
            <a:r>
              <a:rPr lang="en-US" sz="2700" u="none" strike="noStrike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Measurements</a:t>
            </a:r>
          </a:p>
          <a:p>
            <a:pPr marL="1165863" lvl="2" indent="-388621" algn="l">
              <a:lnSpc>
                <a:spcPts val="3780"/>
              </a:lnSpc>
              <a:spcBef>
                <a:spcPct val="0"/>
              </a:spcBef>
              <a:buFont typeface="Arial"/>
              <a:buChar char="⚬"/>
            </a:pPr>
            <a:r>
              <a:rPr lang="en-US" sz="2700" u="none" strike="noStrike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Researchers evaluated:</a:t>
            </a:r>
          </a:p>
          <a:p>
            <a:pPr marL="1748795" lvl="3" indent="-437199" algn="l">
              <a:lnSpc>
                <a:spcPts val="3780"/>
              </a:lnSpc>
              <a:spcBef>
                <a:spcPct val="0"/>
              </a:spcBef>
              <a:buFont typeface="Arial"/>
              <a:buChar char="￭"/>
            </a:pPr>
            <a:r>
              <a:rPr lang="en-US" sz="2700" u="none" strike="noStrike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essay quality</a:t>
            </a:r>
          </a:p>
          <a:p>
            <a:pPr marL="1748795" lvl="3" indent="-437199" algn="l">
              <a:lnSpc>
                <a:spcPts val="3780"/>
              </a:lnSpc>
              <a:spcBef>
                <a:spcPct val="0"/>
              </a:spcBef>
              <a:buFont typeface="Arial"/>
              <a:buChar char="￭"/>
            </a:pPr>
            <a:r>
              <a:rPr lang="en-US" sz="2700" u="none" strike="noStrike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writing duration</a:t>
            </a:r>
          </a:p>
          <a:p>
            <a:pPr marL="1748795" lvl="3" indent="-437199" algn="l">
              <a:lnSpc>
                <a:spcPts val="3780"/>
              </a:lnSpc>
              <a:spcBef>
                <a:spcPct val="0"/>
              </a:spcBef>
              <a:buFont typeface="Arial"/>
              <a:buChar char="￭"/>
            </a:pPr>
            <a:r>
              <a:rPr lang="en-US" sz="2700" u="none" strike="noStrike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text authenticity</a:t>
            </a:r>
          </a:p>
          <a:p>
            <a:pPr marL="1748795" lvl="3" indent="-437199" algn="l">
              <a:lnSpc>
                <a:spcPts val="3780"/>
              </a:lnSpc>
              <a:spcBef>
                <a:spcPct val="0"/>
              </a:spcBef>
              <a:buFont typeface="Arial"/>
              <a:buChar char="￭"/>
            </a:pPr>
            <a:r>
              <a:rPr lang="en-US" sz="2700" u="none" strike="noStrike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AI-generated content detection</a:t>
            </a:r>
          </a:p>
        </p:txBody>
      </p:sp>
      <p:sp>
        <p:nvSpPr>
          <p:cNvPr id="6" name="Freeform 6"/>
          <p:cNvSpPr/>
          <p:nvPr/>
        </p:nvSpPr>
        <p:spPr>
          <a:xfrm>
            <a:off x="3429000" y="5920823"/>
            <a:ext cx="4209050" cy="4040688"/>
          </a:xfrm>
          <a:custGeom>
            <a:avLst/>
            <a:gdLst/>
            <a:ahLst/>
            <a:cxnLst/>
            <a:rect l="l" t="t" r="r" b="b"/>
            <a:pathLst>
              <a:path w="4209050" h="4040688">
                <a:moveTo>
                  <a:pt x="0" y="0"/>
                </a:moveTo>
                <a:lnTo>
                  <a:pt x="4209050" y="0"/>
                </a:lnTo>
                <a:lnTo>
                  <a:pt x="4209050" y="4040688"/>
                </a:lnTo>
                <a:lnTo>
                  <a:pt x="0" y="404068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/>
      <p:bldP spid="5" grpId="0"/>
      <p:bldP spid="6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827536" y="3519528"/>
            <a:ext cx="2533572" cy="2511403"/>
          </a:xfrm>
          <a:custGeom>
            <a:avLst/>
            <a:gdLst/>
            <a:ahLst/>
            <a:cxnLst/>
            <a:rect l="l" t="t" r="r" b="b"/>
            <a:pathLst>
              <a:path w="2533572" h="2511403">
                <a:moveTo>
                  <a:pt x="0" y="0"/>
                </a:moveTo>
                <a:lnTo>
                  <a:pt x="2533572" y="0"/>
                </a:lnTo>
                <a:lnTo>
                  <a:pt x="2533572" y="2511404"/>
                </a:lnTo>
                <a:lnTo>
                  <a:pt x="0" y="251140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grpSp>
        <p:nvGrpSpPr>
          <p:cNvPr id="3" name="Group 3"/>
          <p:cNvGrpSpPr/>
          <p:nvPr/>
        </p:nvGrpSpPr>
        <p:grpSpPr>
          <a:xfrm rot="2700000">
            <a:off x="2482666" y="5017359"/>
            <a:ext cx="337633" cy="337597"/>
            <a:chOff x="0" y="0"/>
            <a:chExt cx="88924" cy="88914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88924" cy="88914"/>
            </a:xfrm>
            <a:custGeom>
              <a:avLst/>
              <a:gdLst/>
              <a:ahLst/>
              <a:cxnLst/>
              <a:rect l="l" t="t" r="r" b="b"/>
              <a:pathLst>
                <a:path w="88924" h="88914">
                  <a:moveTo>
                    <a:pt x="0" y="0"/>
                  </a:moveTo>
                  <a:lnTo>
                    <a:pt x="88924" y="0"/>
                  </a:lnTo>
                  <a:lnTo>
                    <a:pt x="88924" y="88914"/>
                  </a:lnTo>
                  <a:lnTo>
                    <a:pt x="0" y="88914"/>
                  </a:lnTo>
                  <a:close/>
                </a:path>
              </a:pathLst>
            </a:custGeom>
            <a:solidFill>
              <a:srgbClr val="F8F8F8"/>
            </a:solidFill>
          </p:spPr>
          <p:txBody>
            <a:bodyPr/>
            <a:lstStyle/>
            <a:p>
              <a:endParaRPr lang="de-AT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88924" cy="12701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 rot="868315">
            <a:off x="2496273" y="4988627"/>
            <a:ext cx="310421" cy="342147"/>
          </a:xfrm>
          <a:custGeom>
            <a:avLst/>
            <a:gdLst/>
            <a:ahLst/>
            <a:cxnLst/>
            <a:rect l="l" t="t" r="r" b="b"/>
            <a:pathLst>
              <a:path w="310421" h="342147">
                <a:moveTo>
                  <a:pt x="0" y="0"/>
                </a:moveTo>
                <a:lnTo>
                  <a:pt x="310421" y="0"/>
                </a:lnTo>
                <a:lnTo>
                  <a:pt x="310421" y="342148"/>
                </a:lnTo>
                <a:lnTo>
                  <a:pt x="0" y="34214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7" name="Freeform 7"/>
          <p:cNvSpPr/>
          <p:nvPr/>
        </p:nvSpPr>
        <p:spPr>
          <a:xfrm>
            <a:off x="5871824" y="3729169"/>
            <a:ext cx="2728794" cy="2728794"/>
          </a:xfrm>
          <a:custGeom>
            <a:avLst/>
            <a:gdLst/>
            <a:ahLst/>
            <a:cxnLst/>
            <a:rect l="l" t="t" r="r" b="b"/>
            <a:pathLst>
              <a:path w="2728794" h="2728794">
                <a:moveTo>
                  <a:pt x="0" y="0"/>
                </a:moveTo>
                <a:lnTo>
                  <a:pt x="2728793" y="0"/>
                </a:lnTo>
                <a:lnTo>
                  <a:pt x="2728793" y="2728794"/>
                </a:lnTo>
                <a:lnTo>
                  <a:pt x="0" y="2728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8" name="Freeform 8"/>
          <p:cNvSpPr/>
          <p:nvPr/>
        </p:nvSpPr>
        <p:spPr>
          <a:xfrm>
            <a:off x="10115092" y="3866036"/>
            <a:ext cx="2529409" cy="2301762"/>
          </a:xfrm>
          <a:custGeom>
            <a:avLst/>
            <a:gdLst/>
            <a:ahLst/>
            <a:cxnLst/>
            <a:rect l="l" t="t" r="r" b="b"/>
            <a:pathLst>
              <a:path w="2529409" h="2301762">
                <a:moveTo>
                  <a:pt x="0" y="0"/>
                </a:moveTo>
                <a:lnTo>
                  <a:pt x="2529409" y="0"/>
                </a:lnTo>
                <a:lnTo>
                  <a:pt x="2529409" y="2301762"/>
                </a:lnTo>
                <a:lnTo>
                  <a:pt x="0" y="230176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9" name="Freeform 9"/>
          <p:cNvSpPr/>
          <p:nvPr/>
        </p:nvSpPr>
        <p:spPr>
          <a:xfrm>
            <a:off x="14249400" y="3947914"/>
            <a:ext cx="2564325" cy="2138006"/>
          </a:xfrm>
          <a:custGeom>
            <a:avLst/>
            <a:gdLst/>
            <a:ahLst/>
            <a:cxnLst/>
            <a:rect l="l" t="t" r="r" b="b"/>
            <a:pathLst>
              <a:path w="2564325" h="2138006">
                <a:moveTo>
                  <a:pt x="0" y="0"/>
                </a:moveTo>
                <a:lnTo>
                  <a:pt x="2564325" y="0"/>
                </a:lnTo>
                <a:lnTo>
                  <a:pt x="2564325" y="2138006"/>
                </a:lnTo>
                <a:lnTo>
                  <a:pt x="0" y="213800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10" name="TextBox 10"/>
          <p:cNvSpPr txBox="1"/>
          <p:nvPr/>
        </p:nvSpPr>
        <p:spPr>
          <a:xfrm>
            <a:off x="5293102" y="6185120"/>
            <a:ext cx="3828155" cy="1057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 b="1">
                <a:solidFill>
                  <a:srgbClr val="000000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ChatGPT group did NOT perform better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200217" y="1562429"/>
            <a:ext cx="16408622" cy="1412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699"/>
              </a:lnSpc>
            </a:pPr>
            <a:r>
              <a:rPr lang="en-US" sz="9999">
                <a:solidFill>
                  <a:srgbClr val="558DFD"/>
                </a:solidFill>
                <a:latin typeface="Bobby Jones Soft"/>
                <a:ea typeface="Bobby Jones Soft"/>
                <a:cs typeface="Bobby Jones Soft"/>
                <a:sym typeface="Bobby Jones Soft"/>
              </a:rPr>
              <a:t>Main Results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357202" y="6451819"/>
            <a:ext cx="3456099" cy="523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 b="1" dirty="0">
                <a:solidFill>
                  <a:srgbClr val="000000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Average grade “C”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738215" y="6451818"/>
            <a:ext cx="3456099" cy="523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 b="1" dirty="0">
                <a:solidFill>
                  <a:srgbClr val="000000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No faster writing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3408628" y="6185120"/>
            <a:ext cx="4200211" cy="1057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 b="1" dirty="0">
                <a:solidFill>
                  <a:srgbClr val="000000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Slightly unauthentic text in ChatGPT group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6" grpId="0" animBg="1"/>
      <p:bldP spid="7" grpId="0" animBg="1"/>
      <p:bldP spid="8" grpId="0" animBg="1"/>
      <p:bldP spid="9" grpId="0" animBg="1"/>
      <p:bldP spid="10" grpId="0"/>
      <p:bldP spid="16" grpId="0"/>
      <p:bldP spid="17" grpId="0"/>
      <p:bldP spid="18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594855" y="1467431"/>
            <a:ext cx="15098290" cy="19952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704"/>
              </a:lnSpc>
            </a:pPr>
            <a:r>
              <a:rPr lang="en-US" sz="7200">
                <a:solidFill>
                  <a:srgbClr val="558DFD"/>
                </a:solidFill>
                <a:latin typeface="Bobby Jones Soft"/>
                <a:ea typeface="Bobby Jones Soft"/>
                <a:cs typeface="Bobby Jones Soft"/>
                <a:sym typeface="Bobby Jones Soft"/>
              </a:rPr>
              <a:t>ChatGPT is not automatically an “essay enhancement tool.”</a:t>
            </a:r>
          </a:p>
        </p:txBody>
      </p:sp>
      <p:sp>
        <p:nvSpPr>
          <p:cNvPr id="3" name="Freeform 3"/>
          <p:cNvSpPr/>
          <p:nvPr/>
        </p:nvSpPr>
        <p:spPr>
          <a:xfrm>
            <a:off x="6082307" y="5310221"/>
            <a:ext cx="2038637" cy="1806742"/>
          </a:xfrm>
          <a:custGeom>
            <a:avLst/>
            <a:gdLst/>
            <a:ahLst/>
            <a:cxnLst/>
            <a:rect l="l" t="t" r="r" b="b"/>
            <a:pathLst>
              <a:path w="2038637" h="1806742">
                <a:moveTo>
                  <a:pt x="0" y="0"/>
                </a:moveTo>
                <a:lnTo>
                  <a:pt x="2038637" y="0"/>
                </a:lnTo>
                <a:lnTo>
                  <a:pt x="2038637" y="1806742"/>
                </a:lnTo>
                <a:lnTo>
                  <a:pt x="0" y="180674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4" name="TextBox 4"/>
          <p:cNvSpPr txBox="1"/>
          <p:nvPr/>
        </p:nvSpPr>
        <p:spPr>
          <a:xfrm>
            <a:off x="1225905" y="7598370"/>
            <a:ext cx="3456099" cy="4624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780"/>
              </a:lnSpc>
            </a:pPr>
            <a:r>
              <a:rPr lang="en-US" sz="280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prior knowledge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373576" y="7598370"/>
            <a:ext cx="3456099" cy="4624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780"/>
              </a:lnSpc>
            </a:pPr>
            <a:r>
              <a:rPr lang="en-US" sz="2800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critical thinking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3668919" y="7598370"/>
            <a:ext cx="3456099" cy="4624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780"/>
              </a:lnSpc>
            </a:pPr>
            <a:r>
              <a:rPr lang="en-US" sz="280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prompting ability</a:t>
            </a:r>
          </a:p>
        </p:txBody>
      </p:sp>
      <p:sp>
        <p:nvSpPr>
          <p:cNvPr id="7" name="Freeform 7"/>
          <p:cNvSpPr/>
          <p:nvPr/>
        </p:nvSpPr>
        <p:spPr>
          <a:xfrm>
            <a:off x="14382346" y="5196793"/>
            <a:ext cx="2029243" cy="1892687"/>
          </a:xfrm>
          <a:custGeom>
            <a:avLst/>
            <a:gdLst/>
            <a:ahLst/>
            <a:cxnLst/>
            <a:rect l="l" t="t" r="r" b="b"/>
            <a:pathLst>
              <a:path w="2029243" h="1892687">
                <a:moveTo>
                  <a:pt x="0" y="0"/>
                </a:moveTo>
                <a:lnTo>
                  <a:pt x="2029243" y="0"/>
                </a:lnTo>
                <a:lnTo>
                  <a:pt x="2029243" y="1892687"/>
                </a:lnTo>
                <a:lnTo>
                  <a:pt x="0" y="189268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-11852" t="-10328"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8" name="Freeform 8"/>
          <p:cNvSpPr/>
          <p:nvPr/>
        </p:nvSpPr>
        <p:spPr>
          <a:xfrm>
            <a:off x="1945547" y="5169310"/>
            <a:ext cx="2016815" cy="1947654"/>
          </a:xfrm>
          <a:custGeom>
            <a:avLst/>
            <a:gdLst/>
            <a:ahLst/>
            <a:cxnLst/>
            <a:rect l="l" t="t" r="r" b="b"/>
            <a:pathLst>
              <a:path w="2016815" h="1947654">
                <a:moveTo>
                  <a:pt x="0" y="0"/>
                </a:moveTo>
                <a:lnTo>
                  <a:pt x="2016815" y="0"/>
                </a:lnTo>
                <a:lnTo>
                  <a:pt x="2016815" y="1947653"/>
                </a:lnTo>
                <a:lnTo>
                  <a:pt x="0" y="194765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r="-7749"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9" name="TextBox 9"/>
          <p:cNvSpPr txBox="1"/>
          <p:nvPr/>
        </p:nvSpPr>
        <p:spPr>
          <a:xfrm>
            <a:off x="1028700" y="3594158"/>
            <a:ext cx="16230600" cy="5574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79"/>
              </a:lnSpc>
            </a:pPr>
            <a:r>
              <a:rPr lang="en-US" sz="3600" b="1" dirty="0">
                <a:solidFill>
                  <a:srgbClr val="000000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Its effectiveness depends on: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525000" y="7598370"/>
            <a:ext cx="3456099" cy="4624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780"/>
              </a:lnSpc>
            </a:pPr>
            <a:r>
              <a:rPr lang="en-US" sz="280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writing competence</a:t>
            </a:r>
          </a:p>
        </p:txBody>
      </p:sp>
      <p:sp>
        <p:nvSpPr>
          <p:cNvPr id="11" name="Freeform 11"/>
          <p:cNvSpPr/>
          <p:nvPr/>
        </p:nvSpPr>
        <p:spPr>
          <a:xfrm>
            <a:off x="10412100" y="5188044"/>
            <a:ext cx="1681899" cy="2051096"/>
          </a:xfrm>
          <a:custGeom>
            <a:avLst/>
            <a:gdLst/>
            <a:ahLst/>
            <a:cxnLst/>
            <a:rect l="l" t="t" r="r" b="b"/>
            <a:pathLst>
              <a:path w="1681899" h="2051096">
                <a:moveTo>
                  <a:pt x="0" y="0"/>
                </a:moveTo>
                <a:lnTo>
                  <a:pt x="1681898" y="0"/>
                </a:lnTo>
                <a:lnTo>
                  <a:pt x="1681898" y="2051096"/>
                </a:lnTo>
                <a:lnTo>
                  <a:pt x="0" y="205109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/>
      <p:bldP spid="5" grpId="0"/>
      <p:bldP spid="6" grpId="0"/>
      <p:bldP spid="7" grpId="0" animBg="1"/>
      <p:bldP spid="8" grpId="0" animBg="1"/>
      <p:bldP spid="10" grpId="0"/>
      <p:bldP spid="1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28700" y="1553110"/>
            <a:ext cx="16230600" cy="1412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699"/>
              </a:lnSpc>
            </a:pPr>
            <a:r>
              <a:rPr lang="en-US" sz="9999">
                <a:solidFill>
                  <a:srgbClr val="558DFD"/>
                </a:solidFill>
                <a:latin typeface="Bobby Jones Soft"/>
                <a:ea typeface="Bobby Jones Soft"/>
                <a:cs typeface="Bobby Jones Soft"/>
                <a:sym typeface="Bobby Jones Soft"/>
              </a:rPr>
              <a:t>Critical Reflection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4442173" y="3537484"/>
            <a:ext cx="2304280" cy="5473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79"/>
              </a:lnSpc>
            </a:pPr>
            <a:r>
              <a:rPr lang="en-US" sz="3199" b="1">
                <a:solidFill>
                  <a:srgbClr val="000000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Strengths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2229425" y="4164001"/>
            <a:ext cx="6729777" cy="2868249"/>
            <a:chOff x="0" y="0"/>
            <a:chExt cx="1772452" cy="755423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772452" cy="755423"/>
            </a:xfrm>
            <a:custGeom>
              <a:avLst/>
              <a:gdLst/>
              <a:ahLst/>
              <a:cxnLst/>
              <a:rect l="l" t="t" r="r" b="b"/>
              <a:pathLst>
                <a:path w="1772452" h="755423">
                  <a:moveTo>
                    <a:pt x="31061" y="0"/>
                  </a:moveTo>
                  <a:lnTo>
                    <a:pt x="1741391" y="0"/>
                  </a:lnTo>
                  <a:cubicBezTo>
                    <a:pt x="1758545" y="0"/>
                    <a:pt x="1772452" y="13906"/>
                    <a:pt x="1772452" y="31061"/>
                  </a:cubicBezTo>
                  <a:lnTo>
                    <a:pt x="1772452" y="724363"/>
                  </a:lnTo>
                  <a:cubicBezTo>
                    <a:pt x="1772452" y="732601"/>
                    <a:pt x="1769179" y="740501"/>
                    <a:pt x="1763354" y="746326"/>
                  </a:cubicBezTo>
                  <a:cubicBezTo>
                    <a:pt x="1757529" y="752151"/>
                    <a:pt x="1749629" y="755423"/>
                    <a:pt x="1741391" y="755423"/>
                  </a:cubicBezTo>
                  <a:lnTo>
                    <a:pt x="31061" y="755423"/>
                  </a:lnTo>
                  <a:cubicBezTo>
                    <a:pt x="13906" y="755423"/>
                    <a:pt x="0" y="741517"/>
                    <a:pt x="0" y="724363"/>
                  </a:cubicBezTo>
                  <a:lnTo>
                    <a:pt x="0" y="31061"/>
                  </a:lnTo>
                  <a:cubicBezTo>
                    <a:pt x="0" y="13906"/>
                    <a:pt x="13906" y="0"/>
                    <a:pt x="31061" y="0"/>
                  </a:cubicBezTo>
                  <a:close/>
                </a:path>
              </a:pathLst>
            </a:custGeom>
            <a:ln w="28575" cap="rnd">
              <a:solidFill>
                <a:srgbClr val="0E2365"/>
              </a:solidFill>
              <a:prstDash val="solid"/>
              <a:round/>
            </a:ln>
          </p:spPr>
          <p:txBody>
            <a:bodyPr/>
            <a:lstStyle/>
            <a:p>
              <a:endParaRPr lang="de-AT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38100"/>
              <a:ext cx="1772452" cy="79352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2953075" y="4587465"/>
            <a:ext cx="5626222" cy="19672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04519" lvl="1" indent="-302260" algn="l">
              <a:lnSpc>
                <a:spcPts val="3919"/>
              </a:lnSpc>
              <a:buFont typeface="Arial"/>
              <a:buChar char="•"/>
            </a:pPr>
            <a:r>
              <a:rPr lang="en-US" sz="2799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Real experimental design</a:t>
            </a:r>
          </a:p>
          <a:p>
            <a:pPr marL="604519" lvl="1" indent="-302260" algn="l">
              <a:lnSpc>
                <a:spcPts val="3919"/>
              </a:lnSpc>
              <a:buFont typeface="Arial"/>
              <a:buChar char="•"/>
            </a:pPr>
            <a:r>
              <a:rPr lang="en-US" sz="2799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Authentic student environment</a:t>
            </a:r>
          </a:p>
          <a:p>
            <a:pPr marL="604519" lvl="1" indent="-302260" algn="l">
              <a:lnSpc>
                <a:spcPts val="3919"/>
              </a:lnSpc>
              <a:buFont typeface="Arial"/>
              <a:buChar char="•"/>
            </a:pPr>
            <a:r>
              <a:rPr lang="en-US" sz="2799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Relevant educational question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1334083" y="4737727"/>
            <a:ext cx="1790683" cy="1720797"/>
            <a:chOff x="0" y="0"/>
            <a:chExt cx="2387578" cy="2294396"/>
          </a:xfrm>
        </p:grpSpPr>
        <p:grpSp>
          <p:nvGrpSpPr>
            <p:cNvPr id="9" name="Group 9"/>
            <p:cNvGrpSpPr/>
            <p:nvPr/>
          </p:nvGrpSpPr>
          <p:grpSpPr>
            <a:xfrm>
              <a:off x="332384" y="285794"/>
              <a:ext cx="1722809" cy="1722809"/>
              <a:chOff x="0" y="0"/>
              <a:chExt cx="812800" cy="812800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8F8F8"/>
              </a:solidFill>
            </p:spPr>
            <p:txBody>
              <a:bodyPr/>
              <a:lstStyle/>
              <a:p>
                <a:endParaRPr lang="de-AT"/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2" name="Freeform 12"/>
            <p:cNvSpPr/>
            <p:nvPr/>
          </p:nvSpPr>
          <p:spPr>
            <a:xfrm>
              <a:off x="0" y="0"/>
              <a:ext cx="2387578" cy="2294396"/>
            </a:xfrm>
            <a:custGeom>
              <a:avLst/>
              <a:gdLst/>
              <a:ahLst/>
              <a:cxnLst/>
              <a:rect l="l" t="t" r="r" b="b"/>
              <a:pathLst>
                <a:path w="2387578" h="2294396">
                  <a:moveTo>
                    <a:pt x="0" y="0"/>
                  </a:moveTo>
                  <a:lnTo>
                    <a:pt x="2387578" y="0"/>
                  </a:lnTo>
                  <a:lnTo>
                    <a:pt x="2387578" y="2294396"/>
                  </a:lnTo>
                  <a:lnTo>
                    <a:pt x="0" y="22943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 l="-120384" r="-93783" b="-212215"/>
              </a:stretch>
            </a:blipFill>
          </p:spPr>
          <p:txBody>
            <a:bodyPr/>
            <a:lstStyle/>
            <a:p>
              <a:endParaRPr lang="de-AT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0224140" y="4164001"/>
            <a:ext cx="6729777" cy="2868249"/>
            <a:chOff x="0" y="0"/>
            <a:chExt cx="1772452" cy="755423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772452" cy="755423"/>
            </a:xfrm>
            <a:custGeom>
              <a:avLst/>
              <a:gdLst/>
              <a:ahLst/>
              <a:cxnLst/>
              <a:rect l="l" t="t" r="r" b="b"/>
              <a:pathLst>
                <a:path w="1772452" h="755423">
                  <a:moveTo>
                    <a:pt x="31061" y="0"/>
                  </a:moveTo>
                  <a:lnTo>
                    <a:pt x="1741391" y="0"/>
                  </a:lnTo>
                  <a:cubicBezTo>
                    <a:pt x="1758545" y="0"/>
                    <a:pt x="1772452" y="13906"/>
                    <a:pt x="1772452" y="31061"/>
                  </a:cubicBezTo>
                  <a:lnTo>
                    <a:pt x="1772452" y="724363"/>
                  </a:lnTo>
                  <a:cubicBezTo>
                    <a:pt x="1772452" y="732601"/>
                    <a:pt x="1769179" y="740501"/>
                    <a:pt x="1763354" y="746326"/>
                  </a:cubicBezTo>
                  <a:cubicBezTo>
                    <a:pt x="1757529" y="752151"/>
                    <a:pt x="1749629" y="755423"/>
                    <a:pt x="1741391" y="755423"/>
                  </a:cubicBezTo>
                  <a:lnTo>
                    <a:pt x="31061" y="755423"/>
                  </a:lnTo>
                  <a:cubicBezTo>
                    <a:pt x="13906" y="755423"/>
                    <a:pt x="0" y="741517"/>
                    <a:pt x="0" y="724363"/>
                  </a:cubicBezTo>
                  <a:lnTo>
                    <a:pt x="0" y="31061"/>
                  </a:lnTo>
                  <a:cubicBezTo>
                    <a:pt x="0" y="13906"/>
                    <a:pt x="13906" y="0"/>
                    <a:pt x="31061" y="0"/>
                  </a:cubicBezTo>
                  <a:close/>
                </a:path>
              </a:pathLst>
            </a:custGeom>
            <a:ln w="28575" cap="rnd">
              <a:solidFill>
                <a:srgbClr val="0E2365"/>
              </a:solidFill>
              <a:prstDash val="solid"/>
              <a:round/>
            </a:ln>
          </p:spPr>
          <p:txBody>
            <a:bodyPr/>
            <a:lstStyle/>
            <a:p>
              <a:endParaRPr lang="de-AT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1772452" cy="79352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10971712" y="4339815"/>
            <a:ext cx="5834436" cy="24625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04521" lvl="1" indent="-302261" algn="l">
              <a:lnSpc>
                <a:spcPts val="3920"/>
              </a:lnSpc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Very small sample size (9 vs. 9)</a:t>
            </a:r>
          </a:p>
          <a:p>
            <a:pPr marL="604521" lvl="1" indent="-302261" algn="l">
              <a:lnSpc>
                <a:spcPts val="3920"/>
              </a:lnSpc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Students were inexperienced with ChatGPT</a:t>
            </a:r>
          </a:p>
          <a:p>
            <a:pPr marL="604521" lvl="1" indent="-302261" algn="l">
              <a:lnSpc>
                <a:spcPts val="3920"/>
              </a:lnSpc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Non-English writing task</a:t>
            </a:r>
          </a:p>
          <a:p>
            <a:pPr marL="604521" lvl="1" indent="-302261" algn="l">
              <a:lnSpc>
                <a:spcPts val="3920"/>
              </a:lnSpc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Short-term intervention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9328798" y="4737727"/>
            <a:ext cx="1790683" cy="1720797"/>
            <a:chOff x="0" y="0"/>
            <a:chExt cx="2387578" cy="2294396"/>
          </a:xfrm>
        </p:grpSpPr>
        <p:grpSp>
          <p:nvGrpSpPr>
            <p:cNvPr id="18" name="Group 18"/>
            <p:cNvGrpSpPr/>
            <p:nvPr/>
          </p:nvGrpSpPr>
          <p:grpSpPr>
            <a:xfrm>
              <a:off x="332384" y="285794"/>
              <a:ext cx="1722809" cy="1722809"/>
              <a:chOff x="0" y="0"/>
              <a:chExt cx="812800" cy="812800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8F8F8"/>
              </a:solidFill>
            </p:spPr>
            <p:txBody>
              <a:bodyPr/>
              <a:lstStyle/>
              <a:p>
                <a:endParaRPr lang="de-AT"/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21" name="Freeform 21"/>
            <p:cNvSpPr/>
            <p:nvPr/>
          </p:nvSpPr>
          <p:spPr>
            <a:xfrm>
              <a:off x="0" y="0"/>
              <a:ext cx="2387578" cy="2294396"/>
            </a:xfrm>
            <a:custGeom>
              <a:avLst/>
              <a:gdLst/>
              <a:ahLst/>
              <a:cxnLst/>
              <a:rect l="l" t="t" r="r" b="b"/>
              <a:pathLst>
                <a:path w="2387578" h="2294396">
                  <a:moveTo>
                    <a:pt x="0" y="0"/>
                  </a:moveTo>
                  <a:lnTo>
                    <a:pt x="2387578" y="0"/>
                  </a:lnTo>
                  <a:lnTo>
                    <a:pt x="2387578" y="2294396"/>
                  </a:lnTo>
                  <a:lnTo>
                    <a:pt x="0" y="22943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-120384" r="-93783" b="-212215"/>
              </a:stretch>
            </a:blipFill>
          </p:spPr>
          <p:txBody>
            <a:bodyPr/>
            <a:lstStyle/>
            <a:p>
              <a:endParaRPr lang="de-AT"/>
            </a:p>
          </p:txBody>
        </p:sp>
        <p:grpSp>
          <p:nvGrpSpPr>
            <p:cNvPr id="22" name="Group 22"/>
            <p:cNvGrpSpPr/>
            <p:nvPr/>
          </p:nvGrpSpPr>
          <p:grpSpPr>
            <a:xfrm>
              <a:off x="658897" y="603638"/>
              <a:ext cx="1069783" cy="1069783"/>
              <a:chOff x="0" y="0"/>
              <a:chExt cx="812800" cy="812800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8F8F8"/>
              </a:solidFill>
            </p:spPr>
            <p:txBody>
              <a:bodyPr/>
              <a:lstStyle/>
              <a:p>
                <a:endParaRPr lang="de-AT"/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25" name="TextBox 25"/>
            <p:cNvSpPr txBox="1"/>
            <p:nvPr/>
          </p:nvSpPr>
          <p:spPr>
            <a:xfrm>
              <a:off x="340203" y="536415"/>
              <a:ext cx="1707171" cy="131985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307"/>
                </a:lnSpc>
              </a:pPr>
              <a:r>
                <a:rPr lang="en-US" sz="5934">
                  <a:solidFill>
                    <a:srgbClr val="0E2365"/>
                  </a:solidFill>
                  <a:latin typeface="Canva Student Font"/>
                  <a:ea typeface="Canva Student Font"/>
                  <a:cs typeface="Canva Student Font"/>
                  <a:sym typeface="Canva Student Font"/>
                </a:rPr>
                <a:t>X</a:t>
              </a:r>
            </a:p>
          </p:txBody>
        </p:sp>
      </p:grpSp>
      <p:sp>
        <p:nvSpPr>
          <p:cNvPr id="26" name="Freeform 26"/>
          <p:cNvSpPr/>
          <p:nvPr/>
        </p:nvSpPr>
        <p:spPr>
          <a:xfrm rot="-535869">
            <a:off x="11226228" y="8137921"/>
            <a:ext cx="3894554" cy="3582989"/>
          </a:xfrm>
          <a:custGeom>
            <a:avLst/>
            <a:gdLst/>
            <a:ahLst/>
            <a:cxnLst/>
            <a:rect l="l" t="t" r="r" b="b"/>
            <a:pathLst>
              <a:path w="3894554" h="3582989">
                <a:moveTo>
                  <a:pt x="0" y="0"/>
                </a:moveTo>
                <a:lnTo>
                  <a:pt x="3894554" y="0"/>
                </a:lnTo>
                <a:lnTo>
                  <a:pt x="3894554" y="3582990"/>
                </a:lnTo>
                <a:lnTo>
                  <a:pt x="0" y="358299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27" name="Freeform 27"/>
          <p:cNvSpPr/>
          <p:nvPr/>
        </p:nvSpPr>
        <p:spPr>
          <a:xfrm rot="-145680">
            <a:off x="3401939" y="8445960"/>
            <a:ext cx="3519250" cy="3330090"/>
          </a:xfrm>
          <a:custGeom>
            <a:avLst/>
            <a:gdLst/>
            <a:ahLst/>
            <a:cxnLst/>
            <a:rect l="l" t="t" r="r" b="b"/>
            <a:pathLst>
              <a:path w="3519250" h="3330090">
                <a:moveTo>
                  <a:pt x="0" y="0"/>
                </a:moveTo>
                <a:lnTo>
                  <a:pt x="3519250" y="0"/>
                </a:lnTo>
                <a:lnTo>
                  <a:pt x="3519250" y="3330091"/>
                </a:lnTo>
                <a:lnTo>
                  <a:pt x="0" y="333009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28" name="Freeform 28"/>
          <p:cNvSpPr/>
          <p:nvPr/>
        </p:nvSpPr>
        <p:spPr>
          <a:xfrm>
            <a:off x="-654506" y="7962900"/>
            <a:ext cx="3607581" cy="3476806"/>
          </a:xfrm>
          <a:custGeom>
            <a:avLst/>
            <a:gdLst/>
            <a:ahLst/>
            <a:cxnLst/>
            <a:rect l="l" t="t" r="r" b="b"/>
            <a:pathLst>
              <a:path w="3607581" h="3476806">
                <a:moveTo>
                  <a:pt x="0" y="0"/>
                </a:moveTo>
                <a:lnTo>
                  <a:pt x="3607581" y="0"/>
                </a:lnTo>
                <a:lnTo>
                  <a:pt x="3607581" y="3476806"/>
                </a:lnTo>
                <a:lnTo>
                  <a:pt x="0" y="347680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29" name="Freeform 29"/>
          <p:cNvSpPr/>
          <p:nvPr/>
        </p:nvSpPr>
        <p:spPr>
          <a:xfrm rot="359659">
            <a:off x="15708951" y="8406456"/>
            <a:ext cx="3100699" cy="3015430"/>
          </a:xfrm>
          <a:custGeom>
            <a:avLst/>
            <a:gdLst/>
            <a:ahLst/>
            <a:cxnLst/>
            <a:rect l="l" t="t" r="r" b="b"/>
            <a:pathLst>
              <a:path w="3100699" h="3015430">
                <a:moveTo>
                  <a:pt x="0" y="0"/>
                </a:moveTo>
                <a:lnTo>
                  <a:pt x="3100698" y="0"/>
                </a:lnTo>
                <a:lnTo>
                  <a:pt x="3100698" y="3015430"/>
                </a:lnTo>
                <a:lnTo>
                  <a:pt x="0" y="301543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30" name="Freeform 30"/>
          <p:cNvSpPr/>
          <p:nvPr/>
        </p:nvSpPr>
        <p:spPr>
          <a:xfrm rot="574447">
            <a:off x="7322967" y="8486079"/>
            <a:ext cx="3642065" cy="3848946"/>
          </a:xfrm>
          <a:custGeom>
            <a:avLst/>
            <a:gdLst/>
            <a:ahLst/>
            <a:cxnLst/>
            <a:rect l="l" t="t" r="r" b="b"/>
            <a:pathLst>
              <a:path w="3642065" h="3848946">
                <a:moveTo>
                  <a:pt x="0" y="0"/>
                </a:moveTo>
                <a:lnTo>
                  <a:pt x="3642066" y="0"/>
                </a:lnTo>
                <a:lnTo>
                  <a:pt x="3642066" y="3848946"/>
                </a:lnTo>
                <a:lnTo>
                  <a:pt x="0" y="384894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31" name="TextBox 31"/>
          <p:cNvSpPr txBox="1"/>
          <p:nvPr/>
        </p:nvSpPr>
        <p:spPr>
          <a:xfrm>
            <a:off x="12113503" y="3537484"/>
            <a:ext cx="2951051" cy="5473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79"/>
              </a:lnSpc>
            </a:pPr>
            <a:r>
              <a:rPr lang="en-US" sz="3199" b="1">
                <a:solidFill>
                  <a:srgbClr val="000000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Limitations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6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56982" y="1133475"/>
            <a:ext cx="12404782" cy="1412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699"/>
              </a:lnSpc>
            </a:pPr>
            <a:r>
              <a:rPr lang="en-US" sz="9999">
                <a:solidFill>
                  <a:srgbClr val="558DFD"/>
                </a:solidFill>
                <a:latin typeface="Bobby Jones Soft"/>
                <a:ea typeface="Bobby Jones Soft"/>
                <a:cs typeface="Bobby Jones Soft"/>
                <a:sym typeface="Bobby Jones Soft"/>
              </a:rPr>
              <a:t>Why I Chose this STudy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066800" y="3538697"/>
            <a:ext cx="10344163" cy="47493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700" lvl="1" indent="-323850" algn="l">
              <a:lnSpc>
                <a:spcPts val="4300"/>
              </a:lnSpc>
              <a:spcAft>
                <a:spcPts val="1800"/>
              </a:spcAft>
              <a:buFont typeface="Arial"/>
              <a:buChar char="•"/>
            </a:pPr>
            <a:r>
              <a:rPr lang="en-US" sz="3000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My master thesis focuses on AI (ChatGPT) and essay enhancement.</a:t>
            </a:r>
          </a:p>
          <a:p>
            <a:pPr algn="l">
              <a:lnSpc>
                <a:spcPts val="4300"/>
              </a:lnSpc>
              <a:spcAft>
                <a:spcPts val="1800"/>
              </a:spcAft>
            </a:pPr>
            <a:endParaRPr lang="en-US" sz="3000" dirty="0">
              <a:solidFill>
                <a:srgbClr val="000000"/>
              </a:solidFill>
              <a:latin typeface="Bricolage Grotesque"/>
              <a:ea typeface="Bricolage Grotesque"/>
              <a:cs typeface="Bricolage Grotesque"/>
              <a:sym typeface="Bricolage Grotesque"/>
            </a:endParaRPr>
          </a:p>
          <a:p>
            <a:pPr marL="647700" lvl="1" indent="-323850" algn="l">
              <a:lnSpc>
                <a:spcPts val="4300"/>
              </a:lnSpc>
              <a:spcAft>
                <a:spcPts val="1800"/>
              </a:spcAft>
              <a:buFont typeface="Arial"/>
              <a:buChar char="•"/>
            </a:pPr>
            <a:r>
              <a:rPr lang="en-US" sz="3000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This study directly investigates AI-assisted essay writing.</a:t>
            </a:r>
          </a:p>
          <a:p>
            <a:pPr algn="l">
              <a:lnSpc>
                <a:spcPts val="4300"/>
              </a:lnSpc>
              <a:spcAft>
                <a:spcPts val="1800"/>
              </a:spcAft>
            </a:pPr>
            <a:endParaRPr lang="en-US" sz="3000" dirty="0">
              <a:solidFill>
                <a:srgbClr val="000000"/>
              </a:solidFill>
              <a:latin typeface="Bricolage Grotesque"/>
              <a:ea typeface="Bricolage Grotesque"/>
              <a:cs typeface="Bricolage Grotesque"/>
              <a:sym typeface="Bricolage Grotesque"/>
            </a:endParaRPr>
          </a:p>
          <a:p>
            <a:pPr marL="647700" lvl="1" indent="-323850" algn="l">
              <a:lnSpc>
                <a:spcPts val="4300"/>
              </a:lnSpc>
              <a:spcAft>
                <a:spcPts val="1800"/>
              </a:spcAft>
              <a:buFont typeface="Arial"/>
              <a:buChar char="•"/>
            </a:pPr>
            <a:r>
              <a:rPr lang="en-US" sz="3000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It explores both benefits and limitations.</a:t>
            </a:r>
          </a:p>
        </p:txBody>
      </p:sp>
      <p:sp>
        <p:nvSpPr>
          <p:cNvPr id="4" name="Freeform 4"/>
          <p:cNvSpPr/>
          <p:nvPr/>
        </p:nvSpPr>
        <p:spPr>
          <a:xfrm>
            <a:off x="11277600" y="1485900"/>
            <a:ext cx="8302245" cy="8229600"/>
          </a:xfrm>
          <a:custGeom>
            <a:avLst/>
            <a:gdLst/>
            <a:ahLst/>
            <a:cxnLst/>
            <a:rect l="l" t="t" r="r" b="b"/>
            <a:pathLst>
              <a:path w="8302245" h="8229600">
                <a:moveTo>
                  <a:pt x="0" y="0"/>
                </a:moveTo>
                <a:lnTo>
                  <a:pt x="8302244" y="0"/>
                </a:lnTo>
                <a:lnTo>
                  <a:pt x="8302244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allAtOnce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691699">
            <a:off x="15180553" y="2882165"/>
            <a:ext cx="4154462" cy="3863649"/>
          </a:xfrm>
          <a:custGeom>
            <a:avLst/>
            <a:gdLst/>
            <a:ahLst/>
            <a:cxnLst/>
            <a:rect l="l" t="t" r="r" b="b"/>
            <a:pathLst>
              <a:path w="4154462" h="3863649">
                <a:moveTo>
                  <a:pt x="0" y="0"/>
                </a:moveTo>
                <a:lnTo>
                  <a:pt x="4154461" y="0"/>
                </a:lnTo>
                <a:lnTo>
                  <a:pt x="4154461" y="3863649"/>
                </a:lnTo>
                <a:lnTo>
                  <a:pt x="0" y="386364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3" name="Freeform 3"/>
          <p:cNvSpPr/>
          <p:nvPr/>
        </p:nvSpPr>
        <p:spPr>
          <a:xfrm rot="-284944">
            <a:off x="-1640674" y="2979175"/>
            <a:ext cx="4096277" cy="3630325"/>
          </a:xfrm>
          <a:custGeom>
            <a:avLst/>
            <a:gdLst/>
            <a:ahLst/>
            <a:cxnLst/>
            <a:rect l="l" t="t" r="r" b="b"/>
            <a:pathLst>
              <a:path w="4096277" h="3630325">
                <a:moveTo>
                  <a:pt x="0" y="0"/>
                </a:moveTo>
                <a:lnTo>
                  <a:pt x="4096277" y="0"/>
                </a:lnTo>
                <a:lnTo>
                  <a:pt x="4096277" y="3630325"/>
                </a:lnTo>
                <a:lnTo>
                  <a:pt x="0" y="363032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4" name="Freeform 4"/>
          <p:cNvSpPr/>
          <p:nvPr/>
        </p:nvSpPr>
        <p:spPr>
          <a:xfrm rot="1061051">
            <a:off x="12862599" y="7878048"/>
            <a:ext cx="3642065" cy="3848946"/>
          </a:xfrm>
          <a:custGeom>
            <a:avLst/>
            <a:gdLst/>
            <a:ahLst/>
            <a:cxnLst/>
            <a:rect l="l" t="t" r="r" b="b"/>
            <a:pathLst>
              <a:path w="3642065" h="3848946">
                <a:moveTo>
                  <a:pt x="0" y="0"/>
                </a:moveTo>
                <a:lnTo>
                  <a:pt x="3642065" y="0"/>
                </a:lnTo>
                <a:lnTo>
                  <a:pt x="3642065" y="3848946"/>
                </a:lnTo>
                <a:lnTo>
                  <a:pt x="0" y="384894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5" name="Freeform 5"/>
          <p:cNvSpPr/>
          <p:nvPr/>
        </p:nvSpPr>
        <p:spPr>
          <a:xfrm rot="-411245">
            <a:off x="7681266" y="8281653"/>
            <a:ext cx="4476094" cy="3731943"/>
          </a:xfrm>
          <a:custGeom>
            <a:avLst/>
            <a:gdLst/>
            <a:ahLst/>
            <a:cxnLst/>
            <a:rect l="l" t="t" r="r" b="b"/>
            <a:pathLst>
              <a:path w="4476094" h="3731943">
                <a:moveTo>
                  <a:pt x="0" y="0"/>
                </a:moveTo>
                <a:lnTo>
                  <a:pt x="4476094" y="0"/>
                </a:lnTo>
                <a:lnTo>
                  <a:pt x="4476094" y="3731943"/>
                </a:lnTo>
                <a:lnTo>
                  <a:pt x="0" y="373194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6" name="Freeform 6"/>
          <p:cNvSpPr/>
          <p:nvPr/>
        </p:nvSpPr>
        <p:spPr>
          <a:xfrm rot="-474403">
            <a:off x="6959966" y="-2119797"/>
            <a:ext cx="4368067" cy="4329846"/>
          </a:xfrm>
          <a:custGeom>
            <a:avLst/>
            <a:gdLst/>
            <a:ahLst/>
            <a:cxnLst/>
            <a:rect l="l" t="t" r="r" b="b"/>
            <a:pathLst>
              <a:path w="4368067" h="4329846">
                <a:moveTo>
                  <a:pt x="0" y="0"/>
                </a:moveTo>
                <a:lnTo>
                  <a:pt x="4368068" y="0"/>
                </a:lnTo>
                <a:lnTo>
                  <a:pt x="4368068" y="4329846"/>
                </a:lnTo>
                <a:lnTo>
                  <a:pt x="0" y="432984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7" name="Freeform 7"/>
          <p:cNvSpPr/>
          <p:nvPr/>
        </p:nvSpPr>
        <p:spPr>
          <a:xfrm>
            <a:off x="2470295" y="7921556"/>
            <a:ext cx="4373018" cy="4214496"/>
          </a:xfrm>
          <a:custGeom>
            <a:avLst/>
            <a:gdLst/>
            <a:ahLst/>
            <a:cxnLst/>
            <a:rect l="l" t="t" r="r" b="b"/>
            <a:pathLst>
              <a:path w="4373018" h="4214496">
                <a:moveTo>
                  <a:pt x="0" y="0"/>
                </a:moveTo>
                <a:lnTo>
                  <a:pt x="4373018" y="0"/>
                </a:lnTo>
                <a:lnTo>
                  <a:pt x="4373018" y="4214496"/>
                </a:lnTo>
                <a:lnTo>
                  <a:pt x="0" y="421449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8" name="Freeform 8"/>
          <p:cNvSpPr/>
          <p:nvPr/>
        </p:nvSpPr>
        <p:spPr>
          <a:xfrm rot="356799">
            <a:off x="-2200203" y="7515623"/>
            <a:ext cx="3888820" cy="3485355"/>
          </a:xfrm>
          <a:custGeom>
            <a:avLst/>
            <a:gdLst/>
            <a:ahLst/>
            <a:cxnLst/>
            <a:rect l="l" t="t" r="r" b="b"/>
            <a:pathLst>
              <a:path w="3888820" h="3485355">
                <a:moveTo>
                  <a:pt x="0" y="0"/>
                </a:moveTo>
                <a:lnTo>
                  <a:pt x="3888820" y="0"/>
                </a:lnTo>
                <a:lnTo>
                  <a:pt x="3888820" y="3485354"/>
                </a:lnTo>
                <a:lnTo>
                  <a:pt x="0" y="348535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9" name="Freeform 9"/>
          <p:cNvSpPr/>
          <p:nvPr/>
        </p:nvSpPr>
        <p:spPr>
          <a:xfrm rot="675348">
            <a:off x="12477356" y="-1035948"/>
            <a:ext cx="3789402" cy="3685194"/>
          </a:xfrm>
          <a:custGeom>
            <a:avLst/>
            <a:gdLst/>
            <a:ahLst/>
            <a:cxnLst/>
            <a:rect l="l" t="t" r="r" b="b"/>
            <a:pathLst>
              <a:path w="3789402" h="3685194">
                <a:moveTo>
                  <a:pt x="0" y="0"/>
                </a:moveTo>
                <a:lnTo>
                  <a:pt x="3789402" y="0"/>
                </a:lnTo>
                <a:lnTo>
                  <a:pt x="3789402" y="3685193"/>
                </a:lnTo>
                <a:lnTo>
                  <a:pt x="0" y="368519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10" name="Freeform 10"/>
          <p:cNvSpPr/>
          <p:nvPr/>
        </p:nvSpPr>
        <p:spPr>
          <a:xfrm rot="710027">
            <a:off x="2141444" y="-1085938"/>
            <a:ext cx="4057937" cy="3692723"/>
          </a:xfrm>
          <a:custGeom>
            <a:avLst/>
            <a:gdLst/>
            <a:ahLst/>
            <a:cxnLst/>
            <a:rect l="l" t="t" r="r" b="b"/>
            <a:pathLst>
              <a:path w="4057937" h="3692723">
                <a:moveTo>
                  <a:pt x="0" y="0"/>
                </a:moveTo>
                <a:lnTo>
                  <a:pt x="4057938" y="0"/>
                </a:lnTo>
                <a:lnTo>
                  <a:pt x="4057938" y="3692723"/>
                </a:lnTo>
                <a:lnTo>
                  <a:pt x="0" y="369272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11" name="Freeform 11"/>
          <p:cNvSpPr/>
          <p:nvPr/>
        </p:nvSpPr>
        <p:spPr>
          <a:xfrm rot="261574">
            <a:off x="16941865" y="-1490132"/>
            <a:ext cx="3763596" cy="3792036"/>
          </a:xfrm>
          <a:custGeom>
            <a:avLst/>
            <a:gdLst/>
            <a:ahLst/>
            <a:cxnLst/>
            <a:rect l="l" t="t" r="r" b="b"/>
            <a:pathLst>
              <a:path w="3763596" h="3792036">
                <a:moveTo>
                  <a:pt x="0" y="0"/>
                </a:moveTo>
                <a:lnTo>
                  <a:pt x="3763596" y="0"/>
                </a:lnTo>
                <a:lnTo>
                  <a:pt x="3763596" y="3792036"/>
                </a:lnTo>
                <a:lnTo>
                  <a:pt x="0" y="379203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12" name="TextBox 12"/>
          <p:cNvSpPr txBox="1"/>
          <p:nvPr/>
        </p:nvSpPr>
        <p:spPr>
          <a:xfrm>
            <a:off x="4000684" y="3948157"/>
            <a:ext cx="10286632" cy="25031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686"/>
              </a:lnSpc>
            </a:pPr>
            <a:r>
              <a:rPr lang="en-US" sz="9052" dirty="0">
                <a:solidFill>
                  <a:srgbClr val="558DFD"/>
                </a:solidFill>
                <a:latin typeface="Bobby Jones Soft"/>
                <a:ea typeface="Bobby Jones Soft"/>
                <a:cs typeface="Bobby Jones Soft"/>
                <a:sym typeface="Bobby Jones Soft"/>
              </a:rPr>
              <a:t>Thanks for listening!</a:t>
            </a:r>
          </a:p>
        </p:txBody>
      </p:sp>
      <p:sp>
        <p:nvSpPr>
          <p:cNvPr id="13" name="Freeform 13"/>
          <p:cNvSpPr/>
          <p:nvPr/>
        </p:nvSpPr>
        <p:spPr>
          <a:xfrm>
            <a:off x="-2075123" y="-1202141"/>
            <a:ext cx="3294905" cy="3163108"/>
          </a:xfrm>
          <a:custGeom>
            <a:avLst/>
            <a:gdLst/>
            <a:ahLst/>
            <a:cxnLst/>
            <a:rect l="l" t="t" r="r" b="b"/>
            <a:pathLst>
              <a:path w="3294905" h="3163108">
                <a:moveTo>
                  <a:pt x="0" y="0"/>
                </a:moveTo>
                <a:lnTo>
                  <a:pt x="3294904" y="0"/>
                </a:lnTo>
                <a:lnTo>
                  <a:pt x="3294904" y="3163108"/>
                </a:lnTo>
                <a:lnTo>
                  <a:pt x="0" y="316310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14" name="Freeform 14"/>
          <p:cNvSpPr/>
          <p:nvPr/>
        </p:nvSpPr>
        <p:spPr>
          <a:xfrm rot="-503037">
            <a:off x="17176210" y="7849281"/>
            <a:ext cx="3294905" cy="2230322"/>
          </a:xfrm>
          <a:custGeom>
            <a:avLst/>
            <a:gdLst/>
            <a:ahLst/>
            <a:cxnLst/>
            <a:rect l="l" t="t" r="r" b="b"/>
            <a:pathLst>
              <a:path w="3294905" h="2230322">
                <a:moveTo>
                  <a:pt x="0" y="0"/>
                </a:moveTo>
                <a:lnTo>
                  <a:pt x="3294904" y="0"/>
                </a:lnTo>
                <a:lnTo>
                  <a:pt x="3294904" y="2230322"/>
                </a:lnTo>
                <a:lnTo>
                  <a:pt x="0" y="223032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b="-41822"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991D8DE7-5AF2-F117-76F1-3EE3ECF51802}"/>
              </a:ext>
            </a:extLst>
          </p:cNvPr>
          <p:cNvSpPr txBox="1"/>
          <p:nvPr/>
        </p:nvSpPr>
        <p:spPr>
          <a:xfrm>
            <a:off x="4291726" y="6952813"/>
            <a:ext cx="9704545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AT" sz="1600" dirty="0">
                <a:solidFill>
                  <a:srgbClr val="558DFD"/>
                </a:solidFill>
                <a:latin typeface="Bobby Jones Soft"/>
              </a:rPr>
              <a:t>Source: </a:t>
            </a:r>
          </a:p>
          <a:p>
            <a:pPr algn="ctr"/>
            <a:r>
              <a:rPr lang="de-AT" b="0" i="0" dirty="0">
                <a:solidFill>
                  <a:srgbClr val="475569"/>
                </a:solidFill>
                <a:effectLst/>
                <a:latin typeface="Segoe UI" panose="020B0502040204020203" pitchFamily="34" charset="0"/>
              </a:rPr>
              <a:t>Bašić, Ž., </a:t>
            </a:r>
            <a:r>
              <a:rPr lang="de-AT" b="0" i="0" dirty="0" err="1">
                <a:solidFill>
                  <a:srgbClr val="475569"/>
                </a:solidFill>
                <a:effectLst/>
                <a:latin typeface="Segoe UI" panose="020B0502040204020203" pitchFamily="34" charset="0"/>
              </a:rPr>
              <a:t>Banovac</a:t>
            </a:r>
            <a:r>
              <a:rPr lang="de-AT" b="0" i="0" dirty="0">
                <a:solidFill>
                  <a:srgbClr val="475569"/>
                </a:solidFill>
                <a:effectLst/>
                <a:latin typeface="Segoe UI" panose="020B0502040204020203" pitchFamily="34" charset="0"/>
              </a:rPr>
              <a:t>, A., </a:t>
            </a:r>
            <a:r>
              <a:rPr lang="de-AT" b="0" i="0" dirty="0" err="1">
                <a:solidFill>
                  <a:srgbClr val="475569"/>
                </a:solidFill>
                <a:effectLst/>
                <a:latin typeface="Segoe UI" panose="020B0502040204020203" pitchFamily="34" charset="0"/>
              </a:rPr>
              <a:t>Kružić</a:t>
            </a:r>
            <a:r>
              <a:rPr lang="de-AT" b="0" i="0" dirty="0">
                <a:solidFill>
                  <a:srgbClr val="475569"/>
                </a:solidFill>
                <a:effectLst/>
                <a:latin typeface="Segoe UI" panose="020B0502040204020203" pitchFamily="34" charset="0"/>
              </a:rPr>
              <a:t>, I. et al. ChatGPT-3.5 </a:t>
            </a:r>
            <a:r>
              <a:rPr lang="de-AT" b="0" i="0" dirty="0" err="1">
                <a:solidFill>
                  <a:srgbClr val="475569"/>
                </a:solidFill>
                <a:effectLst/>
                <a:latin typeface="Segoe UI" panose="020B0502040204020203" pitchFamily="34" charset="0"/>
              </a:rPr>
              <a:t>as</a:t>
            </a:r>
            <a:r>
              <a:rPr lang="de-AT" b="0" i="0" dirty="0">
                <a:solidFill>
                  <a:srgbClr val="475569"/>
                </a:solidFill>
                <a:effectLst/>
                <a:latin typeface="Segoe UI" panose="020B0502040204020203" pitchFamily="34" charset="0"/>
              </a:rPr>
              <a:t> </a:t>
            </a:r>
            <a:r>
              <a:rPr lang="de-AT" b="0" i="0" dirty="0" err="1">
                <a:solidFill>
                  <a:srgbClr val="475569"/>
                </a:solidFill>
                <a:effectLst/>
                <a:latin typeface="Segoe UI" panose="020B0502040204020203" pitchFamily="34" charset="0"/>
              </a:rPr>
              <a:t>writing</a:t>
            </a:r>
            <a:r>
              <a:rPr lang="de-AT" b="0" i="0" dirty="0">
                <a:solidFill>
                  <a:srgbClr val="475569"/>
                </a:solidFill>
                <a:effectLst/>
                <a:latin typeface="Segoe UI" panose="020B0502040204020203" pitchFamily="34" charset="0"/>
              </a:rPr>
              <a:t> </a:t>
            </a:r>
            <a:r>
              <a:rPr lang="de-AT" b="0" i="0" dirty="0" err="1">
                <a:solidFill>
                  <a:srgbClr val="475569"/>
                </a:solidFill>
                <a:effectLst/>
                <a:latin typeface="Segoe UI" panose="020B0502040204020203" pitchFamily="34" charset="0"/>
              </a:rPr>
              <a:t>assistance</a:t>
            </a:r>
            <a:r>
              <a:rPr lang="de-AT" b="0" i="0" dirty="0">
                <a:solidFill>
                  <a:srgbClr val="475569"/>
                </a:solidFill>
                <a:effectLst/>
                <a:latin typeface="Segoe UI" panose="020B0502040204020203" pitchFamily="34" charset="0"/>
              </a:rPr>
              <a:t> in </a:t>
            </a:r>
            <a:r>
              <a:rPr lang="de-AT" b="0" i="0" dirty="0" err="1">
                <a:solidFill>
                  <a:srgbClr val="475569"/>
                </a:solidFill>
                <a:effectLst/>
                <a:latin typeface="Segoe UI" panose="020B0502040204020203" pitchFamily="34" charset="0"/>
              </a:rPr>
              <a:t>students</a:t>
            </a:r>
            <a:r>
              <a:rPr lang="de-AT" b="0" i="0" dirty="0">
                <a:solidFill>
                  <a:srgbClr val="475569"/>
                </a:solidFill>
                <a:effectLst/>
                <a:latin typeface="Segoe UI" panose="020B0502040204020203" pitchFamily="34" charset="0"/>
              </a:rPr>
              <a:t>’ </a:t>
            </a:r>
            <a:r>
              <a:rPr lang="de-AT" b="0" i="0" dirty="0" err="1">
                <a:solidFill>
                  <a:srgbClr val="475569"/>
                </a:solidFill>
                <a:effectLst/>
                <a:latin typeface="Segoe UI" panose="020B0502040204020203" pitchFamily="34" charset="0"/>
              </a:rPr>
              <a:t>essays</a:t>
            </a:r>
            <a:r>
              <a:rPr lang="de-AT" b="0" i="0" dirty="0">
                <a:solidFill>
                  <a:srgbClr val="475569"/>
                </a:solidFill>
                <a:effectLst/>
                <a:latin typeface="Segoe UI" panose="020B0502040204020203" pitchFamily="34" charset="0"/>
              </a:rPr>
              <a:t>. </a:t>
            </a:r>
            <a:r>
              <a:rPr lang="de-AT" b="0" i="0" dirty="0" err="1">
                <a:solidFill>
                  <a:srgbClr val="475569"/>
                </a:solidFill>
                <a:effectLst/>
                <a:latin typeface="Segoe UI" panose="020B0502040204020203" pitchFamily="34" charset="0"/>
              </a:rPr>
              <a:t>Humanit</a:t>
            </a:r>
            <a:r>
              <a:rPr lang="de-AT" b="0" i="0" dirty="0">
                <a:solidFill>
                  <a:srgbClr val="475569"/>
                </a:solidFill>
                <a:effectLst/>
                <a:latin typeface="Segoe UI" panose="020B0502040204020203" pitchFamily="34" charset="0"/>
              </a:rPr>
              <a:t> Soc </a:t>
            </a:r>
            <a:r>
              <a:rPr lang="de-AT" b="0" i="0" dirty="0" err="1">
                <a:solidFill>
                  <a:srgbClr val="475569"/>
                </a:solidFill>
                <a:effectLst/>
                <a:latin typeface="Segoe UI" panose="020B0502040204020203" pitchFamily="34" charset="0"/>
              </a:rPr>
              <a:t>Sci</a:t>
            </a:r>
            <a:r>
              <a:rPr lang="de-AT" b="0" i="0" dirty="0">
                <a:solidFill>
                  <a:srgbClr val="475569"/>
                </a:solidFill>
                <a:effectLst/>
                <a:latin typeface="Segoe UI" panose="020B0502040204020203" pitchFamily="34" charset="0"/>
              </a:rPr>
              <a:t> Commun 10, 750 (2023). </a:t>
            </a:r>
          </a:p>
          <a:p>
            <a:pPr algn="ctr"/>
            <a:r>
              <a:rPr lang="de-AT" b="0" i="0" dirty="0">
                <a:effectLst/>
                <a:latin typeface="Segoe UI" panose="020B0502040204020203" pitchFamily="34" charset="0"/>
                <a:hlinkClick r:id="rId13"/>
              </a:rPr>
              <a:t>https://doi.org/10.1057/s41599-023-02269-7</a:t>
            </a:r>
            <a:endParaRPr lang="de-AT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223</Words>
  <Application>Microsoft Office PowerPoint</Application>
  <PresentationFormat>Benutzerdefiniert</PresentationFormat>
  <Paragraphs>52</Paragraphs>
  <Slides>7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7</vt:i4>
      </vt:variant>
    </vt:vector>
  </HeadingPairs>
  <TitlesOfParts>
    <vt:vector size="15" baseType="lpstr">
      <vt:lpstr>Bricolage Grotesque</vt:lpstr>
      <vt:lpstr>Bricolage Grotesque Bold</vt:lpstr>
      <vt:lpstr>Bobby Jones Soft</vt:lpstr>
      <vt:lpstr>Arial</vt:lpstr>
      <vt:lpstr>Canva Student Font</vt:lpstr>
      <vt:lpstr>Calibri</vt:lpstr>
      <vt:lpstr>Segoe UI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ChatGPT-3.5 as writing assistance in students’ essays</dc:title>
  <cp:lastModifiedBy>Knes, Christina Sophie</cp:lastModifiedBy>
  <cp:revision>2</cp:revision>
  <dcterms:created xsi:type="dcterms:W3CDTF">2006-08-16T00:00:00Z</dcterms:created>
  <dcterms:modified xsi:type="dcterms:W3CDTF">2026-06-09T08:48:16Z</dcterms:modified>
  <dc:identifier>DAHKBqdqDkY</dc:identifier>
</cp:coreProperties>
</file>